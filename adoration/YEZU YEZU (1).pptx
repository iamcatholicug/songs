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ll dir="d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/>
              <a:t>Yezu</a:t>
            </a:r>
            <a:r>
              <a:rPr lang="en-US" sz="6600" dirty="0" smtClean="0"/>
              <a:t>, </a:t>
            </a:r>
            <a:r>
              <a:rPr lang="en-US" sz="6600" dirty="0" err="1" smtClean="0"/>
              <a:t>yezu</a:t>
            </a:r>
            <a:r>
              <a:rPr lang="en-US" sz="6600" dirty="0" smtClean="0"/>
              <a:t> </a:t>
            </a:r>
            <a:r>
              <a:rPr lang="en-US" sz="6600" dirty="0" err="1" smtClean="0">
                <a:hlinkClick r:id="rId2" action="ppaction://hlinksldjump"/>
              </a:rPr>
              <a:t>kworahikye</a:t>
            </a:r>
            <a:r>
              <a:rPr lang="en-US" sz="6600" dirty="0" smtClean="0"/>
              <a:t> </a:t>
            </a:r>
            <a:r>
              <a:rPr lang="en-US" sz="6600" dirty="0" err="1" smtClean="0">
                <a:hlinkClick r:id="rId3" action="ppaction://hlinksldjump"/>
              </a:rPr>
              <a:t>omubukama</a:t>
            </a:r>
            <a:r>
              <a:rPr lang="en-US" sz="6600" dirty="0" smtClean="0"/>
              <a:t> </a:t>
            </a:r>
            <a:r>
              <a:rPr lang="en-US" sz="6600" dirty="0" err="1" smtClean="0">
                <a:hlinkClick r:id="rId4" action="ppaction://hlinksldjump"/>
              </a:rPr>
              <a:t>bwawe</a:t>
            </a:r>
            <a:r>
              <a:rPr lang="en-US" sz="6600" dirty="0" smtClean="0"/>
              <a:t> </a:t>
            </a:r>
            <a:r>
              <a:rPr lang="en-US" sz="6600" dirty="0" err="1" smtClean="0">
                <a:hlinkClick r:id="rId5" action="ppaction://hlinksldjump"/>
              </a:rPr>
              <a:t>onyijukye</a:t>
            </a:r>
            <a:r>
              <a:rPr lang="en-US" sz="6600" dirty="0" smtClean="0"/>
              <a:t>     </a:t>
            </a:r>
            <a:r>
              <a:rPr lang="en-US" sz="6600" dirty="0" smtClean="0">
                <a:hlinkClick r:id="rId6" action="ppaction://hlinksldjump"/>
              </a:rPr>
              <a:t>x2</a:t>
            </a:r>
            <a:endParaRPr lang="en-US" sz="6600" dirty="0"/>
          </a:p>
        </p:txBody>
      </p:sp>
    </p:spTree>
  </p:cSld>
  <p:clrMapOvr>
    <a:masterClrMapping/>
  </p:clrMapOvr>
  <p:transition spd="slow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omubusasi</a:t>
            </a:r>
            <a:r>
              <a:rPr lang="en-US" sz="5400" dirty="0" smtClean="0"/>
              <a:t> </a:t>
            </a:r>
            <a:r>
              <a:rPr lang="en-US" sz="5400" dirty="0" err="1" smtClean="0"/>
              <a:t>bwensi</a:t>
            </a:r>
            <a:r>
              <a:rPr lang="en-US" sz="5400" dirty="0" smtClean="0"/>
              <a:t>            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/>
              <a:t>onyijukye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omukushasha</a:t>
            </a:r>
            <a:r>
              <a:rPr lang="en-US" sz="5400" dirty="0" smtClean="0"/>
              <a:t> </a:t>
            </a:r>
            <a:r>
              <a:rPr lang="en-US" sz="5400" dirty="0" err="1" smtClean="0"/>
              <a:t>kwensi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, </a:t>
            </a:r>
            <a:r>
              <a:rPr lang="en-US" sz="5400" dirty="0" err="1" smtClean="0">
                <a:hlinkClick r:id="rId2" action="ppaction://hlinksldjump"/>
              </a:rPr>
              <a:t>onyijukye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omukuganga</a:t>
            </a:r>
            <a:r>
              <a:rPr lang="en-US" sz="5400" dirty="0" smtClean="0"/>
              <a:t> </a:t>
            </a:r>
            <a:r>
              <a:rPr lang="en-US" sz="5400" dirty="0" err="1" smtClean="0"/>
              <a:t>kwensi</a:t>
            </a:r>
            <a:r>
              <a:rPr lang="en-US" sz="5400" dirty="0" smtClean="0"/>
              <a:t>,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/>
              <a:t>onyijukye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omukuzaha</a:t>
            </a:r>
            <a:r>
              <a:rPr lang="en-US" sz="5400" dirty="0" smtClean="0"/>
              <a:t> </a:t>
            </a:r>
            <a:r>
              <a:rPr lang="en-US" sz="5400" dirty="0" err="1" smtClean="0"/>
              <a:t>kwesi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>
                <a:hlinkClick r:id="rId2" action="ppaction://hlinksldjump"/>
              </a:rPr>
              <a:t>onyijukye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omumihanda</a:t>
            </a:r>
            <a:r>
              <a:rPr lang="en-US" sz="5400" dirty="0" smtClean="0"/>
              <a:t> </a:t>
            </a:r>
            <a:r>
              <a:rPr lang="en-US" sz="5400" dirty="0" err="1" smtClean="0"/>
              <a:t>yensi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/>
              <a:t>onyijukye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omurugyenda</a:t>
            </a:r>
            <a:r>
              <a:rPr lang="en-US" sz="5400" dirty="0" smtClean="0"/>
              <a:t> </a:t>
            </a:r>
            <a:r>
              <a:rPr lang="en-US" sz="5400" dirty="0" err="1" smtClean="0"/>
              <a:t>rwensi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>
                <a:hlinkClick r:id="rId2" action="ppaction://hlinksldjump"/>
              </a:rPr>
              <a:t>onyijukye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omukibunda</a:t>
            </a:r>
            <a:r>
              <a:rPr lang="en-US" sz="5400" dirty="0" smtClean="0"/>
              <a:t> </a:t>
            </a:r>
            <a:r>
              <a:rPr lang="en-US" sz="5400" dirty="0" err="1" smtClean="0"/>
              <a:t>kyensi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/>
              <a:t>onyijukye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omumatongo</a:t>
            </a:r>
            <a:r>
              <a:rPr lang="en-US" sz="5400" dirty="0" smtClean="0"/>
              <a:t> </a:t>
            </a:r>
            <a:r>
              <a:rPr lang="en-US" sz="5400" dirty="0" err="1" smtClean="0"/>
              <a:t>gensi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>
                <a:hlinkClick r:id="rId2" action="ppaction://hlinksldjump"/>
              </a:rPr>
              <a:t>onyijukye</a:t>
            </a:r>
            <a:endParaRPr lang="en-US" sz="5400" dirty="0" smtClean="0"/>
          </a:p>
        </p:txBody>
      </p:sp>
    </p:spTree>
  </p:cSld>
  <p:clrMapOvr>
    <a:masterClrMapping/>
  </p:clrMapOvr>
  <p:transition spd="slow">
    <p:pull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omuburyane</a:t>
            </a:r>
            <a:r>
              <a:rPr lang="en-US" sz="5400" dirty="0" smtClean="0"/>
              <a:t> </a:t>
            </a:r>
            <a:r>
              <a:rPr lang="en-US" sz="5400" dirty="0" err="1" smtClean="0"/>
              <a:t>bwensi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/>
              <a:t>onyijukye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Ndi</a:t>
            </a:r>
            <a:r>
              <a:rPr lang="en-US" sz="5400" dirty="0" smtClean="0"/>
              <a:t> </a:t>
            </a:r>
            <a:r>
              <a:rPr lang="en-US" sz="5400" dirty="0" err="1" smtClean="0"/>
              <a:t>omukurwana</a:t>
            </a:r>
            <a:r>
              <a:rPr lang="en-US" sz="5400" dirty="0" smtClean="0"/>
              <a:t> </a:t>
            </a:r>
            <a:r>
              <a:rPr lang="en-US" sz="5400" dirty="0" err="1" smtClean="0"/>
              <a:t>kwensi</a:t>
            </a:r>
            <a:r>
              <a:rPr lang="en-US" sz="5400" dirty="0" smtClean="0"/>
              <a:t> </a:t>
            </a: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wangye</a:t>
            </a:r>
            <a:r>
              <a:rPr lang="en-US" sz="5400" dirty="0" smtClean="0"/>
              <a:t> </a:t>
            </a:r>
            <a:r>
              <a:rPr lang="en-US" sz="5400" dirty="0" err="1" smtClean="0">
                <a:hlinkClick r:id="rId2" action="ppaction://hlinksldjump"/>
              </a:rPr>
              <a:t>onyijukye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Chrs</vt:lpstr>
      <vt:lpstr>1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user</cp:lastModifiedBy>
  <cp:revision>5</cp:revision>
  <dcterms:created xsi:type="dcterms:W3CDTF">2006-08-16T00:00:00Z</dcterms:created>
  <dcterms:modified xsi:type="dcterms:W3CDTF">2022-09-01T19:15:46Z</dcterms:modified>
</cp:coreProperties>
</file>