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9" r:id="rId1"/>
  </p:sldMasterIdLst>
  <p:sldIdLst>
    <p:sldId id="265" r:id="rId2"/>
    <p:sldId id="260" r:id="rId3"/>
    <p:sldId id="262" r:id="rId4"/>
    <p:sldId id="263" r:id="rId5"/>
    <p:sldId id="264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4" d="100"/>
          <a:sy n="74" d="100"/>
        </p:scale>
        <p:origin x="739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610800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6797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792316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9056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2/27/2024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999847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2/27/2024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07896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2/27/2024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592588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39646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458522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805184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9915127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5835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808037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47610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40658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45002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11287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0" r:id="rId1"/>
    <p:sldLayoutId id="2147483751" r:id="rId2"/>
    <p:sldLayoutId id="2147483752" r:id="rId3"/>
    <p:sldLayoutId id="2147483753" r:id="rId4"/>
    <p:sldLayoutId id="2147483754" r:id="rId5"/>
    <p:sldLayoutId id="2147483755" r:id="rId6"/>
    <p:sldLayoutId id="2147483756" r:id="rId7"/>
    <p:sldLayoutId id="2147483757" r:id="rId8"/>
    <p:sldLayoutId id="2147483758" r:id="rId9"/>
    <p:sldLayoutId id="2147483759" r:id="rId10"/>
    <p:sldLayoutId id="2147483760" r:id="rId11"/>
    <p:sldLayoutId id="2147483761" r:id="rId12"/>
    <p:sldLayoutId id="2147483762" r:id="rId13"/>
    <p:sldLayoutId id="2147483763" r:id="rId14"/>
    <p:sldLayoutId id="2147483764" r:id="rId15"/>
    <p:sldLayoutId id="2147483765" r:id="rId16"/>
  </p:sldLayoutIdLst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slide" Target="slide5.xml"/><Relationship Id="rId1" Type="http://schemas.openxmlformats.org/officeDocument/2006/relationships/slideLayout" Target="../slideLayouts/slideLayout2.xml"/><Relationship Id="rId4" Type="http://schemas.openxmlformats.org/officeDocument/2006/relationships/slide" Target="slide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en-US" sz="4400" dirty="0" err="1"/>
              <a:t>Obu</a:t>
            </a:r>
            <a:r>
              <a:rPr lang="en-US" sz="4400" dirty="0"/>
              <a:t> </a:t>
            </a:r>
            <a:r>
              <a:rPr lang="en-US" sz="4400" dirty="0" err="1"/>
              <a:t>nibwo</a:t>
            </a:r>
            <a:r>
              <a:rPr lang="en-US" sz="4400" dirty="0"/>
              <a:t> </a:t>
            </a:r>
            <a:r>
              <a:rPr lang="en-US" sz="4400" dirty="0" err="1"/>
              <a:t>bwire</a:t>
            </a:r>
            <a:r>
              <a:rPr lang="en-US" sz="4400" dirty="0"/>
              <a:t> </a:t>
            </a:r>
            <a:r>
              <a:rPr lang="en-US" sz="4400" dirty="0" err="1"/>
              <a:t>obwokweshwijuma</a:t>
            </a:r>
            <a:endParaRPr lang="en-US" sz="4400" dirty="0"/>
          </a:p>
          <a:p>
            <a:pPr>
              <a:buNone/>
            </a:pPr>
            <a:r>
              <a:rPr lang="en-US" sz="4400" dirty="0" err="1"/>
              <a:t>Obu</a:t>
            </a:r>
            <a:r>
              <a:rPr lang="en-US" sz="4400" dirty="0"/>
              <a:t> </a:t>
            </a:r>
            <a:r>
              <a:rPr lang="en-US" sz="4400" dirty="0" err="1"/>
              <a:t>nibwo</a:t>
            </a:r>
            <a:r>
              <a:rPr lang="en-US" sz="4400" dirty="0"/>
              <a:t> </a:t>
            </a:r>
            <a:r>
              <a:rPr lang="en-US" sz="4400" dirty="0" err="1"/>
              <a:t>bwire</a:t>
            </a:r>
            <a:r>
              <a:rPr lang="en-US" sz="4400" dirty="0"/>
              <a:t> </a:t>
            </a:r>
            <a:r>
              <a:rPr lang="en-US" sz="4400" dirty="0" err="1"/>
              <a:t>obwokwetisa</a:t>
            </a:r>
            <a:endParaRPr lang="en-US" sz="4400" dirty="0"/>
          </a:p>
          <a:p>
            <a:pPr>
              <a:buNone/>
            </a:pPr>
            <a:r>
              <a:rPr lang="en-US" sz="4400" dirty="0" err="1"/>
              <a:t>Tugarukire</a:t>
            </a:r>
            <a:r>
              <a:rPr lang="en-US" sz="4400" dirty="0"/>
              <a:t> </a:t>
            </a:r>
            <a:r>
              <a:rPr lang="en-US" sz="4400" dirty="0" err="1"/>
              <a:t>Mukama</a:t>
            </a:r>
            <a:r>
              <a:rPr lang="en-US" sz="4400" dirty="0"/>
              <a:t> </a:t>
            </a:r>
            <a:r>
              <a:rPr lang="en-US" sz="4400" dirty="0" err="1"/>
              <a:t>nanokwekyehesa</a:t>
            </a:r>
            <a:endParaRPr lang="en-US" sz="4400" dirty="0"/>
          </a:p>
          <a:p>
            <a:pPr>
              <a:buNone/>
            </a:pPr>
            <a:r>
              <a:rPr lang="en-US" sz="4400" dirty="0" err="1"/>
              <a:t>Nomuzeire</a:t>
            </a:r>
            <a:r>
              <a:rPr lang="en-US" sz="4400" dirty="0"/>
              <a:t> </a:t>
            </a:r>
            <a:r>
              <a:rPr lang="en-US" sz="4400" dirty="0" err="1"/>
              <a:t>natwakira</a:t>
            </a:r>
            <a:r>
              <a:rPr lang="en-US" sz="4400" dirty="0"/>
              <a:t> </a:t>
            </a:r>
            <a:r>
              <a:rPr lang="en-US" sz="4400" dirty="0" err="1">
                <a:hlinkClick r:id="rId2" action="ppaction://hlinksldjump"/>
              </a:rPr>
              <a:t>twena</a:t>
            </a:r>
            <a:endParaRPr lang="en-US" sz="4400" dirty="0"/>
          </a:p>
          <a:p>
            <a:endParaRPr lang="en-US" sz="44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None/>
            </a:pPr>
            <a:r>
              <a:rPr lang="en-US" sz="4000" dirty="0" err="1"/>
              <a:t>Yezu</a:t>
            </a:r>
            <a:r>
              <a:rPr lang="en-US" sz="4000" dirty="0"/>
              <a:t> </a:t>
            </a:r>
            <a:r>
              <a:rPr lang="en-US" sz="4000" dirty="0" err="1"/>
              <a:t>natweta</a:t>
            </a:r>
            <a:r>
              <a:rPr lang="en-US" sz="4000" dirty="0"/>
              <a:t>                   </a:t>
            </a:r>
            <a:r>
              <a:rPr lang="en-US" sz="4000" dirty="0" err="1"/>
              <a:t>ngutugitahe</a:t>
            </a:r>
            <a:r>
              <a:rPr lang="en-US" sz="4000" dirty="0"/>
              <a:t> owe</a:t>
            </a:r>
          </a:p>
          <a:p>
            <a:pPr>
              <a:buNone/>
            </a:pPr>
            <a:r>
              <a:rPr lang="en-US" sz="4000" dirty="0" err="1"/>
              <a:t>Mukama</a:t>
            </a:r>
            <a:r>
              <a:rPr lang="en-US" sz="4000" dirty="0"/>
              <a:t> </a:t>
            </a:r>
            <a:r>
              <a:rPr lang="en-US" sz="4000" dirty="0" err="1"/>
              <a:t>natweta</a:t>
            </a:r>
            <a:r>
              <a:rPr lang="en-US" sz="4000" dirty="0"/>
              <a:t>                                ,,</a:t>
            </a:r>
          </a:p>
          <a:p>
            <a:pPr>
              <a:buNone/>
            </a:pPr>
            <a:r>
              <a:rPr lang="en-US" sz="4000" dirty="0" err="1"/>
              <a:t>Rugaba</a:t>
            </a:r>
            <a:r>
              <a:rPr lang="en-US" sz="4000" dirty="0"/>
              <a:t> </a:t>
            </a:r>
            <a:r>
              <a:rPr lang="en-US" sz="4000" dirty="0" err="1">
                <a:hlinkClick r:id="rId2" action="ppaction://hlinksldjump"/>
              </a:rPr>
              <a:t>natweta</a:t>
            </a:r>
            <a:r>
              <a:rPr lang="en-US" sz="4000" dirty="0"/>
              <a:t>                                   ,,</a:t>
            </a:r>
          </a:p>
          <a:p>
            <a:pPr>
              <a:buNone/>
            </a:pPr>
            <a:r>
              <a:rPr lang="en-US" sz="4000" dirty="0" err="1">
                <a:hlinkClick r:id="rId3" action="ppaction://hlinksldjump"/>
              </a:rPr>
              <a:t>Mukiza</a:t>
            </a:r>
            <a:r>
              <a:rPr lang="en-US" sz="4000" dirty="0"/>
              <a:t> </a:t>
            </a:r>
            <a:r>
              <a:rPr lang="en-US" sz="4000" dirty="0" err="1">
                <a:hlinkClick r:id="rId4" action="ppaction://hlinksldjump"/>
              </a:rPr>
              <a:t>natweta</a:t>
            </a:r>
            <a:r>
              <a:rPr lang="en-US" sz="4000" dirty="0"/>
              <a:t>                                    ,,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en-US" sz="4400" dirty="0" err="1"/>
              <a:t>Natumanya</a:t>
            </a:r>
            <a:r>
              <a:rPr lang="en-US" sz="4400" dirty="0"/>
              <a:t> </a:t>
            </a:r>
            <a:r>
              <a:rPr lang="en-US" sz="4400" dirty="0" err="1"/>
              <a:t>twena</a:t>
            </a:r>
            <a:r>
              <a:rPr lang="en-US" sz="4400" dirty="0"/>
              <a:t> </a:t>
            </a:r>
            <a:r>
              <a:rPr lang="en-US" sz="4400" dirty="0" err="1"/>
              <a:t>Mukama</a:t>
            </a:r>
            <a:r>
              <a:rPr lang="en-US" sz="4400" dirty="0"/>
              <a:t> </a:t>
            </a:r>
            <a:r>
              <a:rPr lang="en-US" sz="4400" dirty="0" err="1"/>
              <a:t>mugabe</a:t>
            </a:r>
            <a:endParaRPr lang="en-US" sz="4400" dirty="0"/>
          </a:p>
          <a:p>
            <a:pPr>
              <a:buNone/>
            </a:pPr>
            <a:r>
              <a:rPr lang="en-US" sz="4400" dirty="0" err="1"/>
              <a:t>Natushaba</a:t>
            </a:r>
            <a:r>
              <a:rPr lang="en-US" sz="4400" dirty="0"/>
              <a:t> </a:t>
            </a:r>
            <a:r>
              <a:rPr lang="en-US" sz="4400" dirty="0" err="1"/>
              <a:t>kandi</a:t>
            </a:r>
            <a:r>
              <a:rPr lang="en-US" sz="4400" dirty="0"/>
              <a:t> </a:t>
            </a:r>
            <a:r>
              <a:rPr lang="en-US" sz="4400" dirty="0" err="1"/>
              <a:t>twije</a:t>
            </a:r>
            <a:r>
              <a:rPr lang="en-US" sz="4400" dirty="0"/>
              <a:t> </a:t>
            </a:r>
            <a:r>
              <a:rPr lang="en-US" sz="4400" dirty="0" err="1"/>
              <a:t>twena</a:t>
            </a:r>
            <a:r>
              <a:rPr lang="en-US" sz="4400" dirty="0"/>
              <a:t> </a:t>
            </a:r>
            <a:r>
              <a:rPr lang="en-US" sz="4400" dirty="0" err="1"/>
              <a:t>njuni</a:t>
            </a:r>
            <a:endParaRPr lang="en-US" sz="4400" dirty="0"/>
          </a:p>
          <a:p>
            <a:pPr>
              <a:buNone/>
            </a:pPr>
            <a:r>
              <a:rPr lang="en-US" sz="4400" dirty="0" err="1"/>
              <a:t>Omumagara</a:t>
            </a:r>
            <a:r>
              <a:rPr lang="en-US" sz="4400" dirty="0"/>
              <a:t> </a:t>
            </a:r>
            <a:r>
              <a:rPr lang="en-US" sz="4400" dirty="0" err="1"/>
              <a:t>ntambi</a:t>
            </a:r>
            <a:r>
              <a:rPr lang="en-US" sz="4400" dirty="0"/>
              <a:t> </a:t>
            </a:r>
            <a:r>
              <a:rPr lang="en-US" sz="4400" dirty="0" err="1"/>
              <a:t>rero</a:t>
            </a:r>
            <a:r>
              <a:rPr lang="en-US" sz="4400" dirty="0"/>
              <a:t> </a:t>
            </a:r>
            <a:r>
              <a:rPr lang="en-US" sz="4400" dirty="0" err="1"/>
              <a:t>atwijuze</a:t>
            </a:r>
            <a:r>
              <a:rPr lang="en-US" sz="4400" dirty="0"/>
              <a:t> </a:t>
            </a:r>
            <a:r>
              <a:rPr lang="en-US" sz="4400" dirty="0" err="1"/>
              <a:t>gye</a:t>
            </a:r>
            <a:endParaRPr lang="en-US" sz="4400" dirty="0"/>
          </a:p>
          <a:p>
            <a:pPr>
              <a:buNone/>
            </a:pPr>
            <a:r>
              <a:rPr lang="en-US" sz="4400" dirty="0" err="1"/>
              <a:t>Nomuzeire</a:t>
            </a:r>
            <a:r>
              <a:rPr lang="en-US" sz="4400" dirty="0"/>
              <a:t> </a:t>
            </a:r>
            <a:r>
              <a:rPr lang="en-US" sz="4400" dirty="0" err="1"/>
              <a:t>natwakira</a:t>
            </a:r>
            <a:r>
              <a:rPr lang="en-US" sz="4400" dirty="0"/>
              <a:t> </a:t>
            </a:r>
            <a:r>
              <a:rPr lang="en-US" sz="4400" dirty="0" err="1">
                <a:hlinkClick r:id="rId2" action="ppaction://hlinksldjump"/>
              </a:rPr>
              <a:t>twena</a:t>
            </a:r>
            <a:endParaRPr lang="en-US" sz="44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buNone/>
            </a:pPr>
            <a:r>
              <a:rPr lang="en-US" sz="4800" dirty="0" err="1"/>
              <a:t>Ebirungi</a:t>
            </a:r>
            <a:r>
              <a:rPr lang="en-US" sz="4800" dirty="0"/>
              <a:t> </a:t>
            </a:r>
            <a:r>
              <a:rPr lang="en-US" sz="4800" dirty="0" err="1"/>
              <a:t>Yezu</a:t>
            </a:r>
            <a:r>
              <a:rPr lang="en-US" sz="4800" dirty="0"/>
              <a:t> </a:t>
            </a:r>
            <a:r>
              <a:rPr lang="en-US" sz="4800" dirty="0" err="1"/>
              <a:t>naija</a:t>
            </a:r>
            <a:r>
              <a:rPr lang="en-US" sz="4800" dirty="0"/>
              <a:t> </a:t>
            </a:r>
            <a:r>
              <a:rPr lang="en-US" sz="4800" dirty="0" err="1"/>
              <a:t>kwegabira</a:t>
            </a:r>
            <a:endParaRPr lang="en-US" sz="4800" dirty="0"/>
          </a:p>
          <a:p>
            <a:pPr>
              <a:buNone/>
            </a:pPr>
            <a:r>
              <a:rPr lang="en-US" sz="4800" dirty="0" err="1"/>
              <a:t>Entaama</a:t>
            </a:r>
            <a:r>
              <a:rPr lang="en-US" sz="4800" dirty="0"/>
              <a:t> </a:t>
            </a:r>
            <a:r>
              <a:rPr lang="en-US" sz="4800" dirty="0" err="1"/>
              <a:t>ze</a:t>
            </a:r>
            <a:r>
              <a:rPr lang="en-US" sz="4800" dirty="0"/>
              <a:t> </a:t>
            </a:r>
            <a:r>
              <a:rPr lang="en-US" sz="4800" dirty="0" err="1"/>
              <a:t>zoona</a:t>
            </a:r>
            <a:r>
              <a:rPr lang="en-US" sz="4800" dirty="0"/>
              <a:t> </a:t>
            </a:r>
            <a:r>
              <a:rPr lang="en-US" sz="4800" dirty="0" err="1"/>
              <a:t>naija</a:t>
            </a:r>
            <a:r>
              <a:rPr lang="en-US" sz="4800" dirty="0"/>
              <a:t> </a:t>
            </a:r>
            <a:r>
              <a:rPr lang="en-US" sz="4800" dirty="0" err="1"/>
              <a:t>kwihabura</a:t>
            </a:r>
            <a:endParaRPr lang="en-US" sz="4800" dirty="0"/>
          </a:p>
          <a:p>
            <a:pPr>
              <a:buNone/>
            </a:pPr>
            <a:r>
              <a:rPr lang="en-US" sz="4800" dirty="0" err="1"/>
              <a:t>Ezihabisa</a:t>
            </a:r>
            <a:r>
              <a:rPr lang="en-US" sz="4800" dirty="0"/>
              <a:t> </a:t>
            </a:r>
            <a:r>
              <a:rPr lang="en-US" sz="4800" dirty="0" err="1"/>
              <a:t>ezindi</a:t>
            </a:r>
            <a:r>
              <a:rPr lang="en-US" sz="4800" dirty="0"/>
              <a:t> </a:t>
            </a:r>
            <a:r>
              <a:rPr lang="en-US" sz="4800" dirty="0" err="1"/>
              <a:t>rero</a:t>
            </a:r>
            <a:r>
              <a:rPr lang="en-US" sz="4800" dirty="0"/>
              <a:t> </a:t>
            </a:r>
            <a:r>
              <a:rPr lang="en-US" sz="4800" dirty="0" err="1"/>
              <a:t>kwisasira</a:t>
            </a:r>
            <a:endParaRPr lang="en-US" sz="4800" dirty="0"/>
          </a:p>
          <a:p>
            <a:pPr>
              <a:buNone/>
            </a:pPr>
            <a:r>
              <a:rPr lang="en-US" sz="4800" dirty="0" err="1"/>
              <a:t>Nomuzeire</a:t>
            </a:r>
            <a:r>
              <a:rPr lang="en-US" sz="4800" dirty="0"/>
              <a:t> </a:t>
            </a:r>
            <a:r>
              <a:rPr lang="en-US" sz="4800" dirty="0" err="1"/>
              <a:t>natwkira</a:t>
            </a:r>
            <a:r>
              <a:rPr lang="en-US" sz="4800" dirty="0"/>
              <a:t> </a:t>
            </a:r>
            <a:r>
              <a:rPr lang="en-US" sz="4800" dirty="0" err="1">
                <a:hlinkClick r:id="rId2" action="ppaction://hlinksldjump"/>
              </a:rPr>
              <a:t>twena</a:t>
            </a:r>
            <a:endParaRPr lang="en-US" sz="48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None/>
            </a:pPr>
            <a:r>
              <a:rPr lang="en-US" sz="4400" dirty="0" err="1"/>
              <a:t>Ohabisa</a:t>
            </a:r>
            <a:r>
              <a:rPr lang="en-US" sz="4400" dirty="0"/>
              <a:t> </a:t>
            </a:r>
            <a:r>
              <a:rPr lang="en-US" sz="4400" dirty="0" err="1"/>
              <a:t>abensi</a:t>
            </a:r>
            <a:r>
              <a:rPr lang="en-US" sz="4400" dirty="0"/>
              <a:t> </a:t>
            </a:r>
            <a:r>
              <a:rPr lang="en-US" sz="4400" dirty="0" err="1"/>
              <a:t>manya</a:t>
            </a:r>
            <a:r>
              <a:rPr lang="en-US" sz="4400" dirty="0"/>
              <a:t> </a:t>
            </a:r>
            <a:r>
              <a:rPr lang="en-US" sz="4400" dirty="0" err="1"/>
              <a:t>yagwerwa</a:t>
            </a:r>
            <a:endParaRPr lang="en-US" sz="4400" dirty="0"/>
          </a:p>
          <a:p>
            <a:pPr>
              <a:buNone/>
            </a:pPr>
            <a:r>
              <a:rPr lang="en-US" sz="4400" dirty="0" err="1"/>
              <a:t>Emitego</a:t>
            </a:r>
            <a:r>
              <a:rPr lang="en-US" sz="4400" dirty="0"/>
              <a:t> ye </a:t>
            </a:r>
            <a:r>
              <a:rPr lang="en-US" sz="4400" dirty="0" err="1"/>
              <a:t>yoona</a:t>
            </a:r>
            <a:r>
              <a:rPr lang="en-US" sz="4400" dirty="0"/>
              <a:t> </a:t>
            </a:r>
            <a:r>
              <a:rPr lang="en-US" sz="4400" dirty="0" err="1"/>
              <a:t>weza</a:t>
            </a:r>
            <a:r>
              <a:rPr lang="en-US" sz="4400" dirty="0"/>
              <a:t> </a:t>
            </a:r>
            <a:r>
              <a:rPr lang="en-US" sz="4400" dirty="0" err="1"/>
              <a:t>yarererwa</a:t>
            </a:r>
            <a:endParaRPr lang="en-US" sz="4400" dirty="0"/>
          </a:p>
          <a:p>
            <a:pPr>
              <a:buNone/>
            </a:pPr>
            <a:r>
              <a:rPr lang="en-US" sz="4400" dirty="0" err="1"/>
              <a:t>Abahabire</a:t>
            </a:r>
            <a:r>
              <a:rPr lang="en-US" sz="4400" dirty="0"/>
              <a:t> </a:t>
            </a:r>
            <a:r>
              <a:rPr lang="en-US" sz="4400" dirty="0" err="1"/>
              <a:t>obwira</a:t>
            </a:r>
            <a:r>
              <a:rPr lang="en-US" sz="4400" dirty="0"/>
              <a:t> </a:t>
            </a:r>
            <a:r>
              <a:rPr lang="en-US" sz="4400" dirty="0" err="1"/>
              <a:t>hati</a:t>
            </a:r>
            <a:r>
              <a:rPr lang="en-US" sz="4400" dirty="0"/>
              <a:t> </a:t>
            </a:r>
            <a:r>
              <a:rPr lang="en-US" sz="4400" dirty="0" err="1"/>
              <a:t>twhaburwa</a:t>
            </a:r>
            <a:endParaRPr lang="en-US" sz="4400" dirty="0"/>
          </a:p>
          <a:p>
            <a:pPr>
              <a:buNone/>
            </a:pPr>
            <a:r>
              <a:rPr lang="en-US" sz="4400" dirty="0" err="1"/>
              <a:t>Nomuzeire</a:t>
            </a:r>
            <a:r>
              <a:rPr lang="en-US" sz="4400" dirty="0"/>
              <a:t> </a:t>
            </a:r>
            <a:r>
              <a:rPr lang="en-US" sz="4400" dirty="0" err="1"/>
              <a:t>natwakira</a:t>
            </a:r>
            <a:r>
              <a:rPr lang="en-US" sz="4400" dirty="0"/>
              <a:t> </a:t>
            </a:r>
            <a:r>
              <a:rPr lang="en-US" sz="4400" dirty="0" err="1">
                <a:hlinkClick r:id="rId2" action="ppaction://hlinksldjump"/>
              </a:rPr>
              <a:t>twena</a:t>
            </a:r>
            <a:endParaRPr lang="en-US" sz="44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10</TotalTime>
  <Words>81</Words>
  <Application>Microsoft Office PowerPoint</Application>
  <PresentationFormat>On-screen Show (4:3)</PresentationFormat>
  <Paragraphs>25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Trebuchet MS</vt:lpstr>
      <vt:lpstr>Wingdings 3</vt:lpstr>
      <vt:lpstr>Facet</vt:lpstr>
      <vt:lpstr>1</vt:lpstr>
      <vt:lpstr>CHRS</vt:lpstr>
      <vt:lpstr>2</vt:lpstr>
      <vt:lpstr>3</vt:lpstr>
      <vt:lpstr>4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CHRS</dc:title>
  <dc:creator>OWAMAANI Claret</dc:creator>
  <cp:lastModifiedBy>HP</cp:lastModifiedBy>
  <cp:revision>10</cp:revision>
  <dcterms:created xsi:type="dcterms:W3CDTF">2006-08-16T00:00:00Z</dcterms:created>
  <dcterms:modified xsi:type="dcterms:W3CDTF">2024-02-27T17:33:45Z</dcterms:modified>
</cp:coreProperties>
</file>