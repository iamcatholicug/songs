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/>
              <a:t>yarugayo</a:t>
            </a:r>
            <a:r>
              <a:rPr lang="en-US" sz="4000" dirty="0"/>
              <a:t> </a:t>
            </a:r>
            <a:r>
              <a:rPr lang="en-US" sz="4000" dirty="0" err="1"/>
              <a:t>yezu</a:t>
            </a:r>
            <a:r>
              <a:rPr lang="en-US" sz="4000" dirty="0"/>
              <a:t>               </a:t>
            </a:r>
            <a:r>
              <a:rPr lang="en-US" sz="4000" dirty="0" err="1"/>
              <a:t>buzima</a:t>
            </a:r>
            <a:endParaRPr lang="en-US" sz="4000" dirty="0"/>
          </a:p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/>
              <a:t>yarugayo</a:t>
            </a:r>
            <a:r>
              <a:rPr lang="en-US" sz="4000" dirty="0"/>
              <a:t> </a:t>
            </a:r>
            <a:r>
              <a:rPr lang="en-US" sz="4000" dirty="0" err="1"/>
              <a:t>weena</a:t>
            </a:r>
            <a:r>
              <a:rPr lang="en-US" sz="4000" dirty="0"/>
              <a:t>                 ,,</a:t>
            </a:r>
          </a:p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>
                <a:hlinkClick r:id="rId2" action="ppaction://hlinksldjump"/>
              </a:rPr>
              <a:t>yaija</a:t>
            </a:r>
            <a:r>
              <a:rPr lang="en-US" sz="4000" dirty="0"/>
              <a:t> </a:t>
            </a:r>
            <a:r>
              <a:rPr lang="en-US" sz="4000" dirty="0" err="1">
                <a:hlinkClick r:id="rId3" action="ppaction://hlinksldjump"/>
              </a:rPr>
              <a:t>ain’amaani</a:t>
            </a:r>
            <a:r>
              <a:rPr lang="en-US" sz="4000" dirty="0"/>
              <a:t>                 ,,</a:t>
            </a:r>
          </a:p>
          <a:p>
            <a:pPr>
              <a:buNone/>
            </a:pPr>
            <a:r>
              <a:rPr lang="en-US" sz="4000" dirty="0" err="1">
                <a:hlinkClick r:id="rId4" action="ppaction://hlinksldjump"/>
              </a:rPr>
              <a:t>Azookire</a:t>
            </a:r>
            <a:r>
              <a:rPr lang="en-US" sz="4000" dirty="0"/>
              <a:t> </a:t>
            </a:r>
            <a:r>
              <a:rPr lang="en-US" sz="4000" dirty="0" err="1">
                <a:hlinkClick r:id="rId5" action="ppaction://hlinksldjump"/>
              </a:rPr>
              <a:t>mwije</a:t>
            </a:r>
            <a:r>
              <a:rPr lang="en-US" sz="4000" dirty="0"/>
              <a:t> </a:t>
            </a:r>
            <a:r>
              <a:rPr lang="en-US" sz="4000" dirty="0" err="1">
                <a:hlinkClick r:id="rId6" action="ppaction://hlinksldjump"/>
              </a:rPr>
              <a:t>tumuhaise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Omuhangi</a:t>
            </a:r>
            <a:r>
              <a:rPr lang="en-US" sz="4800" dirty="0"/>
              <a:t> </a:t>
            </a:r>
            <a:r>
              <a:rPr lang="en-US" sz="4800" dirty="0" err="1"/>
              <a:t>akaha</a:t>
            </a:r>
            <a:r>
              <a:rPr lang="en-US" sz="4800" dirty="0"/>
              <a:t> </a:t>
            </a:r>
            <a:r>
              <a:rPr lang="en-US" sz="4800" dirty="0" err="1"/>
              <a:t>abantu</a:t>
            </a:r>
            <a:r>
              <a:rPr lang="en-US" sz="4800" dirty="0"/>
              <a:t> </a:t>
            </a:r>
            <a:r>
              <a:rPr lang="en-US" sz="4800" dirty="0" err="1"/>
              <a:t>boona</a:t>
            </a:r>
            <a:r>
              <a:rPr lang="en-US" sz="4800" dirty="0"/>
              <a:t> </a:t>
            </a:r>
            <a:r>
              <a:rPr lang="en-US" sz="4800" dirty="0" err="1"/>
              <a:t>ensi</a:t>
            </a:r>
            <a:r>
              <a:rPr lang="en-US" sz="4800" dirty="0"/>
              <a:t> </a:t>
            </a:r>
            <a:r>
              <a:rPr lang="en-US" sz="4800" dirty="0" err="1"/>
              <a:t>nungi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Nyarubura</a:t>
            </a:r>
            <a:r>
              <a:rPr lang="en-US" sz="4800" dirty="0"/>
              <a:t> </a:t>
            </a:r>
            <a:r>
              <a:rPr lang="en-US" sz="4800" dirty="0" err="1"/>
              <a:t>haija</a:t>
            </a:r>
            <a:r>
              <a:rPr lang="en-US" sz="4800" dirty="0"/>
              <a:t> </a:t>
            </a:r>
            <a:r>
              <a:rPr lang="en-US" sz="4800" dirty="0" err="1"/>
              <a:t>yagishiisha</a:t>
            </a:r>
            <a:r>
              <a:rPr lang="en-US" sz="4800" dirty="0"/>
              <a:t> </a:t>
            </a:r>
          </a:p>
          <a:p>
            <a:pPr>
              <a:buNone/>
            </a:pPr>
            <a:r>
              <a:rPr lang="en-US" sz="4800" dirty="0" err="1"/>
              <a:t>Omutasiingwa</a:t>
            </a:r>
            <a:r>
              <a:rPr lang="en-US" sz="4800" dirty="0"/>
              <a:t> </a:t>
            </a:r>
            <a:r>
              <a:rPr lang="en-US" sz="4800" dirty="0" err="1"/>
              <a:t>yaija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yagifeera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/>
              <a:t>Omuhangi</a:t>
            </a:r>
            <a:r>
              <a:rPr lang="en-US" sz="4800" dirty="0"/>
              <a:t> </a:t>
            </a:r>
            <a:r>
              <a:rPr lang="en-US" sz="4800" dirty="0" err="1"/>
              <a:t>akaija</a:t>
            </a:r>
            <a:r>
              <a:rPr lang="en-US" sz="4800" dirty="0"/>
              <a:t> </a:t>
            </a:r>
            <a:r>
              <a:rPr lang="en-US" sz="4800" dirty="0" err="1"/>
              <a:t>omunsi</a:t>
            </a:r>
            <a:r>
              <a:rPr lang="en-US" sz="4800" dirty="0"/>
              <a:t> </a:t>
            </a:r>
            <a:r>
              <a:rPr lang="en-US" sz="4800" dirty="0" err="1"/>
              <a:t>yaitu</a:t>
            </a:r>
            <a:r>
              <a:rPr lang="en-US" sz="4800" dirty="0"/>
              <a:t> </a:t>
            </a:r>
            <a:r>
              <a:rPr lang="en-US" sz="4800" dirty="0" err="1"/>
              <a:t>eboneire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Obunaku</a:t>
            </a:r>
            <a:r>
              <a:rPr lang="en-US" sz="4800" dirty="0"/>
              <a:t> </a:t>
            </a:r>
            <a:r>
              <a:rPr lang="en-US" sz="4800" dirty="0" err="1"/>
              <a:t>bwahika</a:t>
            </a:r>
            <a:r>
              <a:rPr lang="en-US" sz="4800" dirty="0"/>
              <a:t> </a:t>
            </a:r>
            <a:r>
              <a:rPr lang="en-US" sz="4800" dirty="0" err="1"/>
              <a:t>yayekundira</a:t>
            </a:r>
            <a:r>
              <a:rPr lang="en-US" sz="4800" dirty="0"/>
              <a:t> </a:t>
            </a:r>
          </a:p>
          <a:p>
            <a:pPr>
              <a:buNone/>
            </a:pPr>
            <a:r>
              <a:rPr lang="en-US" sz="4800" dirty="0" err="1"/>
              <a:t>Okutujuna</a:t>
            </a:r>
            <a:r>
              <a:rPr lang="en-US" sz="4800" dirty="0"/>
              <a:t> </a:t>
            </a:r>
            <a:r>
              <a:rPr lang="en-US" sz="4800" dirty="0" err="1"/>
              <a:t>tweena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yatufeera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/>
              <a:t>Baayamuza</a:t>
            </a:r>
            <a:r>
              <a:rPr lang="en-US" sz="5400" dirty="0"/>
              <a:t> </a:t>
            </a:r>
            <a:r>
              <a:rPr lang="en-US" sz="5400" dirty="0" err="1"/>
              <a:t>neryo</a:t>
            </a:r>
            <a:r>
              <a:rPr lang="en-US" sz="5400" dirty="0"/>
              <a:t> </a:t>
            </a:r>
            <a:r>
              <a:rPr lang="en-US" sz="5400" dirty="0" err="1"/>
              <a:t>iraka</a:t>
            </a:r>
            <a:r>
              <a:rPr lang="en-US" sz="5400" dirty="0"/>
              <a:t> </a:t>
            </a:r>
            <a:r>
              <a:rPr lang="en-US" sz="5400" dirty="0" err="1"/>
              <a:t>ryaabo</a:t>
            </a:r>
            <a:r>
              <a:rPr lang="en-US" sz="5400" dirty="0"/>
              <a:t> ,</a:t>
            </a:r>
            <a:r>
              <a:rPr lang="en-US" sz="5400" dirty="0" err="1"/>
              <a:t>bamubamba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Gwahwamu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/>
              <a:t>bamuziika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Omutatiina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err="1"/>
              <a:t>Akansaanyura</a:t>
            </a:r>
            <a:r>
              <a:rPr lang="en-US" sz="5400" dirty="0"/>
              <a:t> </a:t>
            </a:r>
            <a:r>
              <a:rPr lang="en-US" sz="5400" dirty="0" err="1"/>
              <a:t>abo</a:t>
            </a:r>
            <a:r>
              <a:rPr lang="en-US" sz="5400" dirty="0"/>
              <a:t> </a:t>
            </a:r>
            <a:r>
              <a:rPr lang="en-US" sz="5400" dirty="0" err="1"/>
              <a:t>baayudaya</a:t>
            </a:r>
            <a:r>
              <a:rPr lang="en-US" sz="5400" dirty="0"/>
              <a:t>  </a:t>
            </a:r>
            <a:r>
              <a:rPr lang="en-US" sz="5400" dirty="0" err="1"/>
              <a:t>bamureebya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Nfura</a:t>
            </a:r>
            <a:r>
              <a:rPr lang="en-US" sz="5400" dirty="0"/>
              <a:t> </a:t>
            </a:r>
            <a:r>
              <a:rPr lang="en-US" sz="5400" dirty="0" err="1"/>
              <a:t>nkye</a:t>
            </a:r>
            <a:r>
              <a:rPr lang="en-US" sz="5400" dirty="0"/>
              <a:t> </a:t>
            </a:r>
            <a:r>
              <a:rPr lang="en-US" sz="5400" dirty="0" err="1"/>
              <a:t>yeimwe</a:t>
            </a:r>
            <a:r>
              <a:rPr lang="en-US" sz="5400" dirty="0"/>
              <a:t> </a:t>
            </a:r>
            <a:r>
              <a:rPr lang="en-US" sz="5400" dirty="0" err="1"/>
              <a:t>zaamwehakana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Omuchunguzi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/>
              <a:t>Nyamuhanga</a:t>
            </a:r>
            <a:r>
              <a:rPr lang="en-US" sz="4800" dirty="0"/>
              <a:t> </a:t>
            </a:r>
            <a:r>
              <a:rPr lang="en-US" sz="4800" dirty="0" err="1"/>
              <a:t>okunda</a:t>
            </a:r>
            <a:r>
              <a:rPr lang="en-US" sz="4800" dirty="0"/>
              <a:t> </a:t>
            </a:r>
            <a:r>
              <a:rPr lang="en-US" sz="4800" dirty="0" err="1"/>
              <a:t>abantu</a:t>
            </a:r>
            <a:r>
              <a:rPr lang="en-US" sz="4800" dirty="0"/>
              <a:t> </a:t>
            </a:r>
            <a:r>
              <a:rPr lang="en-US" sz="4800" dirty="0" err="1"/>
              <a:t>yaija</a:t>
            </a:r>
            <a:r>
              <a:rPr lang="en-US" sz="4800" dirty="0"/>
              <a:t> </a:t>
            </a:r>
            <a:r>
              <a:rPr lang="en-US" sz="4800" dirty="0" err="1"/>
              <a:t>kubaazoor</a:t>
            </a:r>
            <a:r>
              <a:rPr lang="en-US" sz="4800" dirty="0"/>
              <a:t> </a:t>
            </a:r>
            <a:r>
              <a:rPr lang="en-US" sz="4800" dirty="0" err="1"/>
              <a:t>twimukye</a:t>
            </a:r>
            <a:r>
              <a:rPr lang="en-US" sz="4800" dirty="0"/>
              <a:t>  </a:t>
            </a:r>
            <a:r>
              <a:rPr lang="en-US" sz="4800" dirty="0" err="1"/>
              <a:t>baambe</a:t>
            </a:r>
            <a:r>
              <a:rPr lang="en-US" sz="4800" dirty="0"/>
              <a:t> </a:t>
            </a:r>
            <a:r>
              <a:rPr lang="en-US" sz="4800" dirty="0" err="1"/>
              <a:t>obarokoirwe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Nyakweezoora</a:t>
            </a:r>
            <a:r>
              <a:rPr lang="en-US" sz="4800" dirty="0"/>
              <a:t> </a:t>
            </a:r>
            <a:r>
              <a:rPr lang="en-US" sz="4800" dirty="0" err="1"/>
              <a:t>yezu</a:t>
            </a:r>
            <a:r>
              <a:rPr lang="en-US" sz="4800" dirty="0"/>
              <a:t> </a:t>
            </a:r>
            <a:r>
              <a:rPr lang="en-US" sz="4800" dirty="0" err="1"/>
              <a:t>ngugwo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yaija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Chrs 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 </dc:title>
  <dc:creator>OWAMAANI Claret</dc:creator>
  <cp:lastModifiedBy>HP</cp:lastModifiedBy>
  <cp:revision>16</cp:revision>
  <dcterms:created xsi:type="dcterms:W3CDTF">2006-08-16T00:00:00Z</dcterms:created>
  <dcterms:modified xsi:type="dcterms:W3CDTF">2024-04-02T18:48:07Z</dcterms:modified>
</cp:coreProperties>
</file>