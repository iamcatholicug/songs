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3" r:id="rId4"/>
    <p:sldId id="259" r:id="rId5"/>
    <p:sldId id="264" r:id="rId6"/>
    <p:sldId id="260" r:id="rId7"/>
    <p:sldId id="265" r:id="rId8"/>
    <p:sldId id="261" r:id="rId9"/>
    <p:sldId id="266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3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7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65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1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61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5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54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5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37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06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91FEA-7F6B-442F-AE70-CF200C58CFD2}" type="datetimeFigureOut">
              <a:rPr lang="en-US" smtClean="0"/>
              <a:t>4/6/2023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32644-95A7-4FC0-B764-4ABDD8624B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38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TUMUGAMBE YEZU MWANA</a:t>
            </a:r>
            <a:b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Tumugambe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mwana</a:t>
            </a:r>
            <a:r>
              <a:rPr lang="en-US" dirty="0" smtClean="0">
                <a:latin typeface="Arial Black" panose="020B0A04020102020204" pitchFamily="34" charset="0"/>
              </a:rPr>
              <a:t> Nyamuhanga </a:t>
            </a:r>
            <a:r>
              <a:rPr lang="en-US" dirty="0" err="1" smtClean="0">
                <a:latin typeface="Arial Black" panose="020B0A04020102020204" pitchFamily="34" charset="0"/>
              </a:rPr>
              <a:t>waitu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Kandi </a:t>
            </a:r>
            <a:r>
              <a:rPr lang="en-US" dirty="0" err="1" smtClean="0">
                <a:latin typeface="Arial Black" panose="020B0A04020102020204" pitchFamily="34" charset="0"/>
              </a:rPr>
              <a:t>nyamujumuransi</a:t>
            </a:r>
            <a:r>
              <a:rPr lang="en-US" dirty="0" smtClean="0">
                <a:latin typeface="Arial Black" panose="020B0A04020102020204" pitchFamily="34" charset="0"/>
              </a:rPr>
              <a:t> yoona </a:t>
            </a:r>
            <a:r>
              <a:rPr lang="en-US" dirty="0" err="1" smtClean="0">
                <a:latin typeface="Arial Black" panose="020B0A04020102020204" pitchFamily="34" charset="0"/>
              </a:rPr>
              <a:t>agibukaaza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Tumurangye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Nyamuhanga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Waabo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Abakunda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kwija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mayangi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342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1. Yezu </a:t>
            </a:r>
            <a:r>
              <a:rPr lang="en-US" dirty="0" err="1" smtClean="0">
                <a:latin typeface="Arial Black" panose="020B0A04020102020204" pitchFamily="34" charset="0"/>
              </a:rPr>
              <a:t>atakabaire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kuza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omwiguru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Entumwa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ze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ziri’aho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akazigambira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>
                <a:latin typeface="Arial Black" panose="020B0A04020102020204" pitchFamily="34" charset="0"/>
              </a:rPr>
              <a:t>E</a:t>
            </a:r>
            <a:r>
              <a:rPr lang="en-US" dirty="0" err="1" smtClean="0">
                <a:latin typeface="Arial Black" panose="020B0A04020102020204" pitchFamily="34" charset="0"/>
              </a:rPr>
              <a:t>bigamba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byomuhendo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kubigambira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Omugati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negyo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viini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kumuhinduka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286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Tumugambe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mwana</a:t>
            </a:r>
            <a:r>
              <a:rPr lang="en-US" dirty="0" smtClean="0">
                <a:latin typeface="Arial Black" panose="020B0A04020102020204" pitchFamily="34" charset="0"/>
              </a:rPr>
              <a:t> Nyamuhanga </a:t>
            </a:r>
            <a:r>
              <a:rPr lang="en-US" dirty="0" err="1" smtClean="0">
                <a:latin typeface="Arial Black" panose="020B0A04020102020204" pitchFamily="34" charset="0"/>
              </a:rPr>
              <a:t>waitu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Kandi </a:t>
            </a:r>
            <a:r>
              <a:rPr lang="en-US" dirty="0" err="1" smtClean="0">
                <a:latin typeface="Arial Black" panose="020B0A04020102020204" pitchFamily="34" charset="0"/>
              </a:rPr>
              <a:t>nyamujumuransi</a:t>
            </a:r>
            <a:r>
              <a:rPr lang="en-US" dirty="0" smtClean="0">
                <a:latin typeface="Arial Black" panose="020B0A04020102020204" pitchFamily="34" charset="0"/>
              </a:rPr>
              <a:t> yoona </a:t>
            </a:r>
            <a:r>
              <a:rPr lang="en-US" dirty="0" err="1" smtClean="0">
                <a:latin typeface="Arial Black" panose="020B0A04020102020204" pitchFamily="34" charset="0"/>
              </a:rPr>
              <a:t>agibukaaza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Tumurangye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Nyamuhanga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Waaba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Abakunda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kwija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mayangi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17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2. </a:t>
            </a:r>
            <a:r>
              <a:rPr lang="en-US" dirty="0" err="1" smtClean="0">
                <a:latin typeface="Arial Black" panose="020B0A04020102020204" pitchFamily="34" charset="0"/>
              </a:rPr>
              <a:t>Twizire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okumweha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tumweheereze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Mukama </a:t>
            </a:r>
            <a:r>
              <a:rPr lang="en-US" dirty="0" err="1" smtClean="0">
                <a:latin typeface="Arial Black" panose="020B0A04020102020204" pitchFamily="34" charset="0"/>
              </a:rPr>
              <a:t>waitu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otubangira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tweena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tuze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omuiguru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Nituraba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omuri</a:t>
            </a:r>
            <a:r>
              <a:rPr lang="en-US" dirty="0" smtClean="0">
                <a:latin typeface="Arial Black" panose="020B0A04020102020204" pitchFamily="34" charset="0"/>
              </a:rPr>
              <a:t> abo </a:t>
            </a:r>
            <a:r>
              <a:rPr lang="en-US" dirty="0" err="1" smtClean="0">
                <a:latin typeface="Arial Black" panose="020B0A04020102020204" pitchFamily="34" charset="0"/>
              </a:rPr>
              <a:t>entumwa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nzima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84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Tumugambe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mwana</a:t>
            </a:r>
            <a:r>
              <a:rPr lang="en-US" dirty="0" smtClean="0">
                <a:latin typeface="Arial Black" panose="020B0A04020102020204" pitchFamily="34" charset="0"/>
              </a:rPr>
              <a:t> Nyamuhanga </a:t>
            </a:r>
            <a:r>
              <a:rPr lang="en-US" dirty="0" err="1" smtClean="0">
                <a:latin typeface="Arial Black" panose="020B0A04020102020204" pitchFamily="34" charset="0"/>
              </a:rPr>
              <a:t>waitu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Kandi </a:t>
            </a:r>
            <a:r>
              <a:rPr lang="en-US" dirty="0" err="1" smtClean="0">
                <a:latin typeface="Arial Black" panose="020B0A04020102020204" pitchFamily="34" charset="0"/>
              </a:rPr>
              <a:t>nyamujumuransi</a:t>
            </a:r>
            <a:r>
              <a:rPr lang="en-US" dirty="0" smtClean="0">
                <a:latin typeface="Arial Black" panose="020B0A04020102020204" pitchFamily="34" charset="0"/>
              </a:rPr>
              <a:t> yoona </a:t>
            </a:r>
            <a:r>
              <a:rPr lang="en-US" dirty="0" err="1" smtClean="0">
                <a:latin typeface="Arial Black" panose="020B0A04020102020204" pitchFamily="34" charset="0"/>
              </a:rPr>
              <a:t>agibukaaza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Tumurangye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Nyamuhanga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Waaba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Abakunda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kwija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mayangi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738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3. </a:t>
            </a:r>
            <a:r>
              <a:rPr lang="en-US" dirty="0" err="1" smtClean="0">
                <a:latin typeface="Arial Black" panose="020B0A04020102020204" pitchFamily="34" charset="0"/>
              </a:rPr>
              <a:t>Hwera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nababeezi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abaronzirwe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Iwe</a:t>
            </a:r>
            <a:r>
              <a:rPr lang="en-US" dirty="0" smtClean="0">
                <a:latin typeface="Arial Black" panose="020B0A04020102020204" pitchFamily="34" charset="0"/>
              </a:rPr>
              <a:t> Mukama Yezu </a:t>
            </a:r>
            <a:r>
              <a:rPr lang="en-US" dirty="0" err="1" smtClean="0">
                <a:latin typeface="Arial Black" panose="020B0A04020102020204" pitchFamily="34" charset="0"/>
              </a:rPr>
              <a:t>owomu’iguru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Ohumuze</a:t>
            </a:r>
            <a:r>
              <a:rPr lang="en-US" dirty="0" smtClean="0">
                <a:latin typeface="Arial Black" panose="020B0A04020102020204" pitchFamily="34" charset="0"/>
              </a:rPr>
              <a:t> abo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abasiingire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Baheereza</a:t>
            </a:r>
            <a:r>
              <a:rPr lang="en-US" dirty="0" err="1" smtClean="0">
                <a:latin typeface="Arial Black" panose="020B0A04020102020204" pitchFamily="34" charset="0"/>
              </a:rPr>
              <a:t>’</a:t>
            </a:r>
            <a:r>
              <a:rPr lang="en-US" dirty="0" err="1" smtClean="0">
                <a:latin typeface="Arial Black" panose="020B0A04020102020204" pitchFamily="34" charset="0"/>
              </a:rPr>
              <a:t>iwe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smtClean="0">
                <a:latin typeface="Arial Black" panose="020B0A04020102020204" pitchFamily="34" charset="0"/>
              </a:rPr>
              <a:t>Yezu </a:t>
            </a:r>
            <a:r>
              <a:rPr lang="en-US" dirty="0" err="1">
                <a:latin typeface="Arial Black" panose="020B0A04020102020204" pitchFamily="34" charset="0"/>
              </a:rPr>
              <a:t>o</a:t>
            </a:r>
            <a:r>
              <a:rPr lang="en-US" dirty="0" err="1" smtClean="0">
                <a:latin typeface="Arial Black" panose="020B0A04020102020204" pitchFamily="34" charset="0"/>
              </a:rPr>
              <a:t>basimiire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908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Tumugambe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mwana</a:t>
            </a:r>
            <a:r>
              <a:rPr lang="en-US" dirty="0" smtClean="0">
                <a:latin typeface="Arial Black" panose="020B0A04020102020204" pitchFamily="34" charset="0"/>
              </a:rPr>
              <a:t> Nyamuhanga </a:t>
            </a:r>
            <a:r>
              <a:rPr lang="en-US" dirty="0" err="1" smtClean="0">
                <a:latin typeface="Arial Black" panose="020B0A04020102020204" pitchFamily="34" charset="0"/>
              </a:rPr>
              <a:t>waitu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Kandi </a:t>
            </a:r>
            <a:r>
              <a:rPr lang="en-US" dirty="0" err="1" smtClean="0">
                <a:latin typeface="Arial Black" panose="020B0A04020102020204" pitchFamily="34" charset="0"/>
              </a:rPr>
              <a:t>nyamujumuransi</a:t>
            </a:r>
            <a:r>
              <a:rPr lang="en-US" dirty="0" smtClean="0">
                <a:latin typeface="Arial Black" panose="020B0A04020102020204" pitchFamily="34" charset="0"/>
              </a:rPr>
              <a:t> yoona </a:t>
            </a:r>
            <a:r>
              <a:rPr lang="en-US" dirty="0" err="1" smtClean="0">
                <a:latin typeface="Arial Black" panose="020B0A04020102020204" pitchFamily="34" charset="0"/>
              </a:rPr>
              <a:t>agibukaaza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Tumurangye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Nyamuhanga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Waaba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Abakunda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kwija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mayangi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580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4. Yezu </a:t>
            </a:r>
            <a:r>
              <a:rPr lang="en-US" dirty="0" err="1" smtClean="0">
                <a:latin typeface="Arial Black" panose="020B0A04020102020204" pitchFamily="34" charset="0"/>
              </a:rPr>
              <a:t>go’bahwere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bakwebembeze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Batooreze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iwe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bambe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>
                <a:latin typeface="Arial Black" panose="020B0A04020102020204" pitchFamily="34" charset="0"/>
              </a:rPr>
              <a:t>o</a:t>
            </a:r>
            <a:r>
              <a:rPr lang="en-US" dirty="0" err="1" smtClean="0">
                <a:latin typeface="Arial Black" panose="020B0A04020102020204" pitchFamily="34" charset="0"/>
              </a:rPr>
              <a:t>baronzire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Emyoga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yaabo</a:t>
            </a:r>
            <a:r>
              <a:rPr lang="en-US" dirty="0" smtClean="0">
                <a:latin typeface="Arial Black" panose="020B0A04020102020204" pitchFamily="34" charset="0"/>
              </a:rPr>
              <a:t> yoona </a:t>
            </a:r>
            <a:r>
              <a:rPr lang="en-US" dirty="0" err="1" smtClean="0">
                <a:latin typeface="Arial Black" panose="020B0A04020102020204" pitchFamily="34" charset="0"/>
              </a:rPr>
              <a:t>eshorongire</a:t>
            </a:r>
            <a:r>
              <a:rPr lang="en-US" dirty="0">
                <a:latin typeface="Arial Black" panose="020B0A04020102020204" pitchFamily="34" charset="0"/>
              </a:rPr>
              <a:t/>
            </a:r>
            <a:br>
              <a:rPr lang="en-US" dirty="0">
                <a:latin typeface="Arial Black" panose="020B0A04020102020204" pitchFamily="34" charset="0"/>
              </a:rPr>
            </a:br>
            <a:r>
              <a:rPr lang="en-US" smtClean="0">
                <a:latin typeface="Arial Black" panose="020B0A04020102020204" pitchFamily="34" charset="0"/>
              </a:rPr>
              <a:t>Oboneky</a:t>
            </a:r>
            <a:r>
              <a:rPr lang="en-US" smtClean="0">
                <a:latin typeface="Arial Black" panose="020B0A04020102020204" pitchFamily="34" charset="0"/>
              </a:rPr>
              <a:t>o’</a:t>
            </a:r>
            <a:r>
              <a:rPr lang="en-US" smtClean="0">
                <a:latin typeface="Arial Black" panose="020B0A04020102020204" pitchFamily="34" charset="0"/>
              </a:rPr>
              <a:t>muriitwe </a:t>
            </a:r>
            <a:r>
              <a:rPr lang="en-US" dirty="0" err="1" smtClean="0">
                <a:latin typeface="Arial Black" panose="020B0A04020102020204" pitchFamily="34" charset="0"/>
              </a:rPr>
              <a:t>bakurangire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28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rgbClr val="FF0000"/>
                </a:solidFill>
                <a:latin typeface="Arial Black" panose="020B0A04020102020204" pitchFamily="34" charset="0"/>
              </a:rPr>
              <a:t>Chrs</a:t>
            </a:r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/>
            </a:r>
            <a:b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Tumugambe</a:t>
            </a:r>
            <a:r>
              <a:rPr lang="en-US" dirty="0" smtClean="0">
                <a:latin typeface="Arial Black" panose="020B0A04020102020204" pitchFamily="34" charset="0"/>
              </a:rPr>
              <a:t> Yezu </a:t>
            </a:r>
            <a:r>
              <a:rPr lang="en-US" dirty="0" err="1" smtClean="0">
                <a:latin typeface="Arial Black" panose="020B0A04020102020204" pitchFamily="34" charset="0"/>
              </a:rPr>
              <a:t>mwana</a:t>
            </a:r>
            <a:r>
              <a:rPr lang="en-US" dirty="0" smtClean="0">
                <a:latin typeface="Arial Black" panose="020B0A04020102020204" pitchFamily="34" charset="0"/>
              </a:rPr>
              <a:t> Nyamuhanga </a:t>
            </a:r>
            <a:r>
              <a:rPr lang="en-US" dirty="0" err="1" smtClean="0">
                <a:latin typeface="Arial Black" panose="020B0A04020102020204" pitchFamily="34" charset="0"/>
              </a:rPr>
              <a:t>waitu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Kandi </a:t>
            </a:r>
            <a:r>
              <a:rPr lang="en-US" dirty="0" err="1" smtClean="0">
                <a:latin typeface="Arial Black" panose="020B0A04020102020204" pitchFamily="34" charset="0"/>
              </a:rPr>
              <a:t>nyamujumuransi</a:t>
            </a:r>
            <a:r>
              <a:rPr lang="en-US" dirty="0" smtClean="0">
                <a:latin typeface="Arial Black" panose="020B0A04020102020204" pitchFamily="34" charset="0"/>
              </a:rPr>
              <a:t> yoona </a:t>
            </a:r>
            <a:r>
              <a:rPr lang="en-US" dirty="0" err="1" smtClean="0">
                <a:latin typeface="Arial Black" panose="020B0A04020102020204" pitchFamily="34" charset="0"/>
              </a:rPr>
              <a:t>agibukaaza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Tumurangye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hoona</a:t>
            </a:r>
            <a:r>
              <a:rPr lang="en-US" dirty="0" smtClean="0">
                <a:latin typeface="Arial Black" panose="020B0A04020102020204" pitchFamily="34" charset="0"/>
              </a:rPr>
              <a:t> Nyamuhanga</a:t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Waaba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boona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Abakunda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kwija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mayangi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4029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ctr"/>
            <a:r>
              <a:rPr lang="en-US" dirty="0" smtClean="0">
                <a:latin typeface="Arial Black" panose="020B0A04020102020204" pitchFamily="34" charset="0"/>
              </a:rPr>
              <a:t>5. </a:t>
            </a:r>
            <a:r>
              <a:rPr lang="en-US" dirty="0" err="1" smtClean="0">
                <a:latin typeface="Arial Black" panose="020B0A04020102020204" pitchFamily="34" charset="0"/>
              </a:rPr>
              <a:t>Bahe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rukundo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entamwerera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I we </a:t>
            </a:r>
            <a:r>
              <a:rPr lang="en-US" dirty="0" err="1" smtClean="0">
                <a:latin typeface="Arial Black" panose="020B0A04020102020204" pitchFamily="34" charset="0"/>
              </a:rPr>
              <a:t>nabo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mutuwe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kuza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omuiguru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Kuramya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Taata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smtClean="0">
                <a:latin typeface="Arial Black" panose="020B0A04020102020204" pitchFamily="34" charset="0"/>
              </a:rPr>
              <a:t>Kandi </a:t>
            </a:r>
            <a:r>
              <a:rPr lang="en-US" dirty="0" err="1" smtClean="0">
                <a:latin typeface="Arial Black" panose="020B0A04020102020204" pitchFamily="34" charset="0"/>
              </a:rPr>
              <a:t>kumuhimbisa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magara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gaitu</a:t>
            </a:r>
            <a:r>
              <a:rPr lang="en-US" dirty="0" smtClean="0">
                <a:latin typeface="Arial Black" panose="020B0A04020102020204" pitchFamily="34" charset="0"/>
              </a:rPr>
              <a:t/>
            </a:r>
            <a:br>
              <a:rPr lang="en-US" dirty="0" smtClean="0">
                <a:latin typeface="Arial Black" panose="020B0A04020102020204" pitchFamily="34" charset="0"/>
              </a:rPr>
            </a:br>
            <a:r>
              <a:rPr lang="en-US" dirty="0" err="1" smtClean="0">
                <a:latin typeface="Arial Black" panose="020B0A04020102020204" pitchFamily="34" charset="0"/>
              </a:rPr>
              <a:t>Bambe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owomu</a:t>
            </a:r>
            <a:r>
              <a:rPr lang="en-US" dirty="0" smtClean="0">
                <a:latin typeface="Arial Black" panose="020B0A04020102020204" pitchFamily="34" charset="0"/>
              </a:rPr>
              <a:t> </a:t>
            </a:r>
            <a:r>
              <a:rPr lang="en-US" dirty="0" err="1" smtClean="0">
                <a:latin typeface="Arial Black" panose="020B0A04020102020204" pitchFamily="34" charset="0"/>
              </a:rPr>
              <a:t>Iguru</a:t>
            </a:r>
            <a:endParaRPr lang="en-US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27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</TotalTime>
  <Words>34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TUMUGAMBE YEZU MWANA Chrs Tumugambe Yezu mwana Nyamuhanga waitu Kandi nyamujumuransi yoona agibukaaza Tumurangye hoona hoona Nyamuhanga Waabo boona Abakunda kwija omu mayangi </vt:lpstr>
      <vt:lpstr>1. Yezu atakabaire kuza omwiguru Entumwa ze ziri’aho akazigambira Ebigamba byomuhendo kubigambira Omugati negyo viini kumuhinduka</vt:lpstr>
      <vt:lpstr>Chrs Tumugambe Yezu mwana Nyamuhanga waitu Kandi nyamujumuransi yoona agibukaaza Tumurangye hoona hoona Nyamuhanga Waaba boona Abakunda kwija omu mayangi </vt:lpstr>
      <vt:lpstr>2. Twizire okumweha tumweheereze Mukama waitu Yezu otubangira Akunda tweena hoona tuze omuiguru Nituraba omuri abo entumwa nzima</vt:lpstr>
      <vt:lpstr>Chrs Tumugambe Yezu mwana Nyamuhanga waitu Kandi nyamujumuransi yoona agibukaaza Tumurangye hoona hoona Nyamuhanga Waaba boona Abakunda kwija omu mayangi </vt:lpstr>
      <vt:lpstr>3. Hwera nababeezi abaronzirwe Iwe Mukama Yezu owomu’iguru Ohumuze abo boona abasiingire Baheereza’iwe Yezu obasimiire</vt:lpstr>
      <vt:lpstr>Chrs Tumugambe Yezu mwana Nyamuhanga waitu Kandi nyamujumuransi yoona agibukaaza Tumurangye hoona hoona Nyamuhanga Waaba boona Abakunda kwija omu mayangi </vt:lpstr>
      <vt:lpstr>4. Yezu go’bahwere bakwebembeze Batooreze iwe bambe obaronzire Emyoga yaabo yoona eshorongire Obonekyo’muriitwe bakurangire</vt:lpstr>
      <vt:lpstr>Chrs Tumugambe Yezu mwana Nyamuhanga waitu Kandi nyamujumuransi yoona agibukaaza Tumurangye hoona hoona Nyamuhanga Waaba boona Abakunda kwija omu mayangi </vt:lpstr>
      <vt:lpstr>5. Bahe ga rukundo entamwerera I we nabo mutuwe kuza omuiguru Kuramya Taata Kandi kumuhimbisa magara gaitu Bambe owomu Iguru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TUMUGAMBE YEZU MWANA  Tumugambe Yezu</dc:title>
  <dc:creator>Admin</dc:creator>
  <cp:lastModifiedBy>Admin</cp:lastModifiedBy>
  <cp:revision>10</cp:revision>
  <dcterms:created xsi:type="dcterms:W3CDTF">2023-04-01T13:37:58Z</dcterms:created>
  <dcterms:modified xsi:type="dcterms:W3CDTF">2023-04-05T21:15:09Z</dcterms:modified>
</cp:coreProperties>
</file>