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7" r:id="rId2"/>
    <p:sldId id="258" r:id="rId3"/>
    <p:sldId id="259" r:id="rId4"/>
    <p:sldId id="260" r:id="rId5"/>
    <p:sldId id="261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12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43015-8FDD-44C5-B22C-A4D225FBCAAF}" type="datetimeFigureOut">
              <a:rPr lang="en-US" smtClean="0"/>
              <a:t>4/26/2022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EF496-CE9B-4356-B66C-6008FA8E1B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03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43015-8FDD-44C5-B22C-A4D225FBCAAF}" type="datetimeFigureOut">
              <a:rPr lang="en-US" smtClean="0"/>
              <a:t>4/26/2022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EF496-CE9B-4356-B66C-6008FA8E1B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066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43015-8FDD-44C5-B22C-A4D225FBCAAF}" type="datetimeFigureOut">
              <a:rPr lang="en-US" smtClean="0"/>
              <a:t>4/26/2022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EF496-CE9B-4356-B66C-6008FA8E1B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760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43015-8FDD-44C5-B22C-A4D225FBCAAF}" type="datetimeFigureOut">
              <a:rPr lang="en-US" smtClean="0"/>
              <a:t>4/26/2022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EF496-CE9B-4356-B66C-6008FA8E1B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470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43015-8FDD-44C5-B22C-A4D225FBCAAF}" type="datetimeFigureOut">
              <a:rPr lang="en-US" smtClean="0"/>
              <a:t>4/26/2022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EF496-CE9B-4356-B66C-6008FA8E1B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19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43015-8FDD-44C5-B22C-A4D225FBCAAF}" type="datetimeFigureOut">
              <a:rPr lang="en-US" smtClean="0"/>
              <a:t>4/26/2022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EF496-CE9B-4356-B66C-6008FA8E1B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700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43015-8FDD-44C5-B22C-A4D225FBCAAF}" type="datetimeFigureOut">
              <a:rPr lang="en-US" smtClean="0"/>
              <a:t>4/26/2022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EF496-CE9B-4356-B66C-6008FA8E1B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130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43015-8FDD-44C5-B22C-A4D225FBCAAF}" type="datetimeFigureOut">
              <a:rPr lang="en-US" smtClean="0"/>
              <a:t>4/26/2022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EF496-CE9B-4356-B66C-6008FA8E1B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023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43015-8FDD-44C5-B22C-A4D225FBCAAF}" type="datetimeFigureOut">
              <a:rPr lang="en-US" smtClean="0"/>
              <a:t>4/26/2022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EF496-CE9B-4356-B66C-6008FA8E1B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508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43015-8FDD-44C5-B22C-A4D225FBCAAF}" type="datetimeFigureOut">
              <a:rPr lang="en-US" smtClean="0"/>
              <a:t>4/26/2022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EF496-CE9B-4356-B66C-6008FA8E1B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16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43015-8FDD-44C5-B22C-A4D225FBCAAF}" type="datetimeFigureOut">
              <a:rPr lang="en-US" smtClean="0"/>
              <a:t>4/26/2022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EF496-CE9B-4356-B66C-6008FA8E1B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471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443015-8FDD-44C5-B22C-A4D225FBCAAF}" type="datetimeFigureOut">
              <a:rPr lang="en-US" smtClean="0"/>
              <a:t>4/26/2022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5EF496-CE9B-4356-B66C-6008FA8E1B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86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solidFill>
            <a:schemeClr val="bg1"/>
          </a:solidFill>
        </p:spPr>
        <p:txBody>
          <a:bodyPr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3200" dirty="0" smtClean="0">
                <a:solidFill>
                  <a:srgbClr val="FF0000"/>
                </a:solidFill>
                <a:latin typeface="Arial Black" pitchFamily="34" charset="0"/>
              </a:rPr>
              <a:t>Chrs</a:t>
            </a:r>
            <a:r>
              <a:rPr lang="en-US" sz="3200" dirty="0">
                <a:solidFill>
                  <a:srgbClr val="FF0000"/>
                </a:solidFill>
                <a:latin typeface="Arial Black" pitchFamily="34" charset="0"/>
              </a:rPr>
              <a:t>:</a:t>
            </a:r>
            <a:r>
              <a:rPr lang="en-US" sz="3200" dirty="0">
                <a:latin typeface="Arial Black" pitchFamily="34" charset="0"/>
              </a:rPr>
              <a:t/>
            </a:r>
            <a:br>
              <a:rPr lang="en-US" sz="3200" dirty="0">
                <a:latin typeface="Arial Black" pitchFamily="34" charset="0"/>
              </a:rPr>
            </a:br>
            <a:r>
              <a:rPr lang="en-US" sz="3200" dirty="0" err="1" smtClean="0">
                <a:solidFill>
                  <a:srgbClr val="FF0000"/>
                </a:solidFill>
                <a:latin typeface="Arial Black" pitchFamily="34" charset="0"/>
              </a:rPr>
              <a:t>Nuwe</a:t>
            </a:r>
            <a:r>
              <a:rPr lang="en-US" sz="3200" dirty="0" smtClean="0">
                <a:solidFill>
                  <a:srgbClr val="FF0000"/>
                </a:solidFill>
                <a:latin typeface="Arial Black" pitchFamily="34" charset="0"/>
              </a:rPr>
              <a:t> </a:t>
            </a:r>
            <a:r>
              <a:rPr lang="en-US" sz="3200" dirty="0">
                <a:solidFill>
                  <a:srgbClr val="FF0000"/>
                </a:solidFill>
                <a:latin typeface="Arial Black" pitchFamily="34" charset="0"/>
              </a:rPr>
              <a:t>naarya Yesu..</a:t>
            </a:r>
            <a:r>
              <a:rPr lang="en-US" sz="3200" dirty="0" err="1">
                <a:solidFill>
                  <a:srgbClr val="FF0000"/>
                </a:solidFill>
                <a:latin typeface="Arial Black" pitchFamily="34" charset="0"/>
              </a:rPr>
              <a:t>Yaija</a:t>
            </a:r>
            <a:r>
              <a:rPr lang="en-US" sz="3200" dirty="0">
                <a:solidFill>
                  <a:srgbClr val="FF0000"/>
                </a:solidFill>
                <a:latin typeface="Arial Black" pitchFamily="34" charset="0"/>
              </a:rPr>
              <a:t> owangye</a:t>
            </a:r>
            <a:br>
              <a:rPr lang="en-US" sz="3200" dirty="0">
                <a:solidFill>
                  <a:srgbClr val="FF0000"/>
                </a:solidFill>
                <a:latin typeface="Arial Black" pitchFamily="34" charset="0"/>
              </a:rPr>
            </a:br>
            <a:r>
              <a:rPr lang="en-US" sz="3200" dirty="0" err="1" smtClean="0">
                <a:solidFill>
                  <a:srgbClr val="FF0000"/>
                </a:solidFill>
                <a:latin typeface="Arial Black" pitchFamily="34" charset="0"/>
              </a:rPr>
              <a:t>Nuwe</a:t>
            </a:r>
            <a:r>
              <a:rPr lang="en-US" sz="3200" dirty="0" smtClean="0">
                <a:solidFill>
                  <a:srgbClr val="FF0000"/>
                </a:solidFill>
                <a:latin typeface="Arial Black" pitchFamily="34" charset="0"/>
              </a:rPr>
              <a:t> </a:t>
            </a:r>
            <a:r>
              <a:rPr lang="en-US" sz="3200" dirty="0">
                <a:solidFill>
                  <a:srgbClr val="FF0000"/>
                </a:solidFill>
                <a:latin typeface="Arial Black" pitchFamily="34" charset="0"/>
              </a:rPr>
              <a:t>naarya Yesu,. </a:t>
            </a:r>
            <a:r>
              <a:rPr lang="en-US" sz="3200" dirty="0" err="1">
                <a:solidFill>
                  <a:srgbClr val="FF0000"/>
                </a:solidFill>
                <a:latin typeface="Arial Black" pitchFamily="34" charset="0"/>
              </a:rPr>
              <a:t>Mwine</a:t>
            </a:r>
            <a:r>
              <a:rPr lang="en-US" sz="3200" dirty="0">
                <a:solidFill>
                  <a:srgbClr val="FF0000"/>
                </a:solidFill>
                <a:latin typeface="Arial Black" pitchFamily="34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Arial Black" pitchFamily="34" charset="0"/>
              </a:rPr>
              <a:t>owangye</a:t>
            </a:r>
            <a:r>
              <a:rPr lang="en-US" sz="3200" dirty="0">
                <a:latin typeface="Arial Black" pitchFamily="34" charset="0"/>
              </a:rPr>
              <a:t/>
            </a:r>
            <a:br>
              <a:rPr lang="en-US" sz="3200" dirty="0">
                <a:latin typeface="Arial Black" pitchFamily="34" charset="0"/>
              </a:rPr>
            </a:br>
            <a:r>
              <a:rPr lang="en-US" sz="3200" dirty="0">
                <a:latin typeface="Arial Black" pitchFamily="34" charset="0"/>
              </a:rPr>
              <a:t/>
            </a:r>
            <a:br>
              <a:rPr lang="en-US" sz="3200" dirty="0">
                <a:latin typeface="Arial Black" pitchFamily="34" charset="0"/>
              </a:rPr>
            </a:br>
            <a:r>
              <a:rPr lang="en-US" sz="3200" dirty="0">
                <a:latin typeface="Arial Black" pitchFamily="34" charset="0"/>
              </a:rPr>
              <a:t>1.Mujuni </a:t>
            </a:r>
            <a:r>
              <a:rPr lang="en-US" sz="3200" dirty="0" err="1">
                <a:latin typeface="Arial Black" pitchFamily="34" charset="0"/>
              </a:rPr>
              <a:t>Rutweza</a:t>
            </a:r>
            <a:r>
              <a:rPr lang="en-US" sz="3200" dirty="0">
                <a:latin typeface="Arial Black" pitchFamily="34" charset="0"/>
              </a:rPr>
              <a:t>,…  </a:t>
            </a:r>
            <a:r>
              <a:rPr lang="en-US" sz="3200" dirty="0" err="1">
                <a:latin typeface="Arial Black" pitchFamily="34" charset="0"/>
              </a:rPr>
              <a:t>Yaaija</a:t>
            </a:r>
            <a:r>
              <a:rPr lang="en-US" sz="3200" dirty="0">
                <a:latin typeface="Arial Black" pitchFamily="34" charset="0"/>
              </a:rPr>
              <a:t> </a:t>
            </a:r>
            <a:r>
              <a:rPr lang="en-US" sz="3200" dirty="0" err="1">
                <a:latin typeface="Arial Black" pitchFamily="34" charset="0"/>
              </a:rPr>
              <a:t>owangye</a:t>
            </a:r>
            <a:r>
              <a:rPr lang="en-US" sz="3200" dirty="0">
                <a:latin typeface="Arial Black" pitchFamily="34" charset="0"/>
              </a:rPr>
              <a:t/>
            </a:r>
            <a:br>
              <a:rPr lang="en-US" sz="3200" dirty="0">
                <a:latin typeface="Arial Black" pitchFamily="34" charset="0"/>
              </a:rPr>
            </a:br>
            <a:r>
              <a:rPr lang="en-US" sz="3200" dirty="0" err="1">
                <a:latin typeface="Arial Black" pitchFamily="34" charset="0"/>
              </a:rPr>
              <a:t>Omuribwa</a:t>
            </a:r>
            <a:r>
              <a:rPr lang="en-US" sz="3200" dirty="0">
                <a:latin typeface="Arial Black" pitchFamily="34" charset="0"/>
              </a:rPr>
              <a:t> </a:t>
            </a:r>
            <a:r>
              <a:rPr lang="en-US" sz="3200" dirty="0" err="1">
                <a:latin typeface="Arial Black" pitchFamily="34" charset="0"/>
              </a:rPr>
              <a:t>na</a:t>
            </a:r>
            <a:r>
              <a:rPr lang="en-US" sz="3200" dirty="0">
                <a:latin typeface="Arial Black" pitchFamily="34" charset="0"/>
              </a:rPr>
              <a:t> </a:t>
            </a:r>
            <a:r>
              <a:rPr lang="en-US" sz="3200" dirty="0" err="1">
                <a:latin typeface="Arial Black" pitchFamily="34" charset="0"/>
              </a:rPr>
              <a:t>neeza</a:t>
            </a:r>
            <a:r>
              <a:rPr lang="en-US" sz="3200" dirty="0">
                <a:latin typeface="Arial Black" pitchFamily="34" charset="0"/>
              </a:rPr>
              <a:t>,.</a:t>
            </a:r>
            <a:r>
              <a:rPr lang="en-US" sz="3200" dirty="0" err="1">
                <a:latin typeface="Arial Black" pitchFamily="34" charset="0"/>
              </a:rPr>
              <a:t>Mwine</a:t>
            </a:r>
            <a:r>
              <a:rPr lang="en-US" sz="3200" dirty="0">
                <a:latin typeface="Arial Black" pitchFamily="34" charset="0"/>
              </a:rPr>
              <a:t> </a:t>
            </a:r>
            <a:r>
              <a:rPr lang="en-US" sz="3200" dirty="0" err="1">
                <a:latin typeface="Arial Black" pitchFamily="34" charset="0"/>
              </a:rPr>
              <a:t>owangye</a:t>
            </a:r>
            <a:r>
              <a:rPr lang="en-US" sz="3200" dirty="0">
                <a:latin typeface="Arial Black" pitchFamily="34" charset="0"/>
              </a:rPr>
              <a:t/>
            </a:r>
            <a:br>
              <a:rPr lang="en-US" sz="3200" dirty="0">
                <a:latin typeface="Arial Black" pitchFamily="34" charset="0"/>
              </a:rPr>
            </a:br>
            <a:endParaRPr lang="en-US" sz="3200" dirty="0"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328150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solidFill>
            <a:schemeClr val="bg1"/>
          </a:solidFill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000" dirty="0">
                <a:latin typeface="Arial Black" pitchFamily="34" charset="0"/>
              </a:rPr>
              <a:t>   2.Omugyenyi </a:t>
            </a:r>
            <a:r>
              <a:rPr lang="en-US" sz="4000" dirty="0" err="1">
                <a:latin typeface="Arial Black" pitchFamily="34" charset="0"/>
              </a:rPr>
              <a:t>Ruhanga</a:t>
            </a:r>
            <a:r>
              <a:rPr lang="en-US" sz="4000" dirty="0">
                <a:latin typeface="Arial Black" pitchFamily="34" charset="0"/>
              </a:rPr>
              <a:t>,…</a:t>
            </a:r>
            <a:r>
              <a:rPr lang="en-US" sz="4000" dirty="0" err="1">
                <a:latin typeface="Arial Black" pitchFamily="34" charset="0"/>
              </a:rPr>
              <a:t>Yaija</a:t>
            </a:r>
            <a:r>
              <a:rPr lang="en-US" sz="4000" dirty="0">
                <a:latin typeface="Arial Black" pitchFamily="34" charset="0"/>
              </a:rPr>
              <a:t> </a:t>
            </a:r>
            <a:r>
              <a:rPr lang="en-US" sz="4000" dirty="0" err="1">
                <a:latin typeface="Arial Black" pitchFamily="34" charset="0"/>
              </a:rPr>
              <a:t>owangye</a:t>
            </a:r>
            <a:r>
              <a:rPr lang="en-US" sz="4000" dirty="0">
                <a:latin typeface="Arial Black" pitchFamily="34" charset="0"/>
              </a:rPr>
              <a:t/>
            </a:r>
            <a:br>
              <a:rPr lang="en-US" sz="4000" dirty="0">
                <a:latin typeface="Arial Black" pitchFamily="34" charset="0"/>
              </a:rPr>
            </a:br>
            <a:r>
              <a:rPr lang="en-US" sz="4000" dirty="0">
                <a:latin typeface="Arial Black" pitchFamily="34" charset="0"/>
              </a:rPr>
              <a:t>   </a:t>
            </a:r>
            <a:r>
              <a:rPr lang="en-US" sz="4000" dirty="0" err="1">
                <a:latin typeface="Arial Black" pitchFamily="34" charset="0"/>
              </a:rPr>
              <a:t>Munywanisa</a:t>
            </a:r>
            <a:r>
              <a:rPr lang="en-US" sz="4000" dirty="0">
                <a:latin typeface="Arial Black" pitchFamily="34" charset="0"/>
              </a:rPr>
              <a:t> </a:t>
            </a:r>
            <a:r>
              <a:rPr lang="en-US" sz="4000" dirty="0" err="1">
                <a:latin typeface="Arial Black" pitchFamily="34" charset="0"/>
              </a:rPr>
              <a:t>mahanga</a:t>
            </a:r>
            <a:r>
              <a:rPr lang="en-US" sz="4000" dirty="0">
                <a:latin typeface="Arial Black" pitchFamily="34" charset="0"/>
              </a:rPr>
              <a:t>,.. </a:t>
            </a:r>
            <a:r>
              <a:rPr lang="en-US" sz="4000" dirty="0" err="1">
                <a:latin typeface="Arial Black" pitchFamily="34" charset="0"/>
              </a:rPr>
              <a:t>Mwine</a:t>
            </a:r>
            <a:r>
              <a:rPr lang="en-US" sz="4000" dirty="0">
                <a:latin typeface="Arial Black" pitchFamily="34" charset="0"/>
              </a:rPr>
              <a:t> </a:t>
            </a:r>
            <a:r>
              <a:rPr lang="en-US" sz="4000" dirty="0" err="1">
                <a:latin typeface="Arial Black" pitchFamily="34" charset="0"/>
              </a:rPr>
              <a:t>owangye</a:t>
            </a:r>
            <a:r>
              <a:rPr lang="en-US" sz="4000" dirty="0">
                <a:latin typeface="Arial Black" pitchFamily="34" charset="0"/>
              </a:rPr>
              <a:t/>
            </a:r>
            <a:br>
              <a:rPr lang="en-US" sz="4000" dirty="0">
                <a:latin typeface="Arial Black" pitchFamily="34" charset="0"/>
              </a:rPr>
            </a:br>
            <a:r>
              <a:rPr lang="en-US" sz="4000" dirty="0">
                <a:latin typeface="Arial Black" pitchFamily="34" charset="0"/>
              </a:rPr>
              <a:t/>
            </a:r>
            <a:br>
              <a:rPr lang="en-US" sz="4000" dirty="0">
                <a:latin typeface="Arial Black" pitchFamily="34" charset="0"/>
              </a:rPr>
            </a:br>
            <a:r>
              <a:rPr lang="en-US" sz="4000" dirty="0">
                <a:latin typeface="Arial Black" pitchFamily="34" charset="0"/>
              </a:rPr>
              <a:t>   </a:t>
            </a:r>
            <a:r>
              <a:rPr lang="en-US" sz="4400" dirty="0">
                <a:latin typeface="Arial Black" pitchFamily="34" charset="0"/>
              </a:rPr>
              <a:t>3.Omureeta </a:t>
            </a:r>
            <a:r>
              <a:rPr lang="en-US" sz="4400" dirty="0" err="1">
                <a:latin typeface="Arial Black" pitchFamily="34" charset="0"/>
              </a:rPr>
              <a:t>magara</a:t>
            </a:r>
            <a:r>
              <a:rPr lang="en-US" sz="4400" dirty="0">
                <a:latin typeface="Arial Black" pitchFamily="34" charset="0"/>
              </a:rPr>
              <a:t>,..</a:t>
            </a:r>
            <a:r>
              <a:rPr lang="en-US" sz="4400" dirty="0" err="1">
                <a:latin typeface="Arial Black" pitchFamily="34" charset="0"/>
              </a:rPr>
              <a:t>Yaija</a:t>
            </a:r>
            <a:r>
              <a:rPr lang="en-US" sz="4400" dirty="0">
                <a:latin typeface="Arial Black" pitchFamily="34" charset="0"/>
              </a:rPr>
              <a:t> </a:t>
            </a:r>
            <a:r>
              <a:rPr lang="en-US" sz="4400" dirty="0" err="1">
                <a:latin typeface="Arial Black" pitchFamily="34" charset="0"/>
              </a:rPr>
              <a:t>owangye</a:t>
            </a:r>
            <a:r>
              <a:rPr lang="en-US" sz="4400" dirty="0">
                <a:latin typeface="Arial Black" pitchFamily="34" charset="0"/>
              </a:rPr>
              <a:t/>
            </a:r>
            <a:br>
              <a:rPr lang="en-US" sz="4400" dirty="0">
                <a:latin typeface="Arial Black" pitchFamily="34" charset="0"/>
              </a:rPr>
            </a:br>
            <a:r>
              <a:rPr lang="en-US" sz="4400" dirty="0">
                <a:latin typeface="Arial Black" pitchFamily="34" charset="0"/>
              </a:rPr>
              <a:t>  </a:t>
            </a:r>
            <a:r>
              <a:rPr lang="en-US" sz="4400" dirty="0" err="1">
                <a:latin typeface="Arial Black" pitchFamily="34" charset="0"/>
              </a:rPr>
              <a:t>Omutmba</a:t>
            </a:r>
            <a:r>
              <a:rPr lang="en-US" sz="4400" dirty="0">
                <a:latin typeface="Arial Black" pitchFamily="34" charset="0"/>
              </a:rPr>
              <a:t> </a:t>
            </a:r>
            <a:r>
              <a:rPr lang="en-US" sz="4400" dirty="0" err="1">
                <a:latin typeface="Arial Black" pitchFamily="34" charset="0"/>
              </a:rPr>
              <a:t>bugara</a:t>
            </a:r>
            <a:r>
              <a:rPr lang="en-US" sz="4400" dirty="0">
                <a:latin typeface="Arial Black" pitchFamily="34" charset="0"/>
              </a:rPr>
              <a:t>,….  </a:t>
            </a:r>
            <a:r>
              <a:rPr lang="en-US" sz="4400" dirty="0" err="1">
                <a:latin typeface="Arial Black" pitchFamily="34" charset="0"/>
              </a:rPr>
              <a:t>Mwine</a:t>
            </a:r>
            <a:r>
              <a:rPr lang="en-US" sz="4400" dirty="0">
                <a:latin typeface="Arial Black" pitchFamily="34" charset="0"/>
              </a:rPr>
              <a:t> </a:t>
            </a:r>
            <a:r>
              <a:rPr lang="en-US" sz="4400" dirty="0" err="1">
                <a:latin typeface="Arial Black" pitchFamily="34" charset="0"/>
              </a:rPr>
              <a:t>owangye</a:t>
            </a:r>
            <a:r>
              <a:rPr lang="en-US" sz="4400" dirty="0">
                <a:latin typeface="Arial Black" pitchFamily="34" charset="0"/>
              </a:rPr>
              <a:t/>
            </a:r>
            <a:br>
              <a:rPr lang="en-US" sz="4400" dirty="0">
                <a:latin typeface="Arial Black" pitchFamily="34" charset="0"/>
              </a:rPr>
            </a:br>
            <a:endParaRPr lang="en-US" sz="4000" dirty="0"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543035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solidFill>
            <a:schemeClr val="bg1"/>
          </a:solidFill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400" dirty="0">
                <a:latin typeface="Arial Black" pitchFamily="34" charset="0"/>
              </a:rPr>
              <a:t>4.Omurisa </a:t>
            </a:r>
            <a:r>
              <a:rPr lang="en-US" sz="4400" dirty="0" err="1">
                <a:latin typeface="Arial Black" pitchFamily="34" charset="0"/>
              </a:rPr>
              <a:t>barungi</a:t>
            </a:r>
            <a:r>
              <a:rPr lang="en-US" sz="4400" dirty="0">
                <a:latin typeface="Arial Black" pitchFamily="34" charset="0"/>
              </a:rPr>
              <a:t>,..    </a:t>
            </a:r>
            <a:r>
              <a:rPr lang="en-US" sz="4400" dirty="0" err="1">
                <a:latin typeface="Arial Black" pitchFamily="34" charset="0"/>
              </a:rPr>
              <a:t>Yaija</a:t>
            </a:r>
            <a:r>
              <a:rPr lang="en-US" sz="4400" dirty="0">
                <a:latin typeface="Arial Black" pitchFamily="34" charset="0"/>
              </a:rPr>
              <a:t> </a:t>
            </a:r>
            <a:r>
              <a:rPr lang="en-US" sz="4400" dirty="0" err="1">
                <a:latin typeface="Arial Black" pitchFamily="34" charset="0"/>
              </a:rPr>
              <a:t>owangye</a:t>
            </a:r>
            <a:r>
              <a:rPr lang="en-US" sz="4400" dirty="0">
                <a:latin typeface="Arial Black" pitchFamily="34" charset="0"/>
              </a:rPr>
              <a:t/>
            </a:r>
            <a:br>
              <a:rPr lang="en-US" sz="4400" dirty="0">
                <a:latin typeface="Arial Black" pitchFamily="34" charset="0"/>
              </a:rPr>
            </a:br>
            <a:r>
              <a:rPr lang="en-US" sz="4400" dirty="0" err="1">
                <a:latin typeface="Arial Black" pitchFamily="34" charset="0"/>
              </a:rPr>
              <a:t>Obaraaza</a:t>
            </a:r>
            <a:r>
              <a:rPr lang="en-US" sz="4400" dirty="0">
                <a:latin typeface="Arial Black" pitchFamily="34" charset="0"/>
              </a:rPr>
              <a:t> </a:t>
            </a:r>
            <a:r>
              <a:rPr lang="en-US" sz="4400" dirty="0" err="1">
                <a:latin typeface="Arial Black" pitchFamily="34" charset="0"/>
              </a:rPr>
              <a:t>harungi</a:t>
            </a:r>
            <a:r>
              <a:rPr lang="en-US" sz="4400" dirty="0">
                <a:latin typeface="Arial Black" pitchFamily="34" charset="0"/>
              </a:rPr>
              <a:t>,..    </a:t>
            </a:r>
            <a:r>
              <a:rPr lang="en-US" sz="4400" dirty="0" err="1">
                <a:latin typeface="Arial Black" pitchFamily="34" charset="0"/>
              </a:rPr>
              <a:t>Mwine</a:t>
            </a:r>
            <a:r>
              <a:rPr lang="en-US" sz="4400" dirty="0">
                <a:latin typeface="Arial Black" pitchFamily="34" charset="0"/>
              </a:rPr>
              <a:t> </a:t>
            </a:r>
            <a:r>
              <a:rPr lang="en-US" sz="4400" dirty="0" err="1">
                <a:latin typeface="Arial Black" pitchFamily="34" charset="0"/>
              </a:rPr>
              <a:t>owangye</a:t>
            </a:r>
            <a:r>
              <a:rPr lang="en-US" sz="4400" dirty="0">
                <a:latin typeface="Arial Black" pitchFamily="34" charset="0"/>
              </a:rPr>
              <a:t/>
            </a:r>
            <a:br>
              <a:rPr lang="en-US" sz="4400" dirty="0">
                <a:latin typeface="Arial Black" pitchFamily="34" charset="0"/>
              </a:rPr>
            </a:br>
            <a:r>
              <a:rPr lang="en-US" sz="4400" dirty="0">
                <a:latin typeface="Arial Black" pitchFamily="34" charset="0"/>
              </a:rPr>
              <a:t/>
            </a:r>
            <a:br>
              <a:rPr lang="en-US" sz="4400" dirty="0">
                <a:latin typeface="Arial Black" pitchFamily="34" charset="0"/>
              </a:rPr>
            </a:br>
            <a:r>
              <a:rPr lang="en-US" sz="4400" dirty="0">
                <a:latin typeface="Arial Black" pitchFamily="34" charset="0"/>
              </a:rPr>
              <a:t>5.Enyinaza </a:t>
            </a:r>
            <a:r>
              <a:rPr lang="en-US" sz="4400" dirty="0" err="1">
                <a:latin typeface="Arial Black" pitchFamily="34" charset="0"/>
              </a:rPr>
              <a:t>Rubeiha</a:t>
            </a:r>
            <a:r>
              <a:rPr lang="en-US" sz="4400" dirty="0">
                <a:latin typeface="Arial Black" pitchFamily="34" charset="0"/>
              </a:rPr>
              <a:t>,..  </a:t>
            </a:r>
            <a:r>
              <a:rPr lang="en-US" sz="4400" dirty="0" err="1">
                <a:latin typeface="Arial Black" pitchFamily="34" charset="0"/>
              </a:rPr>
              <a:t>Yaija</a:t>
            </a:r>
            <a:r>
              <a:rPr lang="en-US" sz="4400" dirty="0">
                <a:latin typeface="Arial Black" pitchFamily="34" charset="0"/>
              </a:rPr>
              <a:t> owangye</a:t>
            </a:r>
            <a:br>
              <a:rPr lang="en-US" sz="4400" dirty="0">
                <a:latin typeface="Arial Black" pitchFamily="34" charset="0"/>
              </a:rPr>
            </a:br>
            <a:r>
              <a:rPr lang="en-US" sz="4400" dirty="0" err="1">
                <a:latin typeface="Arial Black" pitchFamily="34" charset="0"/>
              </a:rPr>
              <a:t>Omuzoora</a:t>
            </a:r>
            <a:r>
              <a:rPr lang="en-US" sz="4400" dirty="0">
                <a:latin typeface="Arial Black" pitchFamily="34" charset="0"/>
              </a:rPr>
              <a:t> </a:t>
            </a:r>
            <a:r>
              <a:rPr lang="en-US" sz="4400" dirty="0" err="1">
                <a:latin typeface="Arial Black" pitchFamily="34" charset="0"/>
              </a:rPr>
              <a:t>bamweha</a:t>
            </a:r>
            <a:r>
              <a:rPr lang="en-US" sz="4400" dirty="0">
                <a:latin typeface="Arial Black" pitchFamily="34" charset="0"/>
              </a:rPr>
              <a:t>,..Mwine </a:t>
            </a:r>
            <a:r>
              <a:rPr lang="en-US" sz="4400" dirty="0" smtClean="0">
                <a:latin typeface="Arial Black" pitchFamily="34" charset="0"/>
              </a:rPr>
              <a:t>owangye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0624770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solidFill>
            <a:schemeClr val="bg1"/>
          </a:solidFill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400" dirty="0">
                <a:latin typeface="Arial Black" pitchFamily="34" charset="0"/>
              </a:rPr>
              <a:t>   6.Empuumuza Magara,.. </a:t>
            </a:r>
            <a:r>
              <a:rPr lang="en-US" sz="4400" dirty="0" err="1">
                <a:latin typeface="Arial Black" pitchFamily="34" charset="0"/>
              </a:rPr>
              <a:t>Yaija</a:t>
            </a:r>
            <a:r>
              <a:rPr lang="en-US" sz="4400" dirty="0">
                <a:latin typeface="Arial Black" pitchFamily="34" charset="0"/>
              </a:rPr>
              <a:t> </a:t>
            </a:r>
            <a:r>
              <a:rPr lang="en-US" sz="4400" dirty="0" err="1">
                <a:latin typeface="Arial Black" pitchFamily="34" charset="0"/>
              </a:rPr>
              <a:t>owangye</a:t>
            </a:r>
            <a:r>
              <a:rPr lang="en-US" sz="4400" dirty="0">
                <a:latin typeface="Arial Black" pitchFamily="34" charset="0"/>
              </a:rPr>
              <a:t/>
            </a:r>
            <a:br>
              <a:rPr lang="en-US" sz="4400" dirty="0">
                <a:latin typeface="Arial Black" pitchFamily="34" charset="0"/>
              </a:rPr>
            </a:br>
            <a:r>
              <a:rPr lang="en-US" sz="4400" dirty="0">
                <a:latin typeface="Arial Black" pitchFamily="34" charset="0"/>
              </a:rPr>
              <a:t>   </a:t>
            </a:r>
            <a:r>
              <a:rPr lang="en-US" sz="4400" dirty="0" err="1">
                <a:latin typeface="Arial Black" pitchFamily="34" charset="0"/>
              </a:rPr>
              <a:t>Oshembutsya</a:t>
            </a:r>
            <a:r>
              <a:rPr lang="en-US" sz="4400" dirty="0">
                <a:latin typeface="Arial Black" pitchFamily="34" charset="0"/>
              </a:rPr>
              <a:t> </a:t>
            </a:r>
            <a:r>
              <a:rPr lang="en-US" sz="4400" dirty="0" err="1">
                <a:latin typeface="Arial Black" pitchFamily="34" charset="0"/>
              </a:rPr>
              <a:t>nkumanya,Mwine</a:t>
            </a:r>
            <a:r>
              <a:rPr lang="en-US" sz="4400" dirty="0">
                <a:latin typeface="Arial Black" pitchFamily="34" charset="0"/>
              </a:rPr>
              <a:t> </a:t>
            </a:r>
            <a:r>
              <a:rPr lang="en-US" sz="4400" dirty="0" err="1">
                <a:latin typeface="Arial Black" pitchFamily="34" charset="0"/>
              </a:rPr>
              <a:t>owangye</a:t>
            </a:r>
            <a:r>
              <a:rPr lang="en-US" sz="4400" dirty="0">
                <a:latin typeface="Arial Black" pitchFamily="34" charset="0"/>
              </a:rPr>
              <a:t/>
            </a:r>
            <a:br>
              <a:rPr lang="en-US" sz="4400" dirty="0">
                <a:latin typeface="Arial Black" pitchFamily="34" charset="0"/>
              </a:rPr>
            </a:br>
            <a:r>
              <a:rPr lang="en-US" sz="4400" dirty="0">
                <a:latin typeface="Arial Black" pitchFamily="34" charset="0"/>
              </a:rPr>
              <a:t/>
            </a:r>
            <a:br>
              <a:rPr lang="en-US" sz="4400" dirty="0">
                <a:latin typeface="Arial Black" pitchFamily="34" charset="0"/>
              </a:rPr>
            </a:br>
            <a:r>
              <a:rPr lang="en-US" sz="4400" dirty="0">
                <a:latin typeface="Arial Black" pitchFamily="34" charset="0"/>
              </a:rPr>
              <a:t>    7.Oyenda </a:t>
            </a:r>
            <a:r>
              <a:rPr lang="en-US" sz="4400" dirty="0" err="1">
                <a:latin typeface="Arial Black" pitchFamily="34" charset="0"/>
              </a:rPr>
              <a:t>ngu</a:t>
            </a:r>
            <a:r>
              <a:rPr lang="en-US" sz="4400" dirty="0">
                <a:latin typeface="Arial Black" pitchFamily="34" charset="0"/>
              </a:rPr>
              <a:t> </a:t>
            </a:r>
            <a:r>
              <a:rPr lang="en-US" sz="4400" dirty="0" err="1">
                <a:latin typeface="Arial Black" pitchFamily="34" charset="0"/>
              </a:rPr>
              <a:t>muramye</a:t>
            </a:r>
            <a:r>
              <a:rPr lang="en-US" sz="4400" dirty="0">
                <a:latin typeface="Arial Black" pitchFamily="34" charset="0"/>
              </a:rPr>
              <a:t>,.. </a:t>
            </a:r>
            <a:r>
              <a:rPr lang="en-US" sz="4400" dirty="0" err="1">
                <a:latin typeface="Arial Black" pitchFamily="34" charset="0"/>
              </a:rPr>
              <a:t>Yaija</a:t>
            </a:r>
            <a:r>
              <a:rPr lang="en-US" sz="4400" dirty="0">
                <a:latin typeface="Arial Black" pitchFamily="34" charset="0"/>
              </a:rPr>
              <a:t> </a:t>
            </a:r>
            <a:r>
              <a:rPr lang="en-US" sz="4400" dirty="0" err="1">
                <a:latin typeface="Arial Black" pitchFamily="34" charset="0"/>
              </a:rPr>
              <a:t>owangye</a:t>
            </a:r>
            <a:r>
              <a:rPr lang="en-US" sz="4400" dirty="0">
                <a:latin typeface="Arial Black" pitchFamily="34" charset="0"/>
              </a:rPr>
              <a:t/>
            </a:r>
            <a:br>
              <a:rPr lang="en-US" sz="4400" dirty="0">
                <a:latin typeface="Arial Black" pitchFamily="34" charset="0"/>
              </a:rPr>
            </a:br>
            <a:r>
              <a:rPr lang="en-US" sz="4400" dirty="0">
                <a:latin typeface="Arial Black" pitchFamily="34" charset="0"/>
              </a:rPr>
              <a:t>    </a:t>
            </a:r>
            <a:r>
              <a:rPr lang="en-US" sz="4400" dirty="0" err="1">
                <a:latin typeface="Arial Black" pitchFamily="34" charset="0"/>
              </a:rPr>
              <a:t>Nyabuganzi</a:t>
            </a:r>
            <a:r>
              <a:rPr lang="en-US" sz="4400" dirty="0">
                <a:latin typeface="Arial Black" pitchFamily="34" charset="0"/>
              </a:rPr>
              <a:t> </a:t>
            </a:r>
            <a:r>
              <a:rPr lang="en-US" sz="4400" dirty="0" err="1">
                <a:latin typeface="Arial Black" pitchFamily="34" charset="0"/>
              </a:rPr>
              <a:t>mbuhamye</a:t>
            </a:r>
            <a:r>
              <a:rPr lang="en-US" sz="4400" dirty="0">
                <a:latin typeface="Arial Black" pitchFamily="34" charset="0"/>
              </a:rPr>
              <a:t>,… </a:t>
            </a:r>
            <a:r>
              <a:rPr lang="en-US" sz="4400" dirty="0" err="1">
                <a:latin typeface="Arial Black" pitchFamily="34" charset="0"/>
              </a:rPr>
              <a:t>Mwine</a:t>
            </a:r>
            <a:r>
              <a:rPr lang="en-US" sz="4400" dirty="0">
                <a:latin typeface="Arial Black" pitchFamily="34" charset="0"/>
              </a:rPr>
              <a:t> </a:t>
            </a:r>
            <a:r>
              <a:rPr lang="en-US" sz="4400" dirty="0" err="1">
                <a:latin typeface="Arial Black" pitchFamily="34" charset="0"/>
              </a:rPr>
              <a:t>owangye</a:t>
            </a:r>
            <a:r>
              <a:rPr lang="en-US" sz="4400" dirty="0">
                <a:latin typeface="Arial Black" pitchFamily="34" charset="0"/>
              </a:rPr>
              <a:t/>
            </a:r>
            <a:br>
              <a:rPr lang="en-US" sz="4400" dirty="0">
                <a:latin typeface="Arial Black" pitchFamily="34" charset="0"/>
              </a:rPr>
            </a:b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47998676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solidFill>
            <a:schemeClr val="bg1"/>
          </a:solidFill>
        </p:spPr>
        <p:txBody>
          <a:bodyPr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4400" dirty="0">
                <a:latin typeface="Arial Black" pitchFamily="34" charset="0"/>
              </a:rPr>
              <a:t>8.Omuzoora mu </a:t>
            </a:r>
            <a:r>
              <a:rPr lang="en-US" sz="4400" dirty="0" err="1">
                <a:latin typeface="Arial Black" pitchFamily="34" charset="0"/>
              </a:rPr>
              <a:t>bafu</a:t>
            </a:r>
            <a:r>
              <a:rPr lang="en-US" sz="4400" dirty="0">
                <a:latin typeface="Arial Black" pitchFamily="34" charset="0"/>
              </a:rPr>
              <a:t> ,… </a:t>
            </a:r>
            <a:r>
              <a:rPr lang="en-US" sz="4400" dirty="0" err="1">
                <a:latin typeface="Arial Black" pitchFamily="34" charset="0"/>
              </a:rPr>
              <a:t>Yija</a:t>
            </a:r>
            <a:r>
              <a:rPr lang="en-US" sz="4400" dirty="0">
                <a:latin typeface="Arial Black" pitchFamily="34" charset="0"/>
              </a:rPr>
              <a:t> owangye</a:t>
            </a:r>
            <a:br>
              <a:rPr lang="en-US" sz="4400" dirty="0">
                <a:latin typeface="Arial Black" pitchFamily="34" charset="0"/>
              </a:rPr>
            </a:br>
            <a:r>
              <a:rPr lang="en-US" sz="4400" dirty="0" err="1">
                <a:latin typeface="Arial Black" pitchFamily="34" charset="0"/>
              </a:rPr>
              <a:t>Ensinguzi</a:t>
            </a:r>
            <a:r>
              <a:rPr lang="en-US" sz="4400" dirty="0">
                <a:latin typeface="Arial Black" pitchFamily="34" charset="0"/>
              </a:rPr>
              <a:t> ya </a:t>
            </a:r>
            <a:r>
              <a:rPr lang="en-US" sz="4400" dirty="0" err="1">
                <a:latin typeface="Arial Black" pitchFamily="34" charset="0"/>
              </a:rPr>
              <a:t>rufu</a:t>
            </a:r>
            <a:r>
              <a:rPr lang="en-US" sz="4400" dirty="0">
                <a:latin typeface="Arial Black" pitchFamily="34" charset="0"/>
              </a:rPr>
              <a:t>  , Mwine owangye</a:t>
            </a:r>
            <a:br>
              <a:rPr lang="en-US" sz="4400" dirty="0">
                <a:latin typeface="Arial Black" pitchFamily="34" charset="0"/>
              </a:rPr>
            </a:br>
            <a:r>
              <a:rPr lang="en-US" sz="4400" dirty="0" smtClean="0">
                <a:latin typeface="Arial Black" pitchFamily="34" charset="0"/>
              </a:rPr>
              <a:t/>
            </a:r>
            <a:br>
              <a:rPr lang="en-US" sz="4400" dirty="0" smtClean="0">
                <a:latin typeface="Arial Black" pitchFamily="34" charset="0"/>
              </a:rPr>
            </a:br>
            <a:r>
              <a:rPr lang="en-US" sz="4400" dirty="0" smtClean="0">
                <a:solidFill>
                  <a:srgbClr val="FF0000"/>
                </a:solidFill>
                <a:latin typeface="Wide Latin" panose="020A0A07050505020404" pitchFamily="18" charset="0"/>
              </a:rPr>
              <a:t>Chrs</a:t>
            </a:r>
            <a:r>
              <a:rPr lang="en-US" sz="4400" dirty="0">
                <a:solidFill>
                  <a:srgbClr val="FF0000"/>
                </a:solidFill>
                <a:latin typeface="Wide Latin" panose="020A0A07050505020404" pitchFamily="18" charset="0"/>
              </a:rPr>
              <a:t>:</a:t>
            </a:r>
            <a:r>
              <a:rPr lang="en-US" sz="4400" dirty="0">
                <a:solidFill>
                  <a:srgbClr val="FF0000"/>
                </a:solidFill>
                <a:latin typeface="Arial Black" pitchFamily="34" charset="0"/>
              </a:rPr>
              <a:t/>
            </a:r>
            <a:br>
              <a:rPr lang="en-US" sz="4400" dirty="0">
                <a:solidFill>
                  <a:srgbClr val="FF0000"/>
                </a:solidFill>
                <a:latin typeface="Arial Black" pitchFamily="34" charset="0"/>
              </a:rPr>
            </a:br>
            <a:r>
              <a:rPr lang="en-US" sz="4400" dirty="0" err="1" smtClean="0">
                <a:solidFill>
                  <a:srgbClr val="FF0000"/>
                </a:solidFill>
                <a:latin typeface="Arial Black" pitchFamily="34" charset="0"/>
              </a:rPr>
              <a:t>Nuwe</a:t>
            </a:r>
            <a:r>
              <a:rPr lang="en-US" sz="4400" dirty="0" smtClean="0">
                <a:solidFill>
                  <a:srgbClr val="FF0000"/>
                </a:solidFill>
                <a:latin typeface="Arial Black" pitchFamily="34" charset="0"/>
              </a:rPr>
              <a:t> </a:t>
            </a:r>
            <a:r>
              <a:rPr lang="en-US" sz="4400" dirty="0">
                <a:solidFill>
                  <a:srgbClr val="FF0000"/>
                </a:solidFill>
                <a:latin typeface="Arial Black" pitchFamily="34" charset="0"/>
              </a:rPr>
              <a:t>naarya Yesu,…</a:t>
            </a:r>
            <a:r>
              <a:rPr lang="en-US" sz="4400" dirty="0" err="1">
                <a:solidFill>
                  <a:srgbClr val="FF0000"/>
                </a:solidFill>
                <a:latin typeface="Arial Black" pitchFamily="34" charset="0"/>
              </a:rPr>
              <a:t>Yaija</a:t>
            </a:r>
            <a:r>
              <a:rPr lang="en-US" sz="4400" dirty="0">
                <a:solidFill>
                  <a:srgbClr val="FF0000"/>
                </a:solidFill>
                <a:latin typeface="Arial Black" pitchFamily="34" charset="0"/>
              </a:rPr>
              <a:t> owangye</a:t>
            </a:r>
            <a:br>
              <a:rPr lang="en-US" sz="4400" dirty="0">
                <a:solidFill>
                  <a:srgbClr val="FF0000"/>
                </a:solidFill>
                <a:latin typeface="Arial Black" pitchFamily="34" charset="0"/>
              </a:rPr>
            </a:br>
            <a:r>
              <a:rPr lang="en-US" sz="4400" smtClean="0">
                <a:solidFill>
                  <a:srgbClr val="FF0000"/>
                </a:solidFill>
                <a:latin typeface="Arial Black" pitchFamily="34" charset="0"/>
              </a:rPr>
              <a:t>Nuwe</a:t>
            </a:r>
            <a:r>
              <a:rPr lang="en-US" sz="4400" dirty="0" smtClean="0">
                <a:solidFill>
                  <a:srgbClr val="FF0000"/>
                </a:solidFill>
                <a:latin typeface="Arial Black" pitchFamily="34" charset="0"/>
              </a:rPr>
              <a:t> </a:t>
            </a:r>
            <a:r>
              <a:rPr lang="en-US" sz="4400" dirty="0">
                <a:solidFill>
                  <a:srgbClr val="FF0000"/>
                </a:solidFill>
                <a:latin typeface="Arial Black" pitchFamily="34" charset="0"/>
              </a:rPr>
              <a:t>naarya Yesu,… Mwine </a:t>
            </a:r>
            <a:r>
              <a:rPr lang="en-US" sz="4400" dirty="0" smtClean="0">
                <a:solidFill>
                  <a:srgbClr val="FF0000"/>
                </a:solidFill>
                <a:latin typeface="Arial Black" pitchFamily="34" charset="0"/>
              </a:rPr>
              <a:t>owangye</a:t>
            </a:r>
            <a:endParaRPr lang="en-US" sz="4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752092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</TotalTime>
  <Words>25</Words>
  <Application>Microsoft Office PowerPoint</Application>
  <PresentationFormat>On-screen Show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Arial Black</vt:lpstr>
      <vt:lpstr>Calibri</vt:lpstr>
      <vt:lpstr>Calibri Light</vt:lpstr>
      <vt:lpstr>Wide Latin</vt:lpstr>
      <vt:lpstr>Office Theme</vt:lpstr>
      <vt:lpstr>Chrs: Nuwe naarya Yesu..Yaija owangye Nuwe naarya Yesu,. Mwine owangye  1.Mujuni Rutweza,…  Yaaija owangye Omuribwa na neeza,.Mwine owangye </vt:lpstr>
      <vt:lpstr>   2.Omugyenyi Ruhanga,…Yaija owangye    Munywanisa mahanga,.. Mwine owangye     3.Omureeta magara,..Yaija owangye   Omutmba bugara,….  Mwine owangye </vt:lpstr>
      <vt:lpstr>4.Omurisa barungi,..    Yaija owangye Obaraaza harungi,..    Mwine owangye  5.Enyinaza Rubeiha,..  Yaija owangye Omuzoora bamweha,..Mwine owangye</vt:lpstr>
      <vt:lpstr>   6.Empuumuza Magara,.. Yaija owangye    Oshembutsya nkumanya,Mwine owangye      7.Oyenda ngu muramye,.. Yaija owangye     Nyabuganzi mbuhamye,… Mwine owangye </vt:lpstr>
      <vt:lpstr>8.Omuzoora mu bafu ,… Yija owangye Ensinguzi ya rufu  , Mwine owangye  Chrs: Nuwe naarya Yesu,…Yaija owangye Nuwe naarya Yesu,… Mwine owangye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6</cp:revision>
  <dcterms:created xsi:type="dcterms:W3CDTF">2021-03-17T11:44:06Z</dcterms:created>
  <dcterms:modified xsi:type="dcterms:W3CDTF">2022-04-26T20:08:01Z</dcterms:modified>
</cp:coreProperties>
</file>