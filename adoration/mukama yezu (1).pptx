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7E75-497F-59D5-3D83-E18EF504C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1E378-D98F-CD28-B6BE-08358A659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F4C5B-6291-A41C-7733-8C456FE0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E323E-5C12-56D1-9918-BEB5C48A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8C588-7949-BA20-2AFD-B9DC8ED6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5233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00ED-7A19-FA69-6FC3-7DA1B0D6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5BB52-324F-D389-3108-13C9493B5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6150E-CB12-1F3B-5AF9-046B1427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E88B2-B9F7-5867-EE34-C479F0A9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11BD-A0E8-9E67-E89B-C9698B08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3669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D280-608E-5FC8-BD9C-75869DA0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3E73C-2A0E-4BD7-18D5-BB08397FB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CAA4A-33AF-3033-4D39-E3F7CD9A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65402-AA6A-519A-9F13-F1F7F3E1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6C770-C9B5-A13A-B88D-1055419E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1890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3414-3925-D9D9-8651-E22FDD07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471D7-EB99-C4C6-9AAE-D9AD46CA1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4F1DA-668D-BBAF-D386-2D5C2B6D6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BE2DB-A343-0289-4AD4-443339CB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0682D-633B-963F-41E7-01914E43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AABEC-E493-5B79-BA5F-726E6518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37018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B4BE3-C96D-7E61-9637-ED66BA02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8D7F2-8AFF-AB27-825C-201266369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28C96-CFAC-20B1-B277-3B3D5EA5A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8E6C-5CA6-C739-49A0-4EE0E807A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1058E-4AEB-9EC9-B4E5-BCD2EAAB8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3CA829-10CC-11A5-9B54-5C20FA839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D32C2-08C7-692D-0B61-8F8E7509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DE58A-891C-2B3D-9354-1D5A5198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4103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1E5-7D96-E6AF-9A30-ADB6C7C6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DBB7C0-67D7-A6CF-3346-133932AE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8877A-7DD1-16C9-166A-36A24A69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74395-0347-33D4-50EF-79E4016E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04657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E5C42-B506-C751-14AD-7906F72D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80701-BF41-125B-2892-559C4984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6D2C0-4D38-FF80-08F3-3DB564CF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5773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6001-5104-422D-B2C8-123A64E1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FD165-18D3-126B-65A9-7C1EB8BE2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C5688-9B38-77F1-1943-54C3A2329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960AB-E9F1-69FB-B3AC-F1E6421A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2F5C7-A060-6A8E-3FAF-8E9B6EC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4D2DE-EDEA-9A3F-540A-7C7D2B0F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5600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60FE-CC9F-55FD-E94C-E23F3735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AD88E-3B94-12E0-1273-8B3D68148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E3104-DD10-BB3D-8FB6-11A05B866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0BFD6-AFC2-339B-2B0D-8CB3872FF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CB89B-4B6F-EAF6-43E8-EA49A80E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ACADA-D8E0-A297-F191-46C8CFA4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9420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4AAA-1671-D022-3445-075D2164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D9949-2445-D23D-BC60-233DC8A33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A4F3E-8DC5-3705-8A41-0B135987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E0B23-D0A7-BE8A-9BFA-15ADDAE7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78BD-FA7D-3179-01DF-B8D49E21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1366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359FE5-21D4-9E8C-A521-C4A56EBFA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1F0DF-316E-82AF-5A74-D8123748A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AEB6-747F-000E-4EAD-29D6FACD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8C4A3-72F0-415B-1E64-BDF0204F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B360C-05BC-D519-949F-12DDA24D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5896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66D5F-2BB8-3C42-134D-1859532CA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D897F-97D5-AC72-6BB7-C27EFFC9A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66E4A-57EB-4DAB-3C28-9E15BA4AE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CB518-1821-4537-91D5-9E3BCFADB151}" type="datetimeFigureOut">
              <a:rPr lang="en-UG" smtClean="0"/>
              <a:t>18/06/2024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0B011-1060-0001-2D3A-2CF9DA043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6CAEE-CDDC-CF1D-E0AE-56BA3EA74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CD2F1-E660-4FDD-8B38-6735435E7EC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3297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C190C-3546-E13F-0A13-3404A1CB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MUKAMA YEZU</a:t>
            </a:r>
            <a:endParaRPr lang="en-UG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35284-2227-A371-44F8-8186B2A3C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err="1"/>
              <a:t>Mukama</a:t>
            </a:r>
            <a:r>
              <a:rPr lang="en-US" sz="4800" dirty="0"/>
              <a:t> </a:t>
            </a:r>
            <a:r>
              <a:rPr lang="en-US" sz="4800" dirty="0" err="1"/>
              <a:t>yezu</a:t>
            </a:r>
            <a:r>
              <a:rPr lang="en-US" sz="4800" dirty="0"/>
              <a:t> </a:t>
            </a:r>
            <a:r>
              <a:rPr lang="en-US" sz="4800" dirty="0" err="1"/>
              <a:t>omurinzi</a:t>
            </a:r>
            <a:r>
              <a:rPr lang="en-US" sz="4800" dirty="0"/>
              <a:t> </a:t>
            </a:r>
            <a:r>
              <a:rPr lang="en-US" sz="4800" dirty="0" err="1"/>
              <a:t>waitu</a:t>
            </a:r>
            <a:r>
              <a:rPr lang="en-US" sz="4800" dirty="0"/>
              <a:t> </a:t>
            </a:r>
            <a:r>
              <a:rPr lang="en-US" sz="4800" dirty="0" err="1"/>
              <a:t>omushomo</a:t>
            </a:r>
            <a:r>
              <a:rPr lang="en-US" sz="4800" dirty="0"/>
              <a:t> </a:t>
            </a:r>
            <a:r>
              <a:rPr lang="en-US" sz="4800" dirty="0" err="1"/>
              <a:t>ogu</a:t>
            </a:r>
            <a:r>
              <a:rPr lang="en-US" sz="4800" dirty="0"/>
              <a:t> </a:t>
            </a:r>
            <a:r>
              <a:rPr lang="en-US" sz="4800" dirty="0" err="1"/>
              <a:t>oije</a:t>
            </a:r>
            <a:r>
              <a:rPr lang="en-US" sz="4800" dirty="0"/>
              <a:t> </a:t>
            </a:r>
            <a:r>
              <a:rPr lang="en-US" sz="4800" dirty="0" err="1"/>
              <a:t>oturinde</a:t>
            </a:r>
            <a:r>
              <a:rPr lang="en-US" sz="4800" dirty="0"/>
              <a:t> , </a:t>
            </a:r>
            <a:r>
              <a:rPr lang="en-US" sz="4800" dirty="0" err="1"/>
              <a:t>mukama</a:t>
            </a:r>
            <a:r>
              <a:rPr lang="en-US" sz="4800" dirty="0"/>
              <a:t> </a:t>
            </a:r>
            <a:r>
              <a:rPr lang="en-US" sz="4800" dirty="0" err="1"/>
              <a:t>Yezu</a:t>
            </a:r>
            <a:r>
              <a:rPr lang="en-US" sz="4800" dirty="0"/>
              <a:t> </a:t>
            </a:r>
            <a:r>
              <a:rPr lang="en-US" sz="4800" dirty="0" err="1"/>
              <a:t>omuhwezi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waitu</a:t>
            </a:r>
            <a:r>
              <a:rPr lang="en-US" sz="4800" dirty="0"/>
              <a:t> </a:t>
            </a:r>
            <a:r>
              <a:rPr lang="en-US" sz="4800" dirty="0" err="1">
                <a:hlinkClick r:id="rId3" action="ppaction://hlinksldjump"/>
              </a:rPr>
              <a:t>oije</a:t>
            </a:r>
            <a:r>
              <a:rPr lang="en-US" sz="4800" dirty="0"/>
              <a:t> </a:t>
            </a:r>
            <a:r>
              <a:rPr lang="en-US" sz="4800" dirty="0" err="1">
                <a:hlinkClick r:id="rId4" action="ppaction://hlinksldjump"/>
              </a:rPr>
              <a:t>obenaitwe</a:t>
            </a:r>
            <a:r>
              <a:rPr lang="en-US" sz="4800" dirty="0"/>
              <a:t> </a:t>
            </a:r>
            <a:r>
              <a:rPr lang="en-US" sz="4800" dirty="0" err="1">
                <a:hlinkClick r:id="rId5" action="ppaction://hlinksldjump"/>
              </a:rPr>
              <a:t>omumushomo</a:t>
            </a:r>
            <a:r>
              <a:rPr lang="en-US" sz="4800" dirty="0"/>
              <a:t> </a:t>
            </a:r>
            <a:r>
              <a:rPr lang="en-US" sz="4800" dirty="0" err="1">
                <a:hlinkClick r:id="rId6" action="ppaction://hlinksldjump"/>
              </a:rPr>
              <a:t>ogu</a:t>
            </a:r>
            <a:endParaRPr lang="en-UG" sz="4800" dirty="0"/>
          </a:p>
        </p:txBody>
      </p:sp>
    </p:spTree>
    <p:extLst>
      <p:ext uri="{BB962C8B-B14F-4D97-AF65-F5344CB8AC3E}">
        <p14:creationId xmlns:p14="http://schemas.microsoft.com/office/powerpoint/2010/main" val="246816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2790-3ADC-15BC-F99A-722469AB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827B-609C-C61E-DCAB-923950012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u="sng" dirty="0" err="1"/>
              <a:t>Tutakwaine</a:t>
            </a:r>
            <a:r>
              <a:rPr lang="en-US" sz="6600" u="sng" dirty="0"/>
              <a:t> </a:t>
            </a:r>
            <a:r>
              <a:rPr lang="en-US" sz="6600" u="sng" dirty="0" err="1"/>
              <a:t>mukama</a:t>
            </a:r>
            <a:r>
              <a:rPr lang="en-US" sz="6600" u="sng" dirty="0"/>
              <a:t> </a:t>
            </a:r>
            <a:r>
              <a:rPr lang="en-US" sz="6600" u="sng" dirty="0" err="1"/>
              <a:t>titukabaasa</a:t>
            </a:r>
            <a:r>
              <a:rPr lang="en-US" sz="6600" u="sng" dirty="0"/>
              <a:t> </a:t>
            </a:r>
            <a:r>
              <a:rPr lang="en-US" sz="6600" u="sng" dirty="0" err="1"/>
              <a:t>twaba</a:t>
            </a:r>
            <a:r>
              <a:rPr lang="en-US" sz="6600" u="sng" dirty="0"/>
              <a:t> </a:t>
            </a:r>
            <a:r>
              <a:rPr lang="en-US" sz="6600" u="sng" dirty="0" err="1"/>
              <a:t>tukwine</a:t>
            </a:r>
            <a:r>
              <a:rPr lang="en-US" sz="6600" u="sng" dirty="0"/>
              <a:t> </a:t>
            </a:r>
            <a:r>
              <a:rPr lang="en-US" sz="6600" u="sng" dirty="0" err="1"/>
              <a:t>iwe</a:t>
            </a:r>
            <a:r>
              <a:rPr lang="en-US" sz="6600" u="sng" dirty="0"/>
              <a:t> </a:t>
            </a:r>
            <a:r>
              <a:rPr lang="en-US" sz="6600" u="sng" dirty="0" err="1"/>
              <a:t>Yezu</a:t>
            </a:r>
            <a:r>
              <a:rPr lang="en-US" sz="6600" u="sng" dirty="0"/>
              <a:t> </a:t>
            </a:r>
            <a:r>
              <a:rPr lang="en-US" sz="6600" u="sng" dirty="0" err="1">
                <a:hlinkClick r:id="rId2" action="ppaction://hlinksldjump"/>
              </a:rPr>
              <a:t>nibibasika</a:t>
            </a:r>
            <a:endParaRPr lang="en-UG" sz="6600" u="sng" dirty="0"/>
          </a:p>
        </p:txBody>
      </p:sp>
    </p:spTree>
    <p:extLst>
      <p:ext uri="{BB962C8B-B14F-4D97-AF65-F5344CB8AC3E}">
        <p14:creationId xmlns:p14="http://schemas.microsoft.com/office/powerpoint/2010/main" val="166203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6C36-E895-B2B6-A4E5-743F7EC4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6F2F-7647-5AA4-FF0C-DCD1B4873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 err="1"/>
              <a:t>Itwe</a:t>
            </a:r>
            <a:r>
              <a:rPr lang="en-US" sz="5400" dirty="0"/>
              <a:t> </a:t>
            </a:r>
            <a:r>
              <a:rPr lang="en-US" sz="5400" dirty="0" err="1"/>
              <a:t>nkabaana</a:t>
            </a:r>
            <a:r>
              <a:rPr lang="en-US" sz="5400" dirty="0"/>
              <a:t> </a:t>
            </a:r>
            <a:r>
              <a:rPr lang="en-US" sz="5400" dirty="0" err="1"/>
              <a:t>babantu</a:t>
            </a:r>
            <a:r>
              <a:rPr lang="en-US" sz="5400" dirty="0"/>
              <a:t> </a:t>
            </a:r>
            <a:r>
              <a:rPr lang="en-US" sz="5400" dirty="0" err="1"/>
              <a:t>turi</a:t>
            </a:r>
            <a:r>
              <a:rPr lang="en-US" sz="5400" dirty="0"/>
              <a:t> </a:t>
            </a:r>
            <a:r>
              <a:rPr lang="en-US" sz="5400" dirty="0" err="1"/>
              <a:t>abaremwa</a:t>
            </a:r>
            <a:r>
              <a:rPr lang="en-US" sz="5400" dirty="0"/>
              <a:t> , </a:t>
            </a:r>
            <a:r>
              <a:rPr lang="en-US" sz="5400" dirty="0" err="1"/>
              <a:t>konka</a:t>
            </a:r>
            <a:r>
              <a:rPr lang="en-US" sz="5400" dirty="0"/>
              <a:t> </a:t>
            </a:r>
            <a:r>
              <a:rPr lang="en-US" sz="5400" dirty="0" err="1"/>
              <a:t>twabatukwine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nibibasika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65521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9B06-A2CD-E5B9-5016-ED850FF8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0AC22-F9F8-A34D-F616-8C1E220F3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err="1"/>
              <a:t>Abashomi</a:t>
            </a:r>
            <a:r>
              <a:rPr lang="en-US" sz="6000" dirty="0"/>
              <a:t> </a:t>
            </a:r>
            <a:r>
              <a:rPr lang="en-US" sz="6000" dirty="0" err="1"/>
              <a:t>bamakuru</a:t>
            </a:r>
            <a:r>
              <a:rPr lang="en-US" sz="6000" dirty="0"/>
              <a:t> </a:t>
            </a:r>
            <a:r>
              <a:rPr lang="en-US" sz="6000" dirty="0" err="1"/>
              <a:t>marungi</a:t>
            </a:r>
            <a:r>
              <a:rPr lang="en-US" sz="6000" dirty="0"/>
              <a:t> </a:t>
            </a:r>
            <a:r>
              <a:rPr lang="en-US" sz="6000" dirty="0" err="1"/>
              <a:t>ija</a:t>
            </a:r>
            <a:r>
              <a:rPr lang="en-US" sz="6000" dirty="0"/>
              <a:t> </a:t>
            </a:r>
            <a:r>
              <a:rPr lang="en-US" sz="6000" dirty="0" err="1"/>
              <a:t>obahwere</a:t>
            </a:r>
            <a:r>
              <a:rPr lang="en-US" sz="6000" dirty="0"/>
              <a:t> </a:t>
            </a:r>
            <a:r>
              <a:rPr lang="en-US" sz="6000" dirty="0" err="1"/>
              <a:t>nabatarikwegyesa</a:t>
            </a:r>
            <a:r>
              <a:rPr lang="en-US" sz="6000" dirty="0"/>
              <a:t> </a:t>
            </a:r>
            <a:r>
              <a:rPr lang="en-US" sz="6000" dirty="0" err="1"/>
              <a:t>ija</a:t>
            </a:r>
            <a:r>
              <a:rPr lang="en-US" sz="6000" dirty="0"/>
              <a:t> </a:t>
            </a:r>
            <a:r>
              <a:rPr lang="en-US" sz="6000" dirty="0" err="1"/>
              <a:t>obe</a:t>
            </a:r>
            <a:r>
              <a:rPr lang="en-US" sz="6000" dirty="0"/>
              <a:t> </a:t>
            </a:r>
            <a:r>
              <a:rPr lang="en-US" sz="6000" dirty="0" err="1">
                <a:hlinkClick r:id="rId2" action="ppaction://hlinksldjump"/>
              </a:rPr>
              <a:t>naabo</a:t>
            </a:r>
            <a:endParaRPr lang="en-UG" sz="6000" dirty="0"/>
          </a:p>
        </p:txBody>
      </p:sp>
    </p:spTree>
    <p:extLst>
      <p:ext uri="{BB962C8B-B14F-4D97-AF65-F5344CB8AC3E}">
        <p14:creationId xmlns:p14="http://schemas.microsoft.com/office/powerpoint/2010/main" val="52818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3C80-4A79-365B-BF96-7C44B76DC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3AEF0-B543-D1A2-D942-7C5972A6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err="1"/>
              <a:t>Omukushaba</a:t>
            </a:r>
            <a:r>
              <a:rPr lang="en-US" sz="6000" dirty="0"/>
              <a:t> </a:t>
            </a:r>
            <a:r>
              <a:rPr lang="en-US" sz="6000" dirty="0" err="1"/>
              <a:t>kwaitu</a:t>
            </a:r>
            <a:r>
              <a:rPr lang="en-US" sz="6000" dirty="0"/>
              <a:t> </a:t>
            </a:r>
            <a:r>
              <a:rPr lang="en-US" sz="6000" dirty="0" err="1"/>
              <a:t>ija</a:t>
            </a:r>
            <a:r>
              <a:rPr lang="en-US" sz="6000" dirty="0"/>
              <a:t> </a:t>
            </a:r>
            <a:r>
              <a:rPr lang="en-US" sz="6000" dirty="0" err="1"/>
              <a:t>obe</a:t>
            </a:r>
            <a:r>
              <a:rPr lang="en-US" sz="6000" dirty="0"/>
              <a:t> </a:t>
            </a:r>
            <a:r>
              <a:rPr lang="en-US" sz="6000" dirty="0" err="1"/>
              <a:t>naitwe</a:t>
            </a:r>
            <a:r>
              <a:rPr lang="en-US" sz="6000" dirty="0"/>
              <a:t> </a:t>
            </a:r>
            <a:r>
              <a:rPr lang="en-US" sz="6000" dirty="0" err="1"/>
              <a:t>omukweshongora</a:t>
            </a:r>
            <a:r>
              <a:rPr lang="en-US" sz="6000" dirty="0"/>
              <a:t> </a:t>
            </a:r>
            <a:r>
              <a:rPr lang="en-US" sz="6000" dirty="0" err="1"/>
              <a:t>ija</a:t>
            </a:r>
            <a:r>
              <a:rPr lang="en-US" sz="6000" dirty="0"/>
              <a:t> </a:t>
            </a:r>
            <a:r>
              <a:rPr lang="en-US" sz="6000" dirty="0" err="1">
                <a:hlinkClick r:id="rId2" action="ppaction://hlinksldjump"/>
              </a:rPr>
              <a:t>otuhwere</a:t>
            </a:r>
            <a:r>
              <a:rPr lang="en-US" sz="6000" dirty="0"/>
              <a:t>  </a:t>
            </a:r>
            <a:endParaRPr lang="en-UG" sz="6000" dirty="0"/>
          </a:p>
        </p:txBody>
      </p:sp>
    </p:spTree>
    <p:extLst>
      <p:ext uri="{BB962C8B-B14F-4D97-AF65-F5344CB8AC3E}">
        <p14:creationId xmlns:p14="http://schemas.microsoft.com/office/powerpoint/2010/main" val="361030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F663-1421-28BC-03DC-442C8276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CD97-76AE-8CED-91F8-BEFB4A47D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 err="1"/>
              <a:t>Programmes</a:t>
            </a:r>
            <a:r>
              <a:rPr lang="en-US" sz="5400" dirty="0"/>
              <a:t> </a:t>
            </a:r>
            <a:r>
              <a:rPr lang="en-US" sz="5400" dirty="0" err="1"/>
              <a:t>zoona</a:t>
            </a:r>
            <a:r>
              <a:rPr lang="en-US" sz="5400" dirty="0"/>
              <a:t> </a:t>
            </a:r>
            <a:r>
              <a:rPr lang="en-US" sz="5400" dirty="0" err="1"/>
              <a:t>twazikukwasa</a:t>
            </a:r>
            <a:r>
              <a:rPr lang="en-US" sz="5400" dirty="0"/>
              <a:t> </a:t>
            </a:r>
            <a:r>
              <a:rPr lang="en-US" sz="5400" dirty="0" err="1"/>
              <a:t>ija</a:t>
            </a:r>
            <a:r>
              <a:rPr lang="en-US" sz="5400" dirty="0"/>
              <a:t> </a:t>
            </a:r>
            <a:r>
              <a:rPr lang="en-US" sz="5400" dirty="0" err="1"/>
              <a:t>ogume</a:t>
            </a:r>
            <a:r>
              <a:rPr lang="en-US" sz="5400" dirty="0"/>
              <a:t> </a:t>
            </a:r>
            <a:r>
              <a:rPr lang="en-US" sz="5400" dirty="0" err="1"/>
              <a:t>naitwe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omumushomo</a:t>
            </a:r>
            <a:r>
              <a:rPr lang="en-US" sz="5400" dirty="0"/>
              <a:t> </a:t>
            </a:r>
            <a:r>
              <a:rPr lang="en-US" sz="5400" dirty="0" err="1"/>
              <a:t>ogu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4221162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67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MUKAMA YEZU</vt:lpstr>
      <vt:lpstr>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</cp:revision>
  <dcterms:created xsi:type="dcterms:W3CDTF">2024-06-18T19:06:59Z</dcterms:created>
  <dcterms:modified xsi:type="dcterms:W3CDTF">2024-06-18T19:22:43Z</dcterms:modified>
</cp:coreProperties>
</file>