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1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26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6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5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7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2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27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5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0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9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3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8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9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F52CF-5EE7-4D9A-8C0C-7B74857D2F23}" type="datetimeFigureOut">
              <a:rPr lang="en-US" smtClean="0"/>
              <a:t>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D57D7-17D2-4485-B0D3-44E7DCDC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50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YEZU NANYINI KIISA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>
                <a:latin typeface="Arial Black" panose="020B0A04020102020204" pitchFamily="34" charset="0"/>
              </a:rPr>
              <a:t>Bakristu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banange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katwegatte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wamu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Okusinza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mulokozi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wange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39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</a:t>
            </a:r>
            <a:r>
              <a:rPr lang="en-US" dirty="0" err="1" smtClean="0">
                <a:latin typeface="Arial Black" panose="020B0A04020102020204" pitchFamily="34" charset="0"/>
              </a:rPr>
              <a:t>nanyini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kiisa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Musakaramentu</a:t>
            </a:r>
            <a:r>
              <a:rPr lang="en-US" dirty="0" smtClean="0">
                <a:latin typeface="Arial Black" panose="020B0A04020102020204" pitchFamily="34" charset="0"/>
              </a:rPr>
              <a:t> lye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ampadde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omubiri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gwe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Ffunye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omukisa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389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2.Nneyanze </a:t>
            </a:r>
            <a:r>
              <a:rPr lang="en-US" dirty="0" err="1" smtClean="0">
                <a:latin typeface="Arial Black" panose="020B0A04020102020204" pitchFamily="34" charset="0"/>
              </a:rPr>
              <a:t>okunewa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onkoze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bulungi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Leero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nga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mpeeredwa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ontonedde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ebingi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3.Ayi Mukama </a:t>
            </a:r>
            <a:r>
              <a:rPr lang="en-US" dirty="0" err="1" smtClean="0">
                <a:latin typeface="Arial Black" panose="020B0A04020102020204" pitchFamily="34" charset="0"/>
              </a:rPr>
              <a:t>wange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Ng’onjagadde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leero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Oyingidde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omwange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Kale </a:t>
            </a:r>
            <a:r>
              <a:rPr lang="en-US" dirty="0" err="1" smtClean="0">
                <a:latin typeface="Arial Black" panose="020B0A04020102020204" pitchFamily="34" charset="0"/>
              </a:rPr>
              <a:t>twala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omwoyo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9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</a:t>
            </a:r>
            <a:r>
              <a:rPr lang="en-US" dirty="0" err="1" smtClean="0">
                <a:latin typeface="Arial Black" panose="020B0A04020102020204" pitchFamily="34" charset="0"/>
              </a:rPr>
              <a:t>nanyini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kiisa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Musakaramentu</a:t>
            </a:r>
            <a:r>
              <a:rPr lang="en-US" dirty="0" smtClean="0">
                <a:latin typeface="Arial Black" panose="020B0A04020102020204" pitchFamily="34" charset="0"/>
              </a:rPr>
              <a:t> lye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ampadde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omubiri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gwe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Ffunye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omukisa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13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4.Kyenkusaba </a:t>
            </a:r>
            <a:r>
              <a:rPr lang="en-US" dirty="0" err="1" smtClean="0">
                <a:latin typeface="Arial Black" panose="020B0A04020102020204" pitchFamily="34" charset="0"/>
              </a:rPr>
              <a:t>leero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Okukumanyanga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N’okukwagala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enyo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N’obutayonoona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5.Mulokozi </a:t>
            </a:r>
            <a:r>
              <a:rPr lang="en-US" dirty="0" err="1" smtClean="0">
                <a:latin typeface="Arial Black" panose="020B0A04020102020204" pitchFamily="34" charset="0"/>
              </a:rPr>
              <a:t>wange</a:t>
            </a:r>
            <a:r>
              <a:rPr lang="en-US" dirty="0" smtClean="0">
                <a:latin typeface="Arial Black" panose="020B0A04020102020204" pitchFamily="34" charset="0"/>
              </a:rPr>
              <a:t>,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Nze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nkulagaanyizza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Okukwegombanga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Ggwe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oli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mmere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yange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13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</a:t>
            </a:r>
            <a:r>
              <a:rPr lang="en-US" dirty="0" err="1" smtClean="0">
                <a:latin typeface="Arial Black" panose="020B0A04020102020204" pitchFamily="34" charset="0"/>
              </a:rPr>
              <a:t>nanyini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kiisa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Musakaramentu</a:t>
            </a:r>
            <a:r>
              <a:rPr lang="en-US" dirty="0" smtClean="0">
                <a:latin typeface="Arial Black" panose="020B0A04020102020204" pitchFamily="34" charset="0"/>
              </a:rPr>
              <a:t> lye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ampadde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omubiri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gwe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Ffunye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omukisa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710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10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Arial Rounded MT Bold</vt:lpstr>
      <vt:lpstr>Calibri</vt:lpstr>
      <vt:lpstr>Calibri Light</vt:lpstr>
      <vt:lpstr>Office Theme</vt:lpstr>
      <vt:lpstr>YEZU NANYINI KIISA  Bakristu banange katwegatte wamu Okusinza Yezu mulokozi wange.  </vt:lpstr>
      <vt:lpstr>CHRS  Yezu nanyini kiisa Musakaramentu lye ampadde omubiri gwe Ffunye omukisa.</vt:lpstr>
      <vt:lpstr>2.Nneyanze okunewa  onkoze bulungi Leero nga mpeeredwa  ontonedde ebingi   3.Ayi Mukama wange Ng’onjagadde leero  Oyingidde omwange  Kale twala omwoyo</vt:lpstr>
      <vt:lpstr>CHRS  Yezu nanyini kiisa Musakaramentu lye ampadde omubiri gwe Ffunye omukisa.</vt:lpstr>
      <vt:lpstr>4.Kyenkusaba leero Okukumanyanga N’okukwagala enyo  N’obutayonoona  5.Mulokozi wange, Nze nkulagaanyizza Okukwegombanga Ggwe oli mmere yange</vt:lpstr>
      <vt:lpstr>CHRS  Yezu nanyini kiisa Musakaramentu lye ampadde omubiri gwe Ffunye omukisa.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YEZU NANYINI KIISA  Bakristu banange katwegatte wamu Okusinza Yezu mulokozi wange.  </dc:title>
  <dc:creator>Admin</dc:creator>
  <cp:lastModifiedBy>Admin</cp:lastModifiedBy>
  <cp:revision>6</cp:revision>
  <dcterms:created xsi:type="dcterms:W3CDTF">2022-09-24T13:16:37Z</dcterms:created>
  <dcterms:modified xsi:type="dcterms:W3CDTF">2023-02-18T20:31:59Z</dcterms:modified>
</cp:coreProperties>
</file>