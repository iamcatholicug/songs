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52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01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2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5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9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910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9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3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5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4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98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8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2C863-A75E-4F6E-A1F8-881A87021C19}" type="datetimeFigureOut">
              <a:rPr lang="en-US" smtClean="0"/>
              <a:t>4/20/2024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70BD9-8D85-47AD-848D-7107BA8A6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035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075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</a:rPr>
              <a:t>TUKUSIIME YEZU</a:t>
            </a:r>
            <a:r>
              <a:rPr lang="en-US" sz="3600" dirty="0">
                <a:latin typeface="Arial Black" panose="020B0A04020102020204" pitchFamily="34" charset="0"/>
              </a:rPr>
              <a:t>.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>
                <a:solidFill>
                  <a:srgbClr val="FF0000"/>
                </a:solidFill>
                <a:latin typeface="Arial Black" panose="020B0A04020102020204" pitchFamily="34" charset="0"/>
              </a:rPr>
              <a:t>1. </a:t>
            </a:r>
            <a:r>
              <a:rPr lang="en-US" sz="3600" dirty="0" err="1">
                <a:latin typeface="Arial Black" panose="020B0A04020102020204" pitchFamily="34" charset="0"/>
              </a:rPr>
              <a:t>Abantu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boona</a:t>
            </a:r>
            <a:r>
              <a:rPr lang="en-US" sz="3600" dirty="0">
                <a:latin typeface="Arial Black" panose="020B0A04020102020204" pitchFamily="34" charset="0"/>
              </a:rPr>
              <a:t>, Yezu </a:t>
            </a:r>
            <a:r>
              <a:rPr lang="en-US" sz="3600" dirty="0" err="1">
                <a:latin typeface="Arial Black" panose="020B0A04020102020204" pitchFamily="34" charset="0"/>
              </a:rPr>
              <a:t>wabacungura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amahe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g’okuzimu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wagahemura</a:t>
            </a:r>
            <a:br>
              <a:rPr lang="en-US" sz="3600" dirty="0">
                <a:latin typeface="Arial Black" panose="020B0A04020102020204" pitchFamily="34" charset="0"/>
              </a:rPr>
            </a:b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solidFill>
                  <a:srgbClr val="0070C0"/>
                </a:solidFill>
                <a:latin typeface="Arial Black" panose="020B0A04020102020204" pitchFamily="34" charset="0"/>
              </a:rPr>
              <a:t>chrs</a:t>
            </a:r>
            <a:r>
              <a:rPr lang="en-US" sz="3600" dirty="0">
                <a:solidFill>
                  <a:srgbClr val="0070C0"/>
                </a:solidFill>
                <a:latin typeface="Arial Black" panose="020B0A04020102020204" pitchFamily="34" charset="0"/>
              </a:rPr>
              <a:t>;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tukusiime</a:t>
            </a:r>
            <a:r>
              <a:rPr lang="en-US" sz="3600" dirty="0">
                <a:latin typeface="Arial Black" panose="020B0A04020102020204" pitchFamily="34" charset="0"/>
              </a:rPr>
              <a:t> Yezu, </a:t>
            </a:r>
            <a:r>
              <a:rPr lang="en-US" sz="3600" dirty="0" err="1">
                <a:latin typeface="Arial Black" panose="020B0A04020102020204" pitchFamily="34" charset="0"/>
              </a:rPr>
              <a:t>omujumura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ngoma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okusinga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rufu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nareeta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kugoma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omubafu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warugamu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br>
              <a:rPr lang="en-US" sz="3600" dirty="0">
                <a:latin typeface="Arial Black" panose="020B0A04020102020204" pitchFamily="34" charset="0"/>
              </a:rPr>
            </a:br>
            <a:r>
              <a:rPr lang="en-US" sz="3600" dirty="0" err="1">
                <a:latin typeface="Arial Black" panose="020B0A04020102020204" pitchFamily="34" charset="0"/>
              </a:rPr>
              <a:t>n’orufu</a:t>
            </a:r>
            <a:r>
              <a:rPr lang="en-US" sz="3600" dirty="0">
                <a:latin typeface="Arial Black" panose="020B0A04020102020204" pitchFamily="34" charset="0"/>
              </a:rPr>
              <a:t> </a:t>
            </a:r>
            <a:r>
              <a:rPr lang="en-US" sz="3600" dirty="0" err="1">
                <a:latin typeface="Arial Black" panose="020B0A04020102020204" pitchFamily="34" charset="0"/>
              </a:rPr>
              <a:t>warutwihamu</a:t>
            </a:r>
            <a:r>
              <a:rPr lang="en-US" sz="3600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348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0751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2. </a:t>
            </a:r>
            <a:r>
              <a:rPr lang="en-US" dirty="0" err="1">
                <a:latin typeface="Arial Black" panose="020B0A04020102020204" pitchFamily="34" charset="0"/>
              </a:rPr>
              <a:t>Warwana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n’omubisha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wamusingura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engoma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y’obukama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wagigarura</a:t>
            </a:r>
            <a:r>
              <a:rPr lang="en-US" dirty="0">
                <a:latin typeface="Arial Black" panose="020B0A04020102020204" pitchFamily="34" charset="0"/>
              </a:rPr>
              <a:t>.</a:t>
            </a:r>
            <a:br>
              <a:rPr lang="en-US">
                <a:latin typeface="Arial Black" panose="020B0A04020102020204" pitchFamily="34" charset="0"/>
              </a:rPr>
            </a:br>
            <a:br>
              <a:rPr lang="en-US">
                <a:latin typeface="Arial Black" panose="020B0A04020102020204" pitchFamily="34" charset="0"/>
              </a:rPr>
            </a:br>
            <a:r>
              <a:rPr lang="en-US">
                <a:solidFill>
                  <a:srgbClr val="FF0000"/>
                </a:solidFill>
                <a:latin typeface="Arial Black" panose="020B0A04020102020204" pitchFamily="34" charset="0"/>
              </a:rPr>
              <a:t>3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. </a:t>
            </a:r>
            <a:r>
              <a:rPr lang="en-US" dirty="0" err="1">
                <a:latin typeface="Arial Black" panose="020B0A04020102020204" pitchFamily="34" charset="0"/>
              </a:rPr>
              <a:t>omwitsi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waitu</a:t>
            </a:r>
            <a:r>
              <a:rPr lang="en-US" dirty="0">
                <a:latin typeface="Arial Black" panose="020B0A04020102020204" pitchFamily="34" charset="0"/>
              </a:rPr>
              <a:t>, </a:t>
            </a:r>
            <a:r>
              <a:rPr lang="en-US" dirty="0" err="1">
                <a:latin typeface="Arial Black" panose="020B0A04020102020204" pitchFamily="34" charset="0"/>
              </a:rPr>
              <a:t>rufu</a:t>
            </a:r>
            <a:r>
              <a:rPr lang="en-US" dirty="0">
                <a:latin typeface="Arial Black" panose="020B0A04020102020204" pitchFamily="34" charset="0"/>
              </a:rPr>
              <a:t>, </a:t>
            </a:r>
            <a:r>
              <a:rPr lang="en-US" dirty="0" err="1">
                <a:latin typeface="Arial Black" panose="020B0A04020102020204" pitchFamily="34" charset="0"/>
              </a:rPr>
              <a:t>mbwenu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yainara</a:t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emyambi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n’obuta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bwe</a:t>
            </a:r>
            <a:r>
              <a:rPr lang="en-US" dirty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byamuragara</a:t>
            </a:r>
            <a:r>
              <a:rPr lang="en-US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2951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0751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4. </a:t>
            </a:r>
            <a:r>
              <a:rPr lang="en-US" sz="4800" dirty="0" err="1">
                <a:latin typeface="Arial Black" panose="020B0A04020102020204" pitchFamily="34" charset="0"/>
              </a:rPr>
              <a:t>Entaama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zoona</a:t>
            </a:r>
            <a:r>
              <a:rPr lang="en-US" sz="4800" dirty="0">
                <a:latin typeface="Arial Black" panose="020B0A04020102020204" pitchFamily="34" charset="0"/>
              </a:rPr>
              <a:t>, Yezu </a:t>
            </a:r>
            <a:r>
              <a:rPr lang="en-US" sz="4800" dirty="0" err="1">
                <a:latin typeface="Arial Black" panose="020B0A04020102020204" pitchFamily="34" charset="0"/>
              </a:rPr>
              <a:t>waazitambira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 err="1">
                <a:latin typeface="Arial Black" panose="020B0A04020102020204" pitchFamily="34" charset="0"/>
              </a:rPr>
              <a:t>wakunda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kworobyasho</a:t>
            </a:r>
            <a:r>
              <a:rPr lang="en-US" sz="4800" dirty="0">
                <a:latin typeface="Arial Black" panose="020B0A04020102020204" pitchFamily="34" charset="0"/>
              </a:rPr>
              <a:t>, </a:t>
            </a:r>
            <a:r>
              <a:rPr lang="en-US" sz="4800" dirty="0" err="1">
                <a:latin typeface="Arial Black" panose="020B0A04020102020204" pitchFamily="34" charset="0"/>
              </a:rPr>
              <a:t>yaazisaasira</a:t>
            </a:r>
            <a:r>
              <a:rPr lang="en-US" sz="4800" dirty="0">
                <a:latin typeface="Arial Black" panose="020B0A04020102020204" pitchFamily="34" charset="0"/>
              </a:rPr>
              <a:t>.</a:t>
            </a:r>
            <a:br>
              <a:rPr lang="en-US" sz="4800" dirty="0">
                <a:latin typeface="Arial Black" panose="020B0A04020102020204" pitchFamily="34" charset="0"/>
              </a:rPr>
            </a:br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5. </a:t>
            </a:r>
            <a:r>
              <a:rPr lang="en-US" sz="4800" dirty="0" err="1">
                <a:latin typeface="Arial Black" panose="020B0A04020102020204" pitchFamily="34" charset="0"/>
              </a:rPr>
              <a:t>eirembo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y’obukiire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mbwenu</a:t>
            </a:r>
            <a:r>
              <a:rPr lang="en-US" sz="4800" dirty="0">
                <a:latin typeface="Arial Black" panose="020B0A04020102020204" pitchFamily="34" charset="0"/>
              </a:rPr>
              <a:t> </a:t>
            </a:r>
            <a:r>
              <a:rPr lang="en-US" sz="4800" dirty="0" err="1">
                <a:latin typeface="Arial Black" panose="020B0A04020102020204" pitchFamily="34" charset="0"/>
              </a:rPr>
              <a:t>ryayigurwa</a:t>
            </a:r>
            <a:r>
              <a:rPr lang="en-US" sz="4800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538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0751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5400" dirty="0">
                <a:solidFill>
                  <a:srgbClr val="FF0000"/>
                </a:solidFill>
                <a:latin typeface="Arial Black" panose="020B0A04020102020204" pitchFamily="34" charset="0"/>
              </a:rPr>
              <a:t>6. </a:t>
            </a:r>
            <a:r>
              <a:rPr lang="en-US" sz="5400" dirty="0" err="1">
                <a:latin typeface="Arial Black" panose="020B0A04020102020204" pitchFamily="34" charset="0"/>
              </a:rPr>
              <a:t>Eneema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nyigi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hati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twazitungirwa</a:t>
            </a:r>
            <a:br>
              <a:rPr lang="en-US" sz="5400" dirty="0">
                <a:latin typeface="Arial Black" panose="020B0A04020102020204" pitchFamily="34" charset="0"/>
              </a:rPr>
            </a:br>
            <a:r>
              <a:rPr lang="en-US" sz="5400" dirty="0" err="1">
                <a:latin typeface="Arial Black" panose="020B0A04020102020204" pitchFamily="34" charset="0"/>
              </a:rPr>
              <a:t>eitungo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ry’oburagwa</a:t>
            </a:r>
            <a:r>
              <a:rPr lang="en-US" sz="5400" dirty="0">
                <a:latin typeface="Arial Black" panose="020B0A04020102020204" pitchFamily="34" charset="0"/>
              </a:rPr>
              <a:t> </a:t>
            </a:r>
            <a:r>
              <a:rPr lang="en-US" sz="5400" dirty="0" err="1">
                <a:latin typeface="Arial Black" panose="020B0A04020102020204" pitchFamily="34" charset="0"/>
              </a:rPr>
              <a:t>twaritaakirwa</a:t>
            </a:r>
            <a:r>
              <a:rPr lang="en-US" sz="5400" dirty="0">
                <a:latin typeface="Arial Black" panose="020B0A040201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8656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</TotalTime>
  <Words>21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Calibri Light</vt:lpstr>
      <vt:lpstr>Office Theme</vt:lpstr>
      <vt:lpstr>TUKUSIIME YEZU. 1. Abantu boona, Yezu wabacungura amahe g’okuzimu wagahemura  chrs; tukusiime Yezu, omujumura ngoma okusinga rufu nareeta kugoma omubafu warugamu  n’orufu warutwihamu.</vt:lpstr>
      <vt:lpstr>2. Warwana n’omubisha wamusingura engoma y’obukama wagigarura.  3. omwitsi waitu, rufu, mbwenu yainara emyambi n’obuta bwe byamuragara.</vt:lpstr>
      <vt:lpstr>4. Entaama zoona, Yezu waazitambira wakunda kworobyasho, yaazisaasira. 5. eirembo y’obukiire mbwenu ryayigurwa.</vt:lpstr>
      <vt:lpstr>6. Eneema nyigi hati twazitungirwa eitungo ry’oburagwa twaritaakirwa.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TUKUSIIME YEZU. 1. Abantu boona, Yezu wabacungura amahe g’okuzimu wagahemura chrs; tukusiime Yezu, omujumura ngoma okusinga rufu nareeta kugoma omubafu warugamu  n’orufu warutwihamu.</dc:title>
  <dc:creator>Admin</dc:creator>
  <cp:lastModifiedBy>HP</cp:lastModifiedBy>
  <cp:revision>6</cp:revision>
  <dcterms:created xsi:type="dcterms:W3CDTF">2021-04-03T11:40:07Z</dcterms:created>
  <dcterms:modified xsi:type="dcterms:W3CDTF">2024-04-20T18:35:35Z</dcterms:modified>
</cp:coreProperties>
</file>