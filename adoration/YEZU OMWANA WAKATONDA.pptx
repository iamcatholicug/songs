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73390-962D-4E8C-8880-B099D9B3FA38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E41FD-3279-4766-95DE-849632F03A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E41FD-3279-4766-95DE-849632F03AA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b="1" dirty="0" err="1"/>
              <a:t>Yezu</a:t>
            </a:r>
            <a:r>
              <a:rPr lang="en-US" sz="5400" b="1" dirty="0"/>
              <a:t> </a:t>
            </a:r>
            <a:r>
              <a:rPr lang="en-US" sz="5400" b="1" dirty="0" err="1"/>
              <a:t>omwana</a:t>
            </a:r>
            <a:r>
              <a:rPr lang="en-US" sz="5400" b="1" dirty="0"/>
              <a:t> </a:t>
            </a:r>
            <a:r>
              <a:rPr lang="en-US" sz="5400" b="1" dirty="0" err="1"/>
              <a:t>wa</a:t>
            </a:r>
            <a:r>
              <a:rPr lang="en-US" sz="5400" b="1" dirty="0"/>
              <a:t> </a:t>
            </a:r>
            <a:r>
              <a:rPr lang="en-US" sz="5400" b="1" dirty="0" err="1"/>
              <a:t>katonda</a:t>
            </a:r>
            <a:r>
              <a:rPr lang="en-US" sz="5400" b="1" dirty="0"/>
              <a:t> </a:t>
            </a:r>
            <a:r>
              <a:rPr lang="en-US" sz="5400" b="1" dirty="0" err="1"/>
              <a:t>wunno</a:t>
            </a:r>
            <a:r>
              <a:rPr lang="en-US" sz="5400" b="1" dirty="0"/>
              <a:t> </a:t>
            </a:r>
            <a:r>
              <a:rPr lang="en-US" sz="5400" b="1" dirty="0" err="1"/>
              <a:t>azze</a:t>
            </a:r>
            <a:r>
              <a:rPr lang="en-US" sz="5400" b="1" dirty="0"/>
              <a:t> </a:t>
            </a:r>
            <a:r>
              <a:rPr lang="en-US" sz="5400" b="1" dirty="0" err="1"/>
              <a:t>kigambo</a:t>
            </a:r>
            <a:r>
              <a:rPr lang="en-US" sz="5400" b="1" dirty="0"/>
              <a:t> </a:t>
            </a:r>
            <a:r>
              <a:rPr lang="en-US" sz="5400" b="1" dirty="0" err="1"/>
              <a:t>tumwanirize</a:t>
            </a:r>
            <a:r>
              <a:rPr lang="en-US" sz="5400" b="1" dirty="0"/>
              <a:t> </a:t>
            </a:r>
            <a:r>
              <a:rPr lang="en-US" sz="5400" b="1" dirty="0" err="1"/>
              <a:t>atuleetera</a:t>
            </a:r>
            <a:r>
              <a:rPr lang="en-US" sz="5400" b="1" dirty="0"/>
              <a:t> </a:t>
            </a:r>
            <a:r>
              <a:rPr lang="en-US" sz="5400" b="1" dirty="0" err="1"/>
              <a:t>amaulire</a:t>
            </a:r>
            <a:r>
              <a:rPr lang="en-US" sz="5400" b="1" dirty="0"/>
              <a:t> </a:t>
            </a:r>
            <a:r>
              <a:rPr lang="en-US" sz="5400" b="1" dirty="0" err="1"/>
              <a:t>amarungi</a:t>
            </a:r>
            <a:r>
              <a:rPr lang="en-US" sz="5400" b="1" dirty="0"/>
              <a:t>, </a:t>
            </a:r>
            <a:r>
              <a:rPr lang="en-US" sz="5400" b="1" dirty="0" err="1"/>
              <a:t>ag’ogumya</a:t>
            </a:r>
            <a:r>
              <a:rPr lang="en-US" sz="5400" b="1" dirty="0"/>
              <a:t> </a:t>
            </a:r>
            <a:r>
              <a:rPr lang="en-US" sz="5400" b="1" dirty="0" err="1"/>
              <a:t>emitima</a:t>
            </a:r>
            <a:r>
              <a:rPr lang="en-US" sz="5400" b="1" dirty="0"/>
              <a:t> </a:t>
            </a:r>
            <a:r>
              <a:rPr lang="en-US" sz="5400" b="1" dirty="0" err="1"/>
              <a:t>gyaffe</a:t>
            </a:r>
            <a:r>
              <a:rPr lang="en-US" sz="5400" b="1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/>
              <a:t>Alleluia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x2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b="1" dirty="0" err="1"/>
              <a:t>Yezu</a:t>
            </a:r>
            <a:r>
              <a:rPr lang="en-US" sz="4800" b="1" dirty="0"/>
              <a:t> </a:t>
            </a:r>
            <a:r>
              <a:rPr lang="en-US" sz="4800" b="1" dirty="0" err="1"/>
              <a:t>omuggagwa</a:t>
            </a:r>
            <a:r>
              <a:rPr lang="en-US" sz="4800" b="1" dirty="0"/>
              <a:t> </a:t>
            </a:r>
            <a:r>
              <a:rPr lang="en-US" sz="4800" b="1" dirty="0" err="1"/>
              <a:t>katonda</a:t>
            </a:r>
            <a:r>
              <a:rPr lang="en-US" sz="4800" b="1" dirty="0"/>
              <a:t> </a:t>
            </a:r>
            <a:r>
              <a:rPr lang="en-US" sz="4800" b="1" dirty="0" err="1"/>
              <a:t>tuuka</a:t>
            </a:r>
            <a:r>
              <a:rPr lang="en-US" sz="4800" b="1" dirty="0"/>
              <a:t> </a:t>
            </a:r>
            <a:r>
              <a:rPr lang="en-US" sz="4800" b="1" dirty="0" err="1"/>
              <a:t>abyonta</a:t>
            </a:r>
            <a:r>
              <a:rPr lang="en-US" sz="4800" b="1" dirty="0"/>
              <a:t> </a:t>
            </a:r>
            <a:r>
              <a:rPr lang="en-US" sz="4800" b="1" dirty="0" err="1"/>
              <a:t>tuzze</a:t>
            </a:r>
            <a:r>
              <a:rPr lang="en-US" sz="4800" b="1" dirty="0"/>
              <a:t> </a:t>
            </a:r>
            <a:r>
              <a:rPr lang="en-US" sz="4800" b="1" dirty="0" err="1"/>
              <a:t>tuwewwere</a:t>
            </a:r>
            <a:r>
              <a:rPr lang="en-US" sz="4800" b="1" dirty="0"/>
              <a:t>                                  </a:t>
            </a:r>
          </a:p>
          <a:p>
            <a:pPr>
              <a:buNone/>
            </a:pPr>
            <a:r>
              <a:rPr lang="en-US" sz="4800" b="1" dirty="0" err="1"/>
              <a:t>Yegwe</a:t>
            </a:r>
            <a:r>
              <a:rPr lang="en-US" sz="4800" b="1" dirty="0"/>
              <a:t> </a:t>
            </a:r>
            <a:r>
              <a:rPr lang="en-US" sz="4800" b="1" dirty="0" err="1"/>
              <a:t>mmwe</a:t>
            </a:r>
            <a:r>
              <a:rPr lang="en-US" sz="4800" b="1" dirty="0"/>
              <a:t> </a:t>
            </a:r>
            <a:r>
              <a:rPr lang="en-US" sz="4800" b="1" dirty="0" err="1"/>
              <a:t>tuttirabulyonta</a:t>
            </a:r>
            <a:r>
              <a:rPr lang="en-US" sz="4800" b="1" dirty="0"/>
              <a:t> </a:t>
            </a:r>
            <a:r>
              <a:rPr lang="en-US" sz="4800" b="1" dirty="0" err="1"/>
              <a:t>tuzzetuweere</a:t>
            </a:r>
            <a:r>
              <a:rPr lang="en-US" sz="4800" b="1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/>
              <a:t>Alleluia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x2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b="1" dirty="0" err="1"/>
              <a:t>Yezu</a:t>
            </a:r>
            <a:r>
              <a:rPr lang="en-US" sz="5400" b="1" dirty="0"/>
              <a:t> </a:t>
            </a:r>
            <a:r>
              <a:rPr lang="en-US" sz="5400" b="1" dirty="0" err="1"/>
              <a:t>amazi</a:t>
            </a:r>
            <a:r>
              <a:rPr lang="en-US" sz="5400" b="1" dirty="0"/>
              <a:t> </a:t>
            </a:r>
            <a:r>
              <a:rPr lang="en-US" sz="5400" b="1" dirty="0" err="1"/>
              <a:t>ga</a:t>
            </a:r>
            <a:r>
              <a:rPr lang="en-US" sz="5400" b="1" dirty="0"/>
              <a:t> </a:t>
            </a:r>
            <a:r>
              <a:rPr lang="en-US" sz="5400" b="1" dirty="0" err="1"/>
              <a:t>katonda</a:t>
            </a:r>
            <a:r>
              <a:rPr lang="en-US" sz="5400" b="1" dirty="0"/>
              <a:t>  </a:t>
            </a:r>
            <a:r>
              <a:rPr lang="en-US" sz="5400" b="1" dirty="0" err="1"/>
              <a:t>yiika</a:t>
            </a:r>
            <a:r>
              <a:rPr lang="en-US" sz="5400" b="1" dirty="0"/>
              <a:t> </a:t>
            </a:r>
            <a:r>
              <a:rPr lang="en-US" sz="5400" b="1" dirty="0" err="1"/>
              <a:t>abakyafu</a:t>
            </a:r>
            <a:r>
              <a:rPr lang="en-US" sz="5400" b="1" dirty="0"/>
              <a:t> </a:t>
            </a:r>
            <a:r>
              <a:rPr lang="en-US" sz="5400" b="1" dirty="0" err="1"/>
              <a:t>tuzze</a:t>
            </a:r>
            <a:r>
              <a:rPr lang="en-US" sz="5400" b="1" dirty="0"/>
              <a:t> </a:t>
            </a:r>
            <a:r>
              <a:rPr lang="en-US" sz="5400" b="1" dirty="0" err="1"/>
              <a:t>ffetunabe</a:t>
            </a:r>
            <a:r>
              <a:rPr lang="en-US" sz="5400" b="1" dirty="0"/>
              <a:t> </a:t>
            </a:r>
          </a:p>
          <a:p>
            <a:pPr>
              <a:buNone/>
            </a:pPr>
            <a:r>
              <a:rPr lang="en-US" sz="5400" b="1" dirty="0" err="1"/>
              <a:t>Tuyambe</a:t>
            </a:r>
            <a:r>
              <a:rPr lang="en-US" sz="5400" b="1" dirty="0"/>
              <a:t> </a:t>
            </a:r>
            <a:r>
              <a:rPr lang="en-US" sz="5400" b="1" dirty="0" err="1"/>
              <a:t>otugyekobu</a:t>
            </a:r>
            <a:r>
              <a:rPr lang="en-US" sz="5400" b="1" dirty="0"/>
              <a:t> </a:t>
            </a:r>
            <a:r>
              <a:rPr lang="en-US" sz="5400" b="1" dirty="0" err="1"/>
              <a:t>likazambi</a:t>
            </a:r>
            <a:r>
              <a:rPr lang="en-US" sz="5400" b="1" dirty="0"/>
              <a:t> </a:t>
            </a:r>
            <a:r>
              <a:rPr lang="en-US" sz="5400" b="1" dirty="0" err="1"/>
              <a:t>mwamule</a:t>
            </a:r>
            <a:r>
              <a:rPr lang="en-US" sz="5400" b="1" dirty="0"/>
              <a:t> </a:t>
            </a:r>
            <a:r>
              <a:rPr lang="en-US" sz="5400" b="1" dirty="0" err="1"/>
              <a:t>ffennatu</a:t>
            </a:r>
            <a:r>
              <a:rPr lang="en-US" sz="5400" b="1" dirty="0"/>
              <a:t> </a:t>
            </a:r>
            <a:r>
              <a:rPr lang="en-US" sz="5400" b="1" dirty="0" err="1"/>
              <a:t>myanse</a:t>
            </a:r>
            <a:endParaRPr lang="en-US" sz="5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/>
              <a:t>Alleluia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x2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4800" b="1" dirty="0" err="1"/>
              <a:t>Yezu</a:t>
            </a:r>
            <a:r>
              <a:rPr lang="en-US" sz="4800" b="1" dirty="0"/>
              <a:t> </a:t>
            </a:r>
            <a:r>
              <a:rPr lang="en-US" sz="4800" b="1" dirty="0" err="1"/>
              <a:t>enkubayaKatondato-nya</a:t>
            </a:r>
            <a:r>
              <a:rPr lang="en-US" sz="4800" b="1" dirty="0"/>
              <a:t>  </a:t>
            </a:r>
            <a:r>
              <a:rPr lang="en-US" sz="4800" b="1" dirty="0" err="1"/>
              <a:t>tonnye-ra</a:t>
            </a:r>
            <a:r>
              <a:rPr lang="en-US" sz="4800" b="1" dirty="0"/>
              <a:t>     </a:t>
            </a:r>
            <a:r>
              <a:rPr lang="en-US" sz="4800" b="1" dirty="0" err="1"/>
              <a:t>obu</a:t>
            </a:r>
            <a:r>
              <a:rPr lang="en-US" sz="4800" b="1" dirty="0"/>
              <a:t>-la-mu </a:t>
            </a:r>
            <a:r>
              <a:rPr lang="en-US" sz="4800" b="1" dirty="0" err="1"/>
              <a:t>bwa-ffe</a:t>
            </a:r>
            <a:endParaRPr lang="en-US" sz="4800" b="1" dirty="0"/>
          </a:p>
          <a:p>
            <a:pPr>
              <a:buNone/>
            </a:pPr>
            <a:r>
              <a:rPr lang="en-US" sz="4800" b="1" dirty="0"/>
              <a:t>Meza </a:t>
            </a:r>
            <a:r>
              <a:rPr lang="en-US" sz="4800" b="1" dirty="0" err="1"/>
              <a:t>muffe</a:t>
            </a:r>
            <a:r>
              <a:rPr lang="en-US" sz="4800" b="1" dirty="0"/>
              <a:t> </a:t>
            </a:r>
            <a:r>
              <a:rPr lang="en-US" sz="4800" b="1" dirty="0" err="1"/>
              <a:t>ensigo</a:t>
            </a:r>
            <a:r>
              <a:rPr lang="en-US" sz="4800" b="1" dirty="0"/>
              <a:t> </a:t>
            </a:r>
            <a:r>
              <a:rPr lang="en-US" sz="4800" b="1" dirty="0" err="1"/>
              <a:t>yo</a:t>
            </a:r>
            <a:r>
              <a:rPr lang="en-US" sz="4800" b="1" dirty="0"/>
              <a:t> </a:t>
            </a:r>
            <a:r>
              <a:rPr lang="en-US" sz="4800" b="1" dirty="0" err="1"/>
              <a:t>gwe</a:t>
            </a:r>
            <a:r>
              <a:rPr lang="en-US" sz="4800" b="1" dirty="0"/>
              <a:t> </a:t>
            </a:r>
            <a:r>
              <a:rPr lang="en-US" sz="4800" b="1" dirty="0" err="1"/>
              <a:t>gye</a:t>
            </a:r>
            <a:r>
              <a:rPr lang="en-US" sz="4800" b="1" dirty="0"/>
              <a:t> </a:t>
            </a:r>
            <a:r>
              <a:rPr lang="en-US" sz="4800" b="1" dirty="0" err="1"/>
              <a:t>wasimba</a:t>
            </a:r>
            <a:r>
              <a:rPr lang="en-US" sz="4800" b="1" dirty="0"/>
              <a:t> </a:t>
            </a:r>
            <a:r>
              <a:rPr lang="en-US" sz="4800" b="1" dirty="0" err="1"/>
              <a:t>tukubalaire</a:t>
            </a:r>
            <a:r>
              <a:rPr lang="en-US" sz="4800" b="1" dirty="0"/>
              <a:t> </a:t>
            </a:r>
            <a:r>
              <a:rPr lang="en-US" sz="4800" b="1" dirty="0" err="1"/>
              <a:t>obudde</a:t>
            </a:r>
            <a:r>
              <a:rPr lang="en-US" sz="4800" b="1" dirty="0"/>
              <a:t> </a:t>
            </a:r>
            <a:r>
              <a:rPr lang="en-US" sz="4800" b="1" dirty="0" err="1"/>
              <a:t>bwonna</a:t>
            </a:r>
            <a:r>
              <a:rPr lang="en-US" sz="4800" b="1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/>
              <a:t>Alleluia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x2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/>
              <a:t>Yezu</a:t>
            </a:r>
            <a:r>
              <a:rPr lang="en-US" sz="4800" b="1" dirty="0"/>
              <a:t> </a:t>
            </a:r>
            <a:r>
              <a:rPr lang="en-US" sz="4800" b="1" dirty="0" err="1"/>
              <a:t>ensulo</a:t>
            </a:r>
            <a:r>
              <a:rPr lang="en-US" sz="4800" b="1" dirty="0"/>
              <a:t> </a:t>
            </a:r>
            <a:r>
              <a:rPr lang="en-US" sz="4800" b="1" dirty="0" err="1"/>
              <a:t>ya</a:t>
            </a:r>
            <a:r>
              <a:rPr lang="en-US" sz="4800" b="1" dirty="0"/>
              <a:t> Kato-</a:t>
            </a:r>
            <a:r>
              <a:rPr lang="en-US" sz="4800" b="1" dirty="0" err="1"/>
              <a:t>nda</a:t>
            </a:r>
            <a:r>
              <a:rPr lang="en-US" sz="4800" b="1" dirty="0"/>
              <a:t> </a:t>
            </a:r>
            <a:r>
              <a:rPr lang="en-US" sz="4800" b="1" dirty="0" err="1"/>
              <a:t>tuu</a:t>
            </a:r>
            <a:r>
              <a:rPr lang="en-US" sz="4800" b="1" dirty="0"/>
              <a:t>-ka  </a:t>
            </a:r>
            <a:r>
              <a:rPr lang="en-US" sz="4800" b="1" dirty="0" err="1"/>
              <a:t>kuluku-tabulamu</a:t>
            </a:r>
            <a:r>
              <a:rPr lang="en-US" sz="4800" b="1" dirty="0"/>
              <a:t> </a:t>
            </a:r>
            <a:r>
              <a:rPr lang="en-US" sz="4800" b="1" dirty="0" err="1"/>
              <a:t>bwa-ffe</a:t>
            </a:r>
            <a:endParaRPr lang="en-US" sz="4800" b="1" dirty="0"/>
          </a:p>
          <a:p>
            <a:pPr>
              <a:buNone/>
            </a:pPr>
            <a:r>
              <a:rPr lang="en-US" sz="4800" b="1" dirty="0" err="1"/>
              <a:t>Tufune</a:t>
            </a:r>
            <a:r>
              <a:rPr lang="en-US" sz="4800" b="1" dirty="0"/>
              <a:t> </a:t>
            </a:r>
            <a:r>
              <a:rPr lang="en-US" sz="4800" b="1" dirty="0" err="1"/>
              <a:t>obulamu</a:t>
            </a:r>
            <a:r>
              <a:rPr lang="en-US" sz="4800" b="1" dirty="0"/>
              <a:t> </a:t>
            </a:r>
            <a:r>
              <a:rPr lang="en-US" sz="4800" b="1" dirty="0" err="1"/>
              <a:t>bwo</a:t>
            </a:r>
            <a:r>
              <a:rPr lang="en-US" sz="4800" b="1" dirty="0"/>
              <a:t> </a:t>
            </a:r>
            <a:r>
              <a:rPr lang="en-US" sz="4800" b="1" dirty="0" err="1"/>
              <a:t>buli</a:t>
            </a:r>
            <a:r>
              <a:rPr lang="en-US" sz="4800" b="1" dirty="0"/>
              <a:t> </a:t>
            </a:r>
            <a:r>
              <a:rPr lang="en-US" sz="4800" b="1" dirty="0" err="1"/>
              <a:t>kaseera</a:t>
            </a:r>
            <a:r>
              <a:rPr lang="en-US" sz="4800" b="1" dirty="0"/>
              <a:t> </a:t>
            </a:r>
            <a:r>
              <a:rPr lang="en-US" sz="4800" b="1" dirty="0" err="1"/>
              <a:t>ogobee</a:t>
            </a:r>
            <a:r>
              <a:rPr lang="en-US" sz="4800" b="1" dirty="0"/>
              <a:t> </a:t>
            </a:r>
            <a:r>
              <a:rPr lang="en-US" sz="4800" b="1" dirty="0" err="1"/>
              <a:t>kyeya</a:t>
            </a:r>
            <a:r>
              <a:rPr lang="en-US" sz="4800" b="1" dirty="0"/>
              <a:t> </a:t>
            </a:r>
            <a:r>
              <a:rPr lang="en-US" sz="4800" b="1" dirty="0" err="1"/>
              <a:t>muffe</a:t>
            </a:r>
            <a:r>
              <a:rPr lang="en-US" sz="4800" b="1" dirty="0"/>
              <a:t> </a:t>
            </a:r>
            <a:r>
              <a:rPr lang="en-US" sz="4800" b="1" dirty="0" err="1"/>
              <a:t>ffenna</a:t>
            </a:r>
            <a:endParaRPr lang="en-US" sz="4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/>
              <a:t>Alleluia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</a:t>
            </a:r>
            <a:r>
              <a:rPr lang="en-US" sz="6000" b="1" dirty="0" err="1"/>
              <a:t>alleluia</a:t>
            </a:r>
            <a:r>
              <a:rPr lang="en-US" sz="6000" b="1" dirty="0"/>
              <a:t> x2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129</Words>
  <Application>Microsoft Office PowerPoint</Application>
  <PresentationFormat>On-screen Show (4:3)</PresentationFormat>
  <Paragraphs>21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1</vt:lpstr>
      <vt:lpstr>Chrs</vt:lpstr>
      <vt:lpstr>2</vt:lpstr>
      <vt:lpstr>PowerPoint Presentation</vt:lpstr>
      <vt:lpstr>3</vt:lpstr>
      <vt:lpstr>PowerPoint Presentation</vt:lpstr>
      <vt:lpstr>4</vt:lpstr>
      <vt:lpstr>PowerPoint Presentation</vt:lpstr>
      <vt:lpstr>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 </dc:title>
  <dc:creator>OWAMAANI Claret</dc:creator>
  <cp:lastModifiedBy>HP</cp:lastModifiedBy>
  <cp:revision>18</cp:revision>
  <dcterms:created xsi:type="dcterms:W3CDTF">2006-08-16T00:00:00Z</dcterms:created>
  <dcterms:modified xsi:type="dcterms:W3CDTF">2024-07-07T06:54:55Z</dcterms:modified>
</cp:coreProperties>
</file>