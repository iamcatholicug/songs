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6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38200"/>
            <a:ext cx="8001000" cy="5791200"/>
          </a:xfrm>
        </p:spPr>
        <p:txBody>
          <a:bodyPr>
            <a:normAutofit/>
          </a:bodyPr>
          <a:lstStyle/>
          <a:p>
            <a:pPr algn="l"/>
            <a:r>
              <a:rPr lang="en-US" sz="4400" dirty="0" err="1" smtClean="0"/>
              <a:t>Obugyenyi</a:t>
            </a:r>
            <a:r>
              <a:rPr lang="en-US" sz="4400" dirty="0" smtClean="0"/>
              <a:t> </a:t>
            </a:r>
            <a:r>
              <a:rPr lang="en-US" sz="4400" dirty="0" err="1" smtClean="0"/>
              <a:t>bwa</a:t>
            </a:r>
            <a:r>
              <a:rPr lang="en-US" sz="4400" dirty="0" smtClean="0"/>
              <a:t> Yezu </a:t>
            </a:r>
            <a:r>
              <a:rPr lang="en-US" sz="4400" dirty="0" err="1" smtClean="0"/>
              <a:t>bwahire</a:t>
            </a:r>
            <a:r>
              <a:rPr lang="en-US" sz="4400" dirty="0" smtClean="0"/>
              <a:t> </a:t>
            </a:r>
            <a:r>
              <a:rPr lang="en-US" sz="4400" dirty="0" err="1" smtClean="0"/>
              <a:t>mwije</a:t>
            </a:r>
            <a:r>
              <a:rPr lang="en-US" sz="4400" dirty="0" smtClean="0"/>
              <a:t> </a:t>
            </a:r>
            <a:r>
              <a:rPr lang="en-US" sz="4400" dirty="0" err="1" smtClean="0"/>
              <a:t>tubutahe</a:t>
            </a:r>
            <a:r>
              <a:rPr lang="en-US" sz="4400" dirty="0" smtClean="0"/>
              <a:t> </a:t>
            </a:r>
            <a:br>
              <a:rPr lang="en-US" sz="4400" dirty="0" smtClean="0"/>
            </a:br>
            <a:r>
              <a:rPr lang="en-US" sz="4400" dirty="0" smtClean="0"/>
              <a:t>x2</a:t>
            </a:r>
            <a:endParaRPr lang="en-US" sz="4400" dirty="0"/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4800" dirty="0" err="1" smtClean="0"/>
              <a:t>Tubutahe</a:t>
            </a:r>
            <a:r>
              <a:rPr lang="en-US" sz="4800" dirty="0" smtClean="0"/>
              <a:t> we </a:t>
            </a:r>
            <a:r>
              <a:rPr lang="en-US" sz="4800" dirty="0" err="1" smtClean="0"/>
              <a:t>aturiise</a:t>
            </a:r>
            <a:r>
              <a:rPr lang="en-US" sz="4800" dirty="0" smtClean="0"/>
              <a:t> ,   </a:t>
            </a:r>
            <a:r>
              <a:rPr lang="en-US" sz="4800" dirty="0" err="1" smtClean="0"/>
              <a:t>mwije</a:t>
            </a:r>
            <a:r>
              <a:rPr lang="en-US" sz="4800" dirty="0" smtClean="0"/>
              <a:t> </a:t>
            </a:r>
            <a:r>
              <a:rPr lang="en-US" sz="4800" dirty="0" err="1" smtClean="0"/>
              <a:t>tubutahe</a:t>
            </a:r>
            <a:endParaRPr lang="en-US" sz="4800" dirty="0" smtClean="0"/>
          </a:p>
          <a:p>
            <a:pPr marL="514350" indent="-514350">
              <a:buNone/>
            </a:pPr>
            <a:r>
              <a:rPr lang="en-US" sz="4800" dirty="0" smtClean="0"/>
              <a:t>      </a:t>
            </a:r>
            <a:r>
              <a:rPr lang="en-US" sz="4800" dirty="0" err="1" smtClean="0"/>
              <a:t>Tubutahe</a:t>
            </a:r>
            <a:r>
              <a:rPr lang="en-US" sz="4800" dirty="0" smtClean="0"/>
              <a:t> we </a:t>
            </a:r>
            <a:r>
              <a:rPr lang="en-US" sz="4800" dirty="0" err="1" smtClean="0"/>
              <a:t>atunywise</a:t>
            </a:r>
            <a:r>
              <a:rPr lang="en-US" sz="4800" dirty="0" smtClean="0"/>
              <a:t>        ``          ``</a:t>
            </a:r>
            <a:endParaRPr lang="en-US" sz="4800" dirty="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/>
              <a:t>2. </a:t>
            </a:r>
            <a:r>
              <a:rPr lang="en-US" sz="5400" dirty="0" err="1" smtClean="0"/>
              <a:t>Omukundwa</a:t>
            </a:r>
            <a:r>
              <a:rPr lang="en-US" sz="5400" dirty="0" smtClean="0"/>
              <a:t> </a:t>
            </a:r>
            <a:r>
              <a:rPr lang="en-US" sz="5400" dirty="0" err="1" smtClean="0"/>
              <a:t>wensi</a:t>
            </a:r>
            <a:r>
              <a:rPr lang="en-US" sz="5400" dirty="0" smtClean="0"/>
              <a:t> </a:t>
            </a:r>
            <a:r>
              <a:rPr lang="en-US" sz="5400" dirty="0" err="1" smtClean="0"/>
              <a:t>yoona</a:t>
            </a:r>
            <a:r>
              <a:rPr lang="en-US" sz="5400" dirty="0" smtClean="0"/>
              <a:t>,         ``         ``</a:t>
            </a:r>
          </a:p>
          <a:p>
            <a:pPr>
              <a:buNone/>
            </a:pPr>
            <a:r>
              <a:rPr lang="en-US" sz="5400" dirty="0" smtClean="0"/>
              <a:t>     </a:t>
            </a:r>
            <a:r>
              <a:rPr lang="en-US" sz="5400" dirty="0" err="1" smtClean="0"/>
              <a:t>Omukundwa</a:t>
            </a:r>
            <a:r>
              <a:rPr lang="en-US" sz="5400" dirty="0" smtClean="0"/>
              <a:t> </a:t>
            </a:r>
            <a:r>
              <a:rPr lang="en-US" sz="5400" dirty="0" err="1" smtClean="0"/>
              <a:t>weitu</a:t>
            </a:r>
            <a:r>
              <a:rPr lang="en-US" sz="5400" dirty="0" smtClean="0"/>
              <a:t> </a:t>
            </a:r>
            <a:r>
              <a:rPr lang="en-US" sz="5400" dirty="0" err="1" smtClean="0"/>
              <a:t>twena</a:t>
            </a:r>
            <a:r>
              <a:rPr lang="en-US" sz="5400" dirty="0" smtClean="0"/>
              <a:t>           ``        ``</a:t>
            </a:r>
            <a:endParaRPr lang="en-US" sz="5400" dirty="0"/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/>
              <a:t>3. </a:t>
            </a:r>
            <a:r>
              <a:rPr lang="en-US" sz="5400" dirty="0" err="1" smtClean="0"/>
              <a:t>Abamweha</a:t>
            </a:r>
            <a:r>
              <a:rPr lang="en-US" sz="5400" dirty="0" smtClean="0"/>
              <a:t> </a:t>
            </a:r>
            <a:r>
              <a:rPr lang="en-US" sz="5400" dirty="0" err="1" smtClean="0"/>
              <a:t>na</a:t>
            </a:r>
            <a:r>
              <a:rPr lang="en-US" sz="5400" dirty="0" smtClean="0"/>
              <a:t> </a:t>
            </a:r>
            <a:r>
              <a:rPr lang="en-US" sz="5400" dirty="0" err="1" smtClean="0"/>
              <a:t>bahirwa</a:t>
            </a:r>
            <a:r>
              <a:rPr lang="en-US" sz="5400" dirty="0" smtClean="0"/>
              <a:t>,          ``            ``</a:t>
            </a:r>
          </a:p>
          <a:p>
            <a:pPr>
              <a:buNone/>
            </a:pPr>
            <a:r>
              <a:rPr lang="en-US" sz="5400" dirty="0" smtClean="0"/>
              <a:t>    </a:t>
            </a:r>
            <a:r>
              <a:rPr lang="en-US" sz="5400" dirty="0" err="1" smtClean="0"/>
              <a:t>Bine</a:t>
            </a:r>
            <a:r>
              <a:rPr lang="en-US" sz="5400" dirty="0" smtClean="0"/>
              <a:t> </a:t>
            </a:r>
            <a:r>
              <a:rPr lang="en-US" sz="5400" dirty="0" err="1" smtClean="0"/>
              <a:t>amaani</a:t>
            </a:r>
            <a:r>
              <a:rPr lang="en-US" sz="5400" dirty="0" smtClean="0"/>
              <a:t> </a:t>
            </a:r>
            <a:r>
              <a:rPr lang="en-US" sz="5400" dirty="0" err="1" smtClean="0"/>
              <a:t>nobusingye</a:t>
            </a:r>
            <a:r>
              <a:rPr lang="en-US" sz="5400" dirty="0" smtClean="0"/>
              <a:t>          ``            ``</a:t>
            </a:r>
            <a:endParaRPr lang="en-US" sz="5400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dirty="0" smtClean="0"/>
              <a:t>4. </a:t>
            </a:r>
            <a:r>
              <a:rPr lang="en-US" sz="4800" dirty="0" err="1" smtClean="0"/>
              <a:t>Abashaija</a:t>
            </a:r>
            <a:r>
              <a:rPr lang="en-US" sz="4800" dirty="0" smtClean="0"/>
              <a:t> </a:t>
            </a:r>
            <a:r>
              <a:rPr lang="en-US" sz="4800" dirty="0" err="1" smtClean="0"/>
              <a:t>na</a:t>
            </a:r>
            <a:r>
              <a:rPr lang="en-US" sz="4800" dirty="0" smtClean="0"/>
              <a:t> </a:t>
            </a:r>
            <a:r>
              <a:rPr lang="en-US" sz="4800" dirty="0" err="1" smtClean="0"/>
              <a:t>nabasyara</a:t>
            </a:r>
            <a:r>
              <a:rPr lang="en-US" sz="4800" dirty="0" smtClean="0"/>
              <a:t> ,        ``              ``</a:t>
            </a:r>
          </a:p>
          <a:p>
            <a:pPr>
              <a:buNone/>
            </a:pPr>
            <a:r>
              <a:rPr lang="en-US" sz="4800" dirty="0" smtClean="0"/>
              <a:t>    </a:t>
            </a:r>
            <a:r>
              <a:rPr lang="en-US" sz="4800" dirty="0" err="1" smtClean="0"/>
              <a:t>Tubutahe</a:t>
            </a:r>
            <a:r>
              <a:rPr lang="en-US" sz="4800" dirty="0" smtClean="0"/>
              <a:t> </a:t>
            </a:r>
            <a:r>
              <a:rPr lang="en-US" sz="4800" dirty="0" err="1" smtClean="0"/>
              <a:t>n`omuhimbo</a:t>
            </a:r>
            <a:r>
              <a:rPr lang="en-US" sz="4800" dirty="0" smtClean="0"/>
              <a:t> ,          ``             ``</a:t>
            </a:r>
            <a:endParaRPr lang="en-US" sz="4800" dirty="0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800" dirty="0" smtClean="0"/>
              <a:t>5. </a:t>
            </a:r>
            <a:r>
              <a:rPr lang="en-US" sz="4800" dirty="0" err="1" smtClean="0"/>
              <a:t>Omurisa</a:t>
            </a:r>
            <a:r>
              <a:rPr lang="en-US" sz="4800" dirty="0" smtClean="0"/>
              <a:t> </a:t>
            </a:r>
            <a:r>
              <a:rPr lang="en-US" sz="4800" dirty="0" err="1" smtClean="0"/>
              <a:t>wensi</a:t>
            </a:r>
            <a:r>
              <a:rPr lang="en-US" sz="4800" dirty="0" smtClean="0"/>
              <a:t> </a:t>
            </a:r>
            <a:r>
              <a:rPr lang="en-US" sz="4800" dirty="0" err="1" smtClean="0"/>
              <a:t>yoona</a:t>
            </a:r>
            <a:r>
              <a:rPr lang="en-US" sz="4800" dirty="0" smtClean="0"/>
              <a:t>,            ``               ``</a:t>
            </a:r>
          </a:p>
          <a:p>
            <a:pPr>
              <a:buNone/>
            </a:pPr>
            <a:r>
              <a:rPr lang="en-US" sz="4800" dirty="0" smtClean="0"/>
              <a:t>     </a:t>
            </a:r>
            <a:r>
              <a:rPr lang="en-US" sz="4800" dirty="0" err="1" smtClean="0"/>
              <a:t>Omurisa</a:t>
            </a:r>
            <a:r>
              <a:rPr lang="en-US" sz="4800" dirty="0" smtClean="0"/>
              <a:t> </a:t>
            </a:r>
            <a:r>
              <a:rPr lang="en-US" sz="4800" dirty="0" err="1" smtClean="0"/>
              <a:t>weitu</a:t>
            </a:r>
            <a:r>
              <a:rPr lang="en-US" sz="4800" dirty="0" smtClean="0"/>
              <a:t> </a:t>
            </a:r>
            <a:r>
              <a:rPr lang="en-US" sz="4800" dirty="0" err="1" smtClean="0"/>
              <a:t>twena</a:t>
            </a:r>
            <a:r>
              <a:rPr lang="en-US" sz="4800" dirty="0" smtClean="0"/>
              <a:t>              ``              ``</a:t>
            </a:r>
            <a:endParaRPr lang="en-US" sz="4800" dirty="0"/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</TotalTime>
  <Words>74</Words>
  <Application>Microsoft Office PowerPoint</Application>
  <PresentationFormat>On-screen Show (4:3)</PresentationFormat>
  <Paragraphs>11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Concourse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OBUGYENYI BYA YEZU</dc:title>
  <dc:creator>student2</dc:creator>
  <cp:lastModifiedBy>user</cp:lastModifiedBy>
  <cp:revision>6</cp:revision>
  <dcterms:created xsi:type="dcterms:W3CDTF">2006-08-16T00:00:00Z</dcterms:created>
  <dcterms:modified xsi:type="dcterms:W3CDTF">2023-10-14T14:15:36Z</dcterms:modified>
</cp:coreProperties>
</file>