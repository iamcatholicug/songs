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02-Sep-22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user\Desktop\CHOIR\SUN\YAYINAMUKA%20YERUSALEMU.pptx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09600"/>
            <a:ext cx="6400800" cy="5029200"/>
          </a:xfrm>
        </p:spPr>
        <p:txBody>
          <a:bodyPr>
            <a:normAutofit/>
          </a:bodyPr>
          <a:lstStyle/>
          <a:p>
            <a:r>
              <a:rPr lang="en-US" sz="7200" smtClean="0">
                <a:solidFill>
                  <a:schemeClr val="tx1"/>
                </a:solidFill>
                <a:hlinkClick r:id="rId2" action="ppaction://hlinkpres?slideindex=1&amp;slidetitle=CHRS"/>
              </a:rPr>
              <a:t>cc</a:t>
            </a:r>
            <a:endParaRPr lang="en-US" sz="7200" smtClean="0">
              <a:solidFill>
                <a:schemeClr val="tx1"/>
              </a:solidFill>
            </a:endParaRPr>
          </a:p>
          <a:p>
            <a:r>
              <a:rPr lang="en-US" sz="7200" dirty="0" err="1" smtClean="0">
                <a:solidFill>
                  <a:schemeClr val="tx1"/>
                </a:solidFill>
              </a:rPr>
              <a:t>Ashagatirwe</a:t>
            </a:r>
            <a:r>
              <a:rPr lang="en-US" sz="7200" dirty="0" smtClean="0">
                <a:solidFill>
                  <a:schemeClr val="tx1"/>
                </a:solidFill>
              </a:rPr>
              <a:t> </a:t>
            </a:r>
            <a:r>
              <a:rPr lang="en-US" sz="7200" dirty="0" err="1" smtClean="0">
                <a:solidFill>
                  <a:schemeClr val="tx1"/>
                </a:solidFill>
              </a:rPr>
              <a:t>Yezu</a:t>
            </a:r>
            <a:r>
              <a:rPr lang="en-US" sz="7200" dirty="0" smtClean="0">
                <a:solidFill>
                  <a:schemeClr val="tx1"/>
                </a:solidFill>
              </a:rPr>
              <a:t> </a:t>
            </a:r>
            <a:r>
              <a:rPr lang="en-US" sz="7200" dirty="0" err="1" smtClean="0">
                <a:solidFill>
                  <a:schemeClr val="tx1"/>
                </a:solidFill>
              </a:rPr>
              <a:t>Kwon’omugabe</a:t>
            </a:r>
            <a:endParaRPr lang="en-US" sz="7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sz="5400" dirty="0" smtClean="0"/>
              <a:t>1</a:t>
            </a:r>
          </a:p>
          <a:p>
            <a:pPr>
              <a:buNone/>
            </a:pPr>
            <a:r>
              <a:rPr lang="en-US" sz="5400" dirty="0" err="1" smtClean="0"/>
              <a:t>Mukama</a:t>
            </a:r>
            <a:r>
              <a:rPr lang="en-US" sz="5400" dirty="0" smtClean="0"/>
              <a:t> </a:t>
            </a:r>
            <a:r>
              <a:rPr lang="en-US" sz="5400" dirty="0" err="1" smtClean="0"/>
              <a:t>wabahangwa</a:t>
            </a:r>
            <a:r>
              <a:rPr lang="en-US" sz="5400" dirty="0" smtClean="0"/>
              <a:t> </a:t>
            </a:r>
            <a:r>
              <a:rPr lang="en-US" sz="5400" dirty="0" err="1" smtClean="0"/>
              <a:t>bensi</a:t>
            </a:r>
            <a:r>
              <a:rPr lang="en-US" sz="5400" dirty="0" smtClean="0"/>
              <a:t> </a:t>
            </a:r>
            <a:r>
              <a:rPr lang="en-US" sz="5400" dirty="0" err="1" smtClean="0"/>
              <a:t>neiguru</a:t>
            </a:r>
            <a:r>
              <a:rPr lang="en-US" sz="5400" dirty="0" smtClean="0"/>
              <a:t> </a:t>
            </a:r>
            <a:r>
              <a:rPr lang="en-US" sz="5400" dirty="0" err="1" smtClean="0"/>
              <a:t>ashagatirwe</a:t>
            </a:r>
            <a:r>
              <a:rPr lang="en-US" sz="5400" dirty="0" smtClean="0"/>
              <a:t> </a:t>
            </a:r>
            <a:r>
              <a:rPr lang="en-US" sz="5400" smtClean="0"/>
              <a:t>yesu </a:t>
            </a:r>
          </a:p>
          <a:p>
            <a:pPr>
              <a:buNone/>
            </a:pPr>
            <a:r>
              <a:rPr lang="en-US" sz="5400" dirty="0" err="1" smtClean="0"/>
              <a:t>omu</a:t>
            </a:r>
            <a:r>
              <a:rPr lang="en-US" sz="5400" dirty="0" smtClean="0"/>
              <a:t> </a:t>
            </a:r>
            <a:r>
              <a:rPr lang="en-US" sz="5400" dirty="0" err="1" smtClean="0"/>
              <a:t>rurembo</a:t>
            </a:r>
            <a:r>
              <a:rPr lang="en-US" sz="5400" dirty="0" smtClean="0"/>
              <a:t> </a:t>
            </a:r>
            <a:r>
              <a:rPr lang="en-US" sz="5400" dirty="0" err="1" smtClean="0"/>
              <a:t>naaza</a:t>
            </a:r>
            <a:r>
              <a:rPr lang="en-US" sz="5400" dirty="0" smtClean="0"/>
              <a:t> </a:t>
            </a:r>
            <a:r>
              <a:rPr lang="en-US" sz="5400" dirty="0" err="1" smtClean="0"/>
              <a:t>yerusalem</a:t>
            </a:r>
            <a:endParaRPr lang="en-US" sz="540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dirty="0" err="1" smtClean="0"/>
              <a:t>Endogoya</a:t>
            </a:r>
            <a:r>
              <a:rPr lang="en-US" sz="4800" dirty="0" smtClean="0"/>
              <a:t> </a:t>
            </a:r>
            <a:r>
              <a:rPr lang="en-US" sz="4800" dirty="0" err="1" smtClean="0"/>
              <a:t>egyo</a:t>
            </a:r>
            <a:r>
              <a:rPr lang="en-US" sz="4800" dirty="0" smtClean="0"/>
              <a:t> </a:t>
            </a:r>
            <a:r>
              <a:rPr lang="en-US" sz="4800" dirty="0" err="1" smtClean="0"/>
              <a:t>ndetsi</a:t>
            </a:r>
            <a:r>
              <a:rPr lang="en-US" sz="4800" dirty="0" smtClean="0"/>
              <a:t> </a:t>
            </a:r>
            <a:r>
              <a:rPr lang="en-US" sz="4800" dirty="0" err="1" smtClean="0"/>
              <a:t>yaaretana</a:t>
            </a:r>
            <a:r>
              <a:rPr lang="en-US" sz="4800" dirty="0" smtClean="0"/>
              <a:t> ---</a:t>
            </a:r>
            <a:r>
              <a:rPr lang="en-US" sz="4800" dirty="0" err="1" smtClean="0"/>
              <a:t>ashagatirwe</a:t>
            </a:r>
            <a:endParaRPr lang="en-US" sz="4800" dirty="0" smtClean="0"/>
          </a:p>
          <a:p>
            <a:pPr>
              <a:buNone/>
            </a:pPr>
            <a:r>
              <a:rPr lang="en-US" sz="4800" dirty="0" err="1" smtClean="0"/>
              <a:t>Atembire</a:t>
            </a:r>
            <a:r>
              <a:rPr lang="en-US" sz="4800" dirty="0" smtClean="0"/>
              <a:t> </a:t>
            </a:r>
            <a:r>
              <a:rPr lang="en-US" sz="4800" dirty="0" err="1" smtClean="0"/>
              <a:t>ogwo</a:t>
            </a:r>
            <a:r>
              <a:rPr lang="en-US" sz="4800" dirty="0" smtClean="0"/>
              <a:t> </a:t>
            </a:r>
            <a:r>
              <a:rPr lang="en-US" sz="4800" dirty="0" err="1" smtClean="0"/>
              <a:t>yesu</a:t>
            </a:r>
            <a:r>
              <a:rPr lang="en-US" sz="4800" dirty="0" smtClean="0"/>
              <a:t> </a:t>
            </a:r>
            <a:r>
              <a:rPr lang="en-US" sz="4800" dirty="0" err="1" smtClean="0"/>
              <a:t>yatsingama</a:t>
            </a:r>
            <a:r>
              <a:rPr lang="en-US" sz="4800" dirty="0" smtClean="0"/>
              <a:t>--</a:t>
            </a:r>
            <a:r>
              <a:rPr lang="en-US" sz="4800" dirty="0" err="1" smtClean="0"/>
              <a:t>ashagatirwe</a:t>
            </a:r>
            <a:endParaRPr lang="en-US" sz="480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Buzima</a:t>
            </a:r>
            <a:r>
              <a:rPr lang="en-US" sz="5400" dirty="0" smtClean="0"/>
              <a:t> </a:t>
            </a:r>
            <a:r>
              <a:rPr lang="en-US" sz="5400" dirty="0" err="1" smtClean="0"/>
              <a:t>ga</a:t>
            </a:r>
            <a:r>
              <a:rPr lang="en-US" sz="5400" dirty="0" smtClean="0"/>
              <a:t> </a:t>
            </a:r>
            <a:r>
              <a:rPr lang="en-US" sz="5400" dirty="0" err="1" smtClean="0"/>
              <a:t>izihiirwe</a:t>
            </a:r>
            <a:r>
              <a:rPr lang="en-US" sz="5400" dirty="0" smtClean="0"/>
              <a:t> </a:t>
            </a:r>
            <a:r>
              <a:rPr lang="en-US" sz="5400" dirty="0" err="1" smtClean="0"/>
              <a:t>kandi</a:t>
            </a:r>
            <a:r>
              <a:rPr lang="en-US" sz="5400" dirty="0" smtClean="0"/>
              <a:t> </a:t>
            </a:r>
            <a:r>
              <a:rPr lang="en-US" sz="5400" dirty="0" err="1" smtClean="0"/>
              <a:t>yanura</a:t>
            </a:r>
            <a:r>
              <a:rPr lang="en-US" sz="5400" dirty="0" smtClean="0"/>
              <a:t>;</a:t>
            </a:r>
          </a:p>
          <a:p>
            <a:pPr>
              <a:buNone/>
            </a:pPr>
            <a:r>
              <a:rPr lang="en-US" sz="5400" dirty="0" smtClean="0"/>
              <a:t>    </a:t>
            </a:r>
            <a:r>
              <a:rPr lang="en-US" sz="5400" dirty="0" err="1" smtClean="0"/>
              <a:t>Engoma</a:t>
            </a:r>
            <a:r>
              <a:rPr lang="en-US" sz="5400" dirty="0" smtClean="0"/>
              <a:t> </a:t>
            </a:r>
            <a:r>
              <a:rPr lang="en-US" sz="5400" dirty="0" err="1" smtClean="0"/>
              <a:t>y’emutoire</a:t>
            </a:r>
            <a:r>
              <a:rPr lang="en-US" sz="5400" dirty="0" smtClean="0"/>
              <a:t> </a:t>
            </a:r>
            <a:r>
              <a:rPr lang="en-US" sz="5400" dirty="0" err="1" smtClean="0"/>
              <a:t>n’omuhaisibwa</a:t>
            </a:r>
            <a:endParaRPr lang="en-US" sz="5400" dirty="0" smtClean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/>
              <a:t>Eshuuka</a:t>
            </a:r>
            <a:r>
              <a:rPr lang="en-US" sz="6000" dirty="0" smtClean="0"/>
              <a:t> </a:t>
            </a:r>
            <a:r>
              <a:rPr lang="en-US" sz="6000" dirty="0" err="1" smtClean="0"/>
              <a:t>n’amataagi</a:t>
            </a:r>
            <a:r>
              <a:rPr lang="en-US" sz="6000" dirty="0" smtClean="0"/>
              <a:t> </a:t>
            </a:r>
            <a:r>
              <a:rPr lang="en-US" sz="6000" dirty="0" err="1" smtClean="0"/>
              <a:t>babyarira</a:t>
            </a:r>
            <a:r>
              <a:rPr lang="en-US" sz="6000" dirty="0" smtClean="0"/>
              <a:t>:</a:t>
            </a:r>
          </a:p>
          <a:p>
            <a:pPr>
              <a:buNone/>
            </a:pPr>
            <a:r>
              <a:rPr lang="en-US" sz="6000" dirty="0" smtClean="0"/>
              <a:t>    </a:t>
            </a:r>
            <a:r>
              <a:rPr lang="en-US" sz="6000" dirty="0" err="1" smtClean="0"/>
              <a:t>Rugaba</a:t>
            </a:r>
            <a:r>
              <a:rPr lang="en-US" sz="6000" dirty="0" smtClean="0"/>
              <a:t> </a:t>
            </a:r>
            <a:r>
              <a:rPr lang="en-US" sz="6000" dirty="0" err="1" smtClean="0"/>
              <a:t>yaija</a:t>
            </a:r>
            <a:r>
              <a:rPr lang="en-US" sz="6000" dirty="0" smtClean="0"/>
              <a:t> </a:t>
            </a:r>
            <a:r>
              <a:rPr lang="en-US" sz="6000" dirty="0" err="1" smtClean="0"/>
              <a:t>weshe</a:t>
            </a:r>
            <a:r>
              <a:rPr lang="en-US" sz="6000" dirty="0" smtClean="0"/>
              <a:t> </a:t>
            </a:r>
            <a:r>
              <a:rPr lang="en-US" sz="6000" dirty="0" err="1" smtClean="0"/>
              <a:t>yahingura</a:t>
            </a:r>
            <a:endParaRPr lang="en-US" sz="6000" dirty="0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/>
              <a:t>Ogwo</a:t>
            </a:r>
            <a:r>
              <a:rPr lang="en-US" sz="6600" dirty="0" smtClean="0"/>
              <a:t> </a:t>
            </a:r>
            <a:r>
              <a:rPr lang="en-US" sz="6600" dirty="0" err="1" smtClean="0"/>
              <a:t>muhimbo</a:t>
            </a:r>
            <a:r>
              <a:rPr lang="en-US" sz="6600" dirty="0" smtClean="0"/>
              <a:t> </a:t>
            </a:r>
            <a:r>
              <a:rPr lang="en-US" sz="6600" dirty="0" err="1" smtClean="0"/>
              <a:t>reero</a:t>
            </a:r>
            <a:r>
              <a:rPr lang="en-US" sz="6600" dirty="0" smtClean="0"/>
              <a:t> </a:t>
            </a:r>
            <a:r>
              <a:rPr lang="en-US" sz="6600" dirty="0" err="1" smtClean="0"/>
              <a:t>bamuhimbisa</a:t>
            </a:r>
            <a:endParaRPr lang="en-US" sz="6600" dirty="0" smtClean="0"/>
          </a:p>
          <a:p>
            <a:pPr>
              <a:buNone/>
            </a:pPr>
            <a:r>
              <a:rPr lang="en-US" sz="6600" dirty="0" smtClean="0"/>
              <a:t>    </a:t>
            </a:r>
            <a:r>
              <a:rPr lang="en-US" sz="6600" dirty="0" err="1" smtClean="0"/>
              <a:t>Abantu</a:t>
            </a:r>
            <a:r>
              <a:rPr lang="en-US" sz="6600" dirty="0" smtClean="0"/>
              <a:t> </a:t>
            </a:r>
            <a:r>
              <a:rPr lang="en-US" sz="6600" dirty="0" err="1" smtClean="0"/>
              <a:t>baafuna</a:t>
            </a:r>
            <a:r>
              <a:rPr lang="en-US" sz="6600" dirty="0" smtClean="0"/>
              <a:t> </a:t>
            </a:r>
            <a:r>
              <a:rPr lang="en-US" sz="6600" dirty="0" err="1" smtClean="0"/>
              <a:t>n’kenjoki</a:t>
            </a:r>
            <a:r>
              <a:rPr lang="en-US" sz="6600" dirty="0" smtClean="0"/>
              <a:t> </a:t>
            </a:r>
            <a:r>
              <a:rPr lang="en-US" sz="6600" dirty="0" err="1" smtClean="0"/>
              <a:t>baijura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/>
              <a:t>Amaraka</a:t>
            </a:r>
            <a:r>
              <a:rPr lang="en-US" sz="6000" dirty="0" smtClean="0"/>
              <a:t> </a:t>
            </a:r>
            <a:r>
              <a:rPr lang="en-US" sz="6000" dirty="0" err="1" smtClean="0"/>
              <a:t>gabo</a:t>
            </a:r>
            <a:r>
              <a:rPr lang="en-US" sz="6000" dirty="0" smtClean="0"/>
              <a:t> </a:t>
            </a:r>
            <a:r>
              <a:rPr lang="en-US" sz="6000" dirty="0" err="1" smtClean="0"/>
              <a:t>boona</a:t>
            </a:r>
            <a:r>
              <a:rPr lang="en-US" sz="6000" dirty="0" smtClean="0"/>
              <a:t> </a:t>
            </a:r>
            <a:r>
              <a:rPr lang="en-US" sz="6000" dirty="0" err="1" smtClean="0"/>
              <a:t>bageigura</a:t>
            </a:r>
            <a:endParaRPr lang="en-US" sz="6000" dirty="0" smtClean="0"/>
          </a:p>
          <a:p>
            <a:pPr>
              <a:buNone/>
            </a:pPr>
            <a:r>
              <a:rPr lang="en-US" sz="6000" dirty="0" smtClean="0"/>
              <a:t>   </a:t>
            </a:r>
            <a:r>
              <a:rPr lang="en-US" sz="6000" dirty="0" err="1" smtClean="0"/>
              <a:t>ohuurire</a:t>
            </a:r>
            <a:r>
              <a:rPr lang="en-US" sz="6000" dirty="0" smtClean="0"/>
              <a:t> hosanna </a:t>
            </a:r>
            <a:r>
              <a:rPr lang="en-US" sz="6000" dirty="0" err="1" smtClean="0"/>
              <a:t>bagyamire</a:t>
            </a:r>
            <a:endParaRPr lang="en-US" sz="600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/>
              <a:t>Omuhimbo</a:t>
            </a:r>
            <a:r>
              <a:rPr lang="en-US" sz="6000" dirty="0" smtClean="0"/>
              <a:t> </a:t>
            </a:r>
            <a:r>
              <a:rPr lang="en-US" sz="6000" dirty="0" err="1" smtClean="0"/>
              <a:t>reero</a:t>
            </a:r>
            <a:r>
              <a:rPr lang="en-US" sz="6000" dirty="0" smtClean="0"/>
              <a:t> </a:t>
            </a:r>
            <a:r>
              <a:rPr lang="en-US" sz="6000" dirty="0" err="1" smtClean="0"/>
              <a:t>bamuhimbisa</a:t>
            </a:r>
            <a:endParaRPr lang="en-US" sz="6000" dirty="0" smtClean="0"/>
          </a:p>
          <a:p>
            <a:pPr>
              <a:buNone/>
            </a:pPr>
            <a:r>
              <a:rPr lang="en-US" sz="6000" dirty="0" smtClean="0"/>
              <a:t>   </a:t>
            </a:r>
            <a:r>
              <a:rPr lang="en-US" sz="6000" dirty="0" err="1" smtClean="0"/>
              <a:t>karamaara</a:t>
            </a:r>
            <a:r>
              <a:rPr lang="en-US" sz="6000" dirty="0" smtClean="0"/>
              <a:t> </a:t>
            </a:r>
            <a:r>
              <a:rPr lang="en-US" sz="6000" dirty="0" err="1" smtClean="0"/>
              <a:t>singa</a:t>
            </a:r>
            <a:r>
              <a:rPr lang="en-US" sz="6000" dirty="0" smtClean="0"/>
              <a:t> </a:t>
            </a:r>
            <a:r>
              <a:rPr lang="en-US" sz="6000" dirty="0" err="1" smtClean="0"/>
              <a:t>yeiwe</a:t>
            </a:r>
            <a:r>
              <a:rPr lang="en-US" sz="6000" dirty="0" smtClean="0"/>
              <a:t> </a:t>
            </a:r>
            <a:r>
              <a:rPr lang="en-US" sz="6000" dirty="0" err="1" smtClean="0"/>
              <a:t>rwigura</a:t>
            </a:r>
            <a:endParaRPr lang="en-US" sz="600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/>
              <a:t>Abakama</a:t>
            </a:r>
            <a:r>
              <a:rPr lang="en-US" sz="6600" dirty="0" smtClean="0"/>
              <a:t> –</a:t>
            </a:r>
            <a:r>
              <a:rPr lang="en-US" sz="6600" dirty="0" err="1" smtClean="0"/>
              <a:t>abamwanga</a:t>
            </a:r>
            <a:r>
              <a:rPr lang="en-US" sz="6600" dirty="0" smtClean="0"/>
              <a:t> </a:t>
            </a:r>
            <a:r>
              <a:rPr lang="en-US" sz="6600" dirty="0" err="1" smtClean="0"/>
              <a:t>bahiirwa</a:t>
            </a:r>
            <a:endParaRPr lang="en-US" sz="6600" dirty="0" smtClean="0"/>
          </a:p>
          <a:p>
            <a:pPr>
              <a:buNone/>
            </a:pPr>
            <a:r>
              <a:rPr lang="en-US" sz="6600" dirty="0" smtClean="0"/>
              <a:t>    </a:t>
            </a:r>
            <a:r>
              <a:rPr lang="en-US" sz="6600" dirty="0" err="1" smtClean="0"/>
              <a:t>emitima</a:t>
            </a:r>
            <a:r>
              <a:rPr lang="en-US" sz="6600" dirty="0" smtClean="0"/>
              <a:t>- </a:t>
            </a:r>
            <a:r>
              <a:rPr lang="en-US" sz="6600" dirty="0" err="1" smtClean="0"/>
              <a:t>abamwanga</a:t>
            </a:r>
            <a:r>
              <a:rPr lang="en-US" sz="6600" dirty="0" smtClean="0"/>
              <a:t> </a:t>
            </a:r>
            <a:r>
              <a:rPr lang="en-US" sz="6600" dirty="0" err="1" smtClean="0"/>
              <a:t>yahuurana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/>
              <a:t>Abamukunda</a:t>
            </a:r>
            <a:r>
              <a:rPr lang="en-US" sz="6000" dirty="0" smtClean="0"/>
              <a:t> </a:t>
            </a:r>
            <a:r>
              <a:rPr lang="en-US" sz="6000" dirty="0" err="1" smtClean="0"/>
              <a:t>reero</a:t>
            </a:r>
            <a:r>
              <a:rPr lang="en-US" sz="6000" dirty="0" smtClean="0"/>
              <a:t> </a:t>
            </a:r>
            <a:r>
              <a:rPr lang="en-US" sz="6000" dirty="0" err="1" smtClean="0"/>
              <a:t>bamutooreza</a:t>
            </a:r>
            <a:endParaRPr lang="en-US" sz="6000" dirty="0" smtClean="0"/>
          </a:p>
          <a:p>
            <a:pPr>
              <a:buNone/>
            </a:pPr>
            <a:r>
              <a:rPr lang="en-US" sz="6000" dirty="0" smtClean="0"/>
              <a:t>    </a:t>
            </a:r>
            <a:r>
              <a:rPr lang="en-US" sz="6000" dirty="0" err="1" smtClean="0"/>
              <a:t>Eiziina</a:t>
            </a:r>
            <a:r>
              <a:rPr lang="en-US" sz="6000" dirty="0" smtClean="0"/>
              <a:t> </a:t>
            </a:r>
            <a:r>
              <a:rPr lang="en-US" sz="6000" dirty="0" err="1" smtClean="0"/>
              <a:t>ryeturigambe</a:t>
            </a:r>
            <a:r>
              <a:rPr lang="en-US" sz="6000" dirty="0" smtClean="0"/>
              <a:t> </a:t>
            </a:r>
            <a:r>
              <a:rPr lang="en-US" sz="6000" dirty="0" err="1" smtClean="0"/>
              <a:t>kaingi</a:t>
            </a:r>
            <a:r>
              <a:rPr lang="en-US" sz="6000" dirty="0" smtClean="0"/>
              <a:t> </a:t>
            </a:r>
            <a:r>
              <a:rPr lang="en-US" sz="6000" dirty="0" err="1" smtClean="0">
                <a:hlinkClick r:id="rId2" action="ppaction://hlinksldjump"/>
              </a:rPr>
              <a:t>neifubo</a:t>
            </a:r>
            <a:endParaRPr lang="en-US" sz="60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95</Words>
  <Application>Microsoft Office PowerPoint</Application>
  <PresentationFormat>On-screen Show (4:3)</PresentationFormat>
  <Paragraphs>29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2</vt:lpstr>
      <vt:lpstr>3</vt:lpstr>
      <vt:lpstr>4</vt:lpstr>
      <vt:lpstr>5</vt:lpstr>
      <vt:lpstr>6</vt:lpstr>
      <vt:lpstr>7</vt:lpstr>
      <vt:lpstr>8</vt:lpstr>
      <vt:lpstr>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ASHAGATIRWE YEZU </dc:title>
  <dc:creator>OWAMAANI Claret</dc:creator>
  <cp:lastModifiedBy>user</cp:lastModifiedBy>
  <cp:revision>14</cp:revision>
  <dcterms:created xsi:type="dcterms:W3CDTF">2006-08-16T00:00:00Z</dcterms:created>
  <dcterms:modified xsi:type="dcterms:W3CDTF">2022-09-02T05:07:05Z</dcterms:modified>
</cp:coreProperties>
</file>