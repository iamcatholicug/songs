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4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0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0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6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1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7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7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5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2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1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CCBF1-34A4-4063-9828-F52018CB3F69}" type="datetimeFigureOut">
              <a:rPr lang="en-US" smtClean="0"/>
              <a:t>3/25/2023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2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 anchor="ctr"/>
          <a:lstStyle/>
          <a:p>
            <a:r>
              <a:rPr lang="en-US" sz="11500" b="1" dirty="0" smtClean="0">
                <a:solidFill>
                  <a:srgbClr val="FF0000"/>
                </a:solidFill>
                <a:latin typeface="Palace Script MT" panose="030303020206070C0B05" pitchFamily="66" charset="0"/>
              </a:rPr>
              <a:t>Ee </a:t>
            </a:r>
            <a:r>
              <a:rPr lang="en-US" sz="11500" b="1" dirty="0" err="1" smtClean="0">
                <a:solidFill>
                  <a:srgbClr val="FF0000"/>
                </a:solidFill>
                <a:latin typeface="Palace Script MT" panose="030303020206070C0B05" pitchFamily="66" charset="0"/>
              </a:rPr>
              <a:t>keije</a:t>
            </a:r>
            <a:r>
              <a:rPr lang="en-US" sz="11500" b="1" dirty="0" smtClean="0">
                <a:solidFill>
                  <a:srgbClr val="FF0000"/>
                </a:solidFill>
                <a:latin typeface="Palace Script MT" panose="030303020206070C0B05" pitchFamily="66" charset="0"/>
              </a:rPr>
              <a:t> Yezu</a:t>
            </a:r>
          </a:p>
          <a:p>
            <a:r>
              <a:rPr lang="en-US" sz="3600" dirty="0" smtClean="0">
                <a:latin typeface="Arial Black" panose="020B0A04020102020204" pitchFamily="34" charset="0"/>
              </a:rPr>
              <a:t>Ee, </a:t>
            </a:r>
            <a:r>
              <a:rPr lang="en-US" sz="3600" dirty="0" err="1" smtClean="0">
                <a:latin typeface="Arial Black" panose="020B0A04020102020204" pitchFamily="34" charset="0"/>
              </a:rPr>
              <a:t>keije</a:t>
            </a:r>
            <a:r>
              <a:rPr lang="en-US" sz="3600" dirty="0" smtClean="0">
                <a:latin typeface="Arial Black" panose="020B0A04020102020204" pitchFamily="34" charset="0"/>
              </a:rPr>
              <a:t> </a:t>
            </a:r>
            <a:r>
              <a:rPr lang="en-US" sz="3600" dirty="0" smtClean="0">
                <a:latin typeface="Arial Black" panose="020B0A04020102020204" pitchFamily="34" charset="0"/>
              </a:rPr>
              <a:t>Yezu </a:t>
            </a:r>
            <a:r>
              <a:rPr lang="en-US" sz="36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(</a:t>
            </a:r>
            <a:r>
              <a:rPr lang="en-US" sz="3600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x3</a:t>
            </a:r>
            <a:r>
              <a:rPr lang="en-US" sz="36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US" sz="3600" dirty="0" err="1" smtClean="0">
                <a:latin typeface="Arial Black" panose="020B0A04020102020204" pitchFamily="34" charset="0"/>
              </a:rPr>
              <a:t>Keije</a:t>
            </a:r>
            <a:r>
              <a:rPr lang="en-US" sz="3600" dirty="0" smtClean="0">
                <a:latin typeface="Arial Black" panose="020B0A04020102020204" pitchFamily="34" charset="0"/>
              </a:rPr>
              <a:t>, </a:t>
            </a:r>
            <a:r>
              <a:rPr lang="en-US" sz="3600" smtClean="0">
                <a:latin typeface="Arial Black" panose="020B0A04020102020204" pitchFamily="34" charset="0"/>
              </a:rPr>
              <a:t>keije</a:t>
            </a:r>
            <a:r>
              <a:rPr lang="en-US" sz="3600" dirty="0" smtClean="0">
                <a:latin typeface="Arial Black" panose="020B0A04020102020204" pitchFamily="34" charset="0"/>
              </a:rPr>
              <a:t> </a:t>
            </a:r>
            <a:r>
              <a:rPr lang="en-US" sz="3600" dirty="0" err="1" smtClean="0">
                <a:latin typeface="Arial Black" panose="020B0A04020102020204" pitchFamily="34" charset="0"/>
              </a:rPr>
              <a:t>omumitima</a:t>
            </a:r>
            <a:r>
              <a:rPr lang="en-US" sz="3600" dirty="0" smtClean="0">
                <a:latin typeface="Arial Black" panose="020B0A04020102020204" pitchFamily="34" charset="0"/>
              </a:rPr>
              <a:t> yenkundwa zaawe </a:t>
            </a:r>
            <a:r>
              <a:rPr lang="en-US" sz="36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endParaRPr lang="en-US" sz="3600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628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858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54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1. </a:t>
            </a:r>
            <a:r>
              <a:rPr lang="en-US" sz="5400" dirty="0" smtClean="0">
                <a:latin typeface="Arial Black" panose="020B0A04020102020204" pitchFamily="34" charset="0"/>
              </a:rPr>
              <a:t>Ee </a:t>
            </a:r>
            <a:r>
              <a:rPr lang="en-US" sz="5400" dirty="0" err="1" smtClean="0">
                <a:latin typeface="Arial Black" panose="020B0A04020102020204" pitchFamily="34" charset="0"/>
              </a:rPr>
              <a:t>ngugo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yaija</a:t>
            </a:r>
            <a:r>
              <a:rPr lang="en-US" sz="5400" dirty="0" smtClean="0">
                <a:latin typeface="Arial Black" panose="020B0A04020102020204" pitchFamily="34" charset="0"/>
              </a:rPr>
              <a:t>  </a:t>
            </a:r>
            <a:r>
              <a:rPr lang="en-US" sz="54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Omusaserodoti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amwine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 smtClean="0">
                <a:latin typeface="Arial Black" panose="020B0A04020102020204" pitchFamily="34" charset="0"/>
              </a:rPr>
              <a:t>Kaije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kaije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sz="5400" dirty="0" smtClean="0">
                <a:latin typeface="Arial Black" panose="020B0A04020102020204" pitchFamily="34" charset="0"/>
              </a:rPr>
              <a:t/>
            </a:r>
            <a:br>
              <a:rPr lang="en-US" sz="5400" dirty="0" smtClean="0">
                <a:latin typeface="Arial Black" panose="020B0A04020102020204" pitchFamily="34" charset="0"/>
              </a:rPr>
            </a:br>
            <a:r>
              <a:rPr lang="en-US" sz="5400" dirty="0" err="1">
                <a:latin typeface="Arial Black" panose="020B0A04020102020204" pitchFamily="34" charset="0"/>
              </a:rPr>
              <a:t>omumitima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yenkundwa</a:t>
            </a:r>
            <a:r>
              <a:rPr lang="en-US" sz="5400" dirty="0" smtClean="0">
                <a:latin typeface="Arial Black" panose="020B0A04020102020204" pitchFamily="34" charset="0"/>
              </a:rPr>
              <a:t> </a:t>
            </a:r>
            <a:r>
              <a:rPr lang="en-US" sz="5400" dirty="0" err="1" smtClean="0">
                <a:latin typeface="Arial Black" panose="020B0A04020102020204" pitchFamily="34" charset="0"/>
              </a:rPr>
              <a:t>zawe</a:t>
            </a:r>
            <a:endParaRPr lang="en-US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761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209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2. </a:t>
            </a:r>
            <a:r>
              <a:rPr lang="en-US" sz="4000" dirty="0" smtClean="0">
                <a:latin typeface="Arial Black" panose="020B0A04020102020204" pitchFamily="34" charset="0"/>
              </a:rPr>
              <a:t>Ee </a:t>
            </a:r>
            <a:r>
              <a:rPr lang="en-US" sz="4000" dirty="0" err="1" smtClean="0">
                <a:latin typeface="Arial Black" panose="020B0A04020102020204" pitchFamily="34" charset="0"/>
              </a:rPr>
              <a:t>twamutunga</a:t>
            </a:r>
            <a:r>
              <a:rPr lang="en-US" sz="4000" dirty="0" smtClean="0">
                <a:latin typeface="Arial Black" panose="020B0A04020102020204" pitchFamily="34" charset="0"/>
              </a:rPr>
              <a:t> </a:t>
            </a:r>
            <a:r>
              <a:rPr lang="en-US" sz="40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smtClean="0">
                <a:latin typeface="Arial Black" panose="020B0A04020102020204" pitchFamily="34" charset="0"/>
              </a:rPr>
              <a:t>Ee </a:t>
            </a:r>
            <a:r>
              <a:rPr lang="en-US" sz="4000" dirty="0" err="1" smtClean="0">
                <a:latin typeface="Arial Black" panose="020B0A04020102020204" pitchFamily="34" charset="0"/>
              </a:rPr>
              <a:t>kandi</a:t>
            </a:r>
            <a:r>
              <a:rPr lang="en-US" sz="4000" dirty="0" smtClean="0">
                <a:latin typeface="Arial Black" panose="020B0A04020102020204" pitchFamily="34" charset="0"/>
              </a:rPr>
              <a:t> </a:t>
            </a:r>
            <a:r>
              <a:rPr lang="en-US" sz="4000" dirty="0" err="1" smtClean="0">
                <a:latin typeface="Arial Black" panose="020B0A04020102020204" pitchFamily="34" charset="0"/>
              </a:rPr>
              <a:t>twamunywana</a:t>
            </a:r>
            <a:r>
              <a:rPr lang="en-US" sz="4000" dirty="0" smtClean="0">
                <a:latin typeface="Arial Black" panose="020B0A04020102020204" pitchFamily="34" charset="0"/>
              </a:rPr>
              <a:t> </a:t>
            </a:r>
            <a:r>
              <a:rPr lang="en-US" sz="40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err="1" smtClean="0">
                <a:latin typeface="Arial Black" panose="020B0A04020102020204" pitchFamily="34" charset="0"/>
              </a:rPr>
              <a:t>Twanywana</a:t>
            </a:r>
            <a:r>
              <a:rPr lang="en-US" sz="4000" dirty="0" smtClean="0">
                <a:latin typeface="Arial Black" panose="020B0A04020102020204" pitchFamily="34" charset="0"/>
              </a:rPr>
              <a:t> na Yezu </a:t>
            </a:r>
            <a:r>
              <a:rPr lang="en-US" sz="4000" dirty="0" err="1" smtClean="0">
                <a:latin typeface="Arial Black" panose="020B0A04020102020204" pitchFamily="34" charset="0"/>
              </a:rPr>
              <a:t>nkunzi</a:t>
            </a:r>
            <a:r>
              <a:rPr lang="en-US" sz="4000" dirty="0" smtClean="0">
                <a:latin typeface="Arial Black" panose="020B0A04020102020204" pitchFamily="34" charset="0"/>
              </a:rPr>
              <a:t> </a:t>
            </a:r>
            <a:r>
              <a:rPr lang="en-US" sz="4000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sz="4000" dirty="0" smtClean="0">
                <a:latin typeface="Arial Black" panose="020B0A04020102020204" pitchFamily="34" charset="0"/>
              </a:rPr>
              <a:t/>
            </a:r>
            <a:br>
              <a:rPr lang="en-US" sz="4000" dirty="0" smtClean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Kaije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kaije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sz="4000" dirty="0">
                <a:latin typeface="Arial Black" panose="020B0A04020102020204" pitchFamily="34" charset="0"/>
              </a:rPr>
              <a:t/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omumitima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 smtClean="0">
                <a:latin typeface="Arial Black" panose="020B0A04020102020204" pitchFamily="34" charset="0"/>
              </a:rPr>
              <a:t>yenkundwa</a:t>
            </a:r>
            <a:r>
              <a:rPr lang="en-US" sz="4000" dirty="0" smtClean="0">
                <a:latin typeface="Arial Black" panose="020B0A04020102020204" pitchFamily="34" charset="0"/>
              </a:rPr>
              <a:t> </a:t>
            </a:r>
            <a:r>
              <a:rPr lang="en-US" sz="4000" dirty="0" err="1" smtClean="0">
                <a:latin typeface="Arial Black" panose="020B0A04020102020204" pitchFamily="34" charset="0"/>
              </a:rPr>
              <a:t>zawe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27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3. </a:t>
            </a:r>
            <a:r>
              <a:rPr lang="en-US" dirty="0" smtClean="0">
                <a:latin typeface="Arial Black" panose="020B0A04020102020204" pitchFamily="34" charset="0"/>
              </a:rPr>
              <a:t>Ee </a:t>
            </a:r>
            <a:r>
              <a:rPr lang="en-US" dirty="0" err="1" smtClean="0">
                <a:latin typeface="Arial Black" panose="020B0A04020102020204" pitchFamily="34" charset="0"/>
              </a:rPr>
              <a:t>twamuriire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Ee </a:t>
            </a:r>
            <a:r>
              <a:rPr lang="en-US" dirty="0" err="1" smtClean="0">
                <a:latin typeface="Arial Black" panose="020B0A04020102020204" pitchFamily="34" charset="0"/>
              </a:rPr>
              <a:t>kandi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twamunywire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Twatunga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weena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nkunzi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yenkundwa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zawe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90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4. </a:t>
            </a:r>
            <a:r>
              <a:rPr lang="en-US" dirty="0" smtClean="0">
                <a:latin typeface="Arial Black" panose="020B0A04020102020204" pitchFamily="34" charset="0"/>
              </a:rPr>
              <a:t>Ee </a:t>
            </a:r>
            <a:r>
              <a:rPr lang="en-US" dirty="0" err="1" smtClean="0">
                <a:latin typeface="Arial Black" panose="020B0A04020102020204" pitchFamily="34" charset="0"/>
              </a:rPr>
              <a:t>katumwehe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Ee Yezu </a:t>
            </a:r>
            <a:r>
              <a:rPr lang="en-US" dirty="0" err="1" smtClean="0">
                <a:latin typeface="Arial Black" panose="020B0A04020102020204" pitchFamily="34" charset="0"/>
              </a:rPr>
              <a:t>katukwehe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Omumitima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yaitu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twena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yenkundwa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zawe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873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5. </a:t>
            </a:r>
            <a:r>
              <a:rPr lang="en-US" dirty="0" smtClean="0">
                <a:latin typeface="Arial Black" panose="020B0A04020102020204" pitchFamily="34" charset="0"/>
              </a:rPr>
              <a:t>Ee Yezu </a:t>
            </a:r>
            <a:r>
              <a:rPr lang="en-US" dirty="0" err="1" smtClean="0">
                <a:latin typeface="Arial Black" panose="020B0A04020102020204" pitchFamily="34" charset="0"/>
              </a:rPr>
              <a:t>orirukundo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Ee Yezu </a:t>
            </a:r>
            <a:r>
              <a:rPr lang="en-US" dirty="0" err="1" smtClean="0">
                <a:latin typeface="Arial Black" panose="020B0A04020102020204" pitchFamily="34" charset="0"/>
              </a:rPr>
              <a:t>okunda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abantu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Okatukunda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twena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nkunzi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 smtClean="0">
                <a:solidFill>
                  <a:srgbClr val="00B0F0"/>
                </a:solidFill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yenkundwa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zawe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Palace Script MT" panose="030303020206070C0B05" pitchFamily="66" charset="0"/>
              </a:rPr>
              <a:t>END</a:t>
            </a:r>
            <a:endParaRPr lang="en-US" b="1" dirty="0">
              <a:solidFill>
                <a:srgbClr val="FF0000"/>
              </a:solidFill>
              <a:latin typeface="Palace Script MT" panose="030303020206070C0B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803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44</Words>
  <Application>Microsoft Office PowerPoint</Application>
  <PresentationFormat>On-screen Show 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Palace Script MT</vt:lpstr>
      <vt:lpstr>Office Theme</vt:lpstr>
      <vt:lpstr>PowerPoint Presentation</vt:lpstr>
      <vt:lpstr>1. Ee ngugo yaija  x2 Omusaserodoti amwine Kaije kaije x2 omumitima yenkundwa zawe</vt:lpstr>
      <vt:lpstr>2. Ee twamutunga x2 Ee kandi twamunywana x2 Twanywana na Yezu nkunzi x2 Kaije kaije x2 omumitima yenkundwa zawe</vt:lpstr>
      <vt:lpstr>3. Ee twamuriire x2 Ee kandi twamunywire x2 Twatunga weena nkunzi x2 Kaije kaije x2 omumitima yenkundwa zawe</vt:lpstr>
      <vt:lpstr>4. Ee katumwehe x2 Ee Yezu katukwehe x2 Omumitima yaitu twena x2 Kaije kaije x2 omumitima yenkundwa zawe</vt:lpstr>
      <vt:lpstr>5. Ee Yezu orirukundo x2 Ee Yezu okunda abantu x2 Okatukunda twena nkunzi x2 Kaije kaije x2 omumitima yenkundwa zawe 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2021-03-17T11:48:57Z</dcterms:created>
  <dcterms:modified xsi:type="dcterms:W3CDTF">2023-03-25T19:51:29Z</dcterms:modified>
</cp:coreProperties>
</file>