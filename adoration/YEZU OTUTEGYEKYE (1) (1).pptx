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01-Sep-22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8.xml"/><Relationship Id="rId7" Type="http://schemas.openxmlformats.org/officeDocument/2006/relationships/slide" Target="slide4.xml"/><Relationship Id="rId2" Type="http://schemas.openxmlformats.org/officeDocument/2006/relationships/slide" Target="slide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5" Type="http://schemas.openxmlformats.org/officeDocument/2006/relationships/slide" Target="slide6.xml"/><Relationship Id="rId4" Type="http://schemas.openxmlformats.org/officeDocument/2006/relationships/slide" Target="slide7.xml"/><Relationship Id="rId9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752600"/>
            <a:ext cx="9144000" cy="6019800"/>
          </a:xfrm>
        </p:spPr>
        <p:txBody>
          <a:bodyPr>
            <a:normAutofit/>
          </a:bodyPr>
          <a:lstStyle/>
          <a:p>
            <a:pPr algn="l"/>
            <a:r>
              <a:rPr lang="en-US" sz="6000" b="1" dirty="0" err="1" smtClean="0">
                <a:solidFill>
                  <a:srgbClr val="FF0000"/>
                </a:solidFill>
              </a:rPr>
              <a:t>Yezu</a:t>
            </a:r>
            <a:r>
              <a:rPr lang="en-US" sz="6000" b="1" dirty="0" smtClean="0">
                <a:solidFill>
                  <a:srgbClr val="FF0000"/>
                </a:solidFill>
              </a:rPr>
              <a:t> </a:t>
            </a:r>
            <a:r>
              <a:rPr lang="en-US" sz="6000" b="1" dirty="0" err="1" smtClean="0">
                <a:solidFill>
                  <a:srgbClr val="FF0000"/>
                </a:solidFill>
              </a:rPr>
              <a:t>otutegyekye</a:t>
            </a:r>
            <a:r>
              <a:rPr lang="en-US" sz="6000" b="1" dirty="0" smtClean="0">
                <a:solidFill>
                  <a:srgbClr val="FF0000"/>
                </a:solidFill>
              </a:rPr>
              <a:t>, tube </a:t>
            </a:r>
            <a:r>
              <a:rPr lang="en-US" sz="6000" b="1" dirty="0" err="1" smtClean="0">
                <a:solidFill>
                  <a:srgbClr val="FF0000"/>
                </a:solidFill>
                <a:hlinkClick r:id="rId2" action="ppaction://hlinksldjump"/>
              </a:rPr>
              <a:t>abaawe</a:t>
            </a:r>
            <a:r>
              <a:rPr lang="en-US" sz="6000" b="1" dirty="0" smtClean="0">
                <a:solidFill>
                  <a:srgbClr val="FF0000"/>
                </a:solidFill>
              </a:rPr>
              <a:t> </a:t>
            </a:r>
            <a:r>
              <a:rPr lang="en-US" sz="6000" b="1" dirty="0" err="1" smtClean="0">
                <a:solidFill>
                  <a:srgbClr val="FF0000"/>
                </a:solidFill>
                <a:hlinkClick r:id="rId3" action="ppaction://hlinksldjump"/>
              </a:rPr>
              <a:t>twena</a:t>
            </a:r>
            <a:endParaRPr lang="en-US" sz="6000" b="1" dirty="0" smtClean="0">
              <a:solidFill>
                <a:srgbClr val="FF0000"/>
              </a:solidFill>
            </a:endParaRPr>
          </a:p>
          <a:p>
            <a:pPr algn="l"/>
            <a:r>
              <a:rPr lang="en-US" sz="6000" b="1" dirty="0" err="1" smtClean="0">
                <a:solidFill>
                  <a:srgbClr val="FF0000"/>
                </a:solidFill>
                <a:hlinkClick r:id="rId4" action="ppaction://hlinksldjump"/>
              </a:rPr>
              <a:t>Hangusya</a:t>
            </a:r>
            <a:r>
              <a:rPr lang="en-US" sz="6000" b="1" dirty="0" smtClean="0">
                <a:solidFill>
                  <a:srgbClr val="FF0000"/>
                </a:solidFill>
              </a:rPr>
              <a:t> </a:t>
            </a:r>
            <a:r>
              <a:rPr lang="en-US" sz="6000" b="1" dirty="0" err="1" smtClean="0">
                <a:solidFill>
                  <a:srgbClr val="FF0000"/>
                </a:solidFill>
                <a:hlinkClick r:id="rId5" action="ppaction://hlinksldjump"/>
              </a:rPr>
              <a:t>engoma</a:t>
            </a:r>
            <a:r>
              <a:rPr lang="en-US" sz="6000" b="1" dirty="0" smtClean="0">
                <a:solidFill>
                  <a:srgbClr val="FF0000"/>
                </a:solidFill>
              </a:rPr>
              <a:t> </a:t>
            </a:r>
            <a:r>
              <a:rPr lang="en-US" sz="6000" b="1" dirty="0" err="1" smtClean="0">
                <a:solidFill>
                  <a:srgbClr val="FF0000"/>
                </a:solidFill>
                <a:hlinkClick r:id="rId6" action="ppaction://hlinksldjump"/>
              </a:rPr>
              <a:t>yaawe</a:t>
            </a:r>
            <a:r>
              <a:rPr lang="en-US" sz="6000" b="1" dirty="0" smtClean="0">
                <a:solidFill>
                  <a:srgbClr val="FF0000"/>
                </a:solidFill>
              </a:rPr>
              <a:t>, </a:t>
            </a:r>
            <a:r>
              <a:rPr lang="en-US" sz="6000" b="1" dirty="0" err="1" smtClean="0">
                <a:solidFill>
                  <a:srgbClr val="FF0000"/>
                </a:solidFill>
                <a:hlinkClick r:id="rId7" action="ppaction://hlinksldjump"/>
              </a:rPr>
              <a:t>kubuura</a:t>
            </a:r>
            <a:r>
              <a:rPr lang="en-US" sz="6000" b="1" dirty="0" smtClean="0">
                <a:solidFill>
                  <a:srgbClr val="FF0000"/>
                </a:solidFill>
              </a:rPr>
              <a:t> </a:t>
            </a:r>
            <a:r>
              <a:rPr lang="en-US" sz="6000" b="1" dirty="0" err="1" smtClean="0">
                <a:solidFill>
                  <a:srgbClr val="FF0000"/>
                </a:solidFill>
                <a:hlinkClick r:id="rId8" action="ppaction://hlinksldjump"/>
              </a:rPr>
              <a:t>ensi</a:t>
            </a:r>
            <a:r>
              <a:rPr lang="en-US" sz="6000" b="1" dirty="0" smtClean="0">
                <a:solidFill>
                  <a:srgbClr val="FF0000"/>
                </a:solidFill>
              </a:rPr>
              <a:t> </a:t>
            </a:r>
            <a:r>
              <a:rPr lang="en-US" sz="6000" b="1" dirty="0" err="1" smtClean="0">
                <a:solidFill>
                  <a:srgbClr val="FF0000"/>
                </a:solidFill>
                <a:hlinkClick r:id="rId9" action="ppaction://hlinksldjump"/>
              </a:rPr>
              <a:t>yoona</a:t>
            </a:r>
            <a:endParaRPr lang="en-US" sz="6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000" b="1" dirty="0" err="1" smtClean="0">
                <a:solidFill>
                  <a:srgbClr val="7030A0"/>
                </a:solidFill>
              </a:rPr>
              <a:t>N’obu</a:t>
            </a:r>
            <a:r>
              <a:rPr lang="en-US" sz="4000" b="1" dirty="0" smtClean="0">
                <a:solidFill>
                  <a:srgbClr val="7030A0"/>
                </a:solidFill>
              </a:rPr>
              <a:t> </a:t>
            </a:r>
            <a:r>
              <a:rPr lang="en-US" sz="4000" b="1" dirty="0" err="1" smtClean="0">
                <a:solidFill>
                  <a:srgbClr val="7030A0"/>
                </a:solidFill>
              </a:rPr>
              <a:t>abantu</a:t>
            </a:r>
            <a:r>
              <a:rPr lang="en-US" sz="4000" b="1" dirty="0" smtClean="0">
                <a:solidFill>
                  <a:srgbClr val="7030A0"/>
                </a:solidFill>
              </a:rPr>
              <a:t> </a:t>
            </a:r>
            <a:r>
              <a:rPr lang="en-US" sz="4000" b="1" dirty="0" err="1" smtClean="0">
                <a:solidFill>
                  <a:srgbClr val="7030A0"/>
                </a:solidFill>
              </a:rPr>
              <a:t>bareebe</a:t>
            </a:r>
            <a:r>
              <a:rPr lang="en-US" sz="4000" b="1" dirty="0" smtClean="0">
                <a:solidFill>
                  <a:srgbClr val="7030A0"/>
                </a:solidFill>
              </a:rPr>
              <a:t> </a:t>
            </a:r>
            <a:r>
              <a:rPr lang="en-US" sz="4000" b="1" dirty="0" err="1" smtClean="0">
                <a:solidFill>
                  <a:srgbClr val="7030A0"/>
                </a:solidFill>
              </a:rPr>
              <a:t>baingi</a:t>
            </a:r>
            <a:r>
              <a:rPr lang="en-US" sz="4000" b="1" dirty="0" smtClean="0">
                <a:solidFill>
                  <a:srgbClr val="7030A0"/>
                </a:solidFill>
              </a:rPr>
              <a:t>, </a:t>
            </a:r>
            <a:r>
              <a:rPr lang="en-US" sz="4000" b="1" dirty="0" err="1" smtClean="0">
                <a:solidFill>
                  <a:srgbClr val="7030A0"/>
                </a:solidFill>
              </a:rPr>
              <a:t>abakwangira</a:t>
            </a:r>
            <a:r>
              <a:rPr lang="en-US" sz="4000" b="1" dirty="0" smtClean="0">
                <a:solidFill>
                  <a:srgbClr val="7030A0"/>
                </a:solidFill>
              </a:rPr>
              <a:t> </a:t>
            </a:r>
            <a:r>
              <a:rPr lang="en-US" sz="4000" b="1" dirty="0" err="1" smtClean="0">
                <a:solidFill>
                  <a:srgbClr val="7030A0"/>
                </a:solidFill>
              </a:rPr>
              <a:t>obugabe</a:t>
            </a:r>
            <a:endParaRPr lang="en-US" sz="4000" b="1" dirty="0" smtClean="0">
              <a:solidFill>
                <a:srgbClr val="7030A0"/>
              </a:solidFill>
            </a:endParaRPr>
          </a:p>
          <a:p>
            <a:pPr>
              <a:buNone/>
            </a:pPr>
            <a:r>
              <a:rPr lang="en-US" sz="4000" b="1" dirty="0" err="1" smtClean="0">
                <a:solidFill>
                  <a:srgbClr val="7030A0"/>
                </a:solidFill>
              </a:rPr>
              <a:t>Itwe</a:t>
            </a:r>
            <a:r>
              <a:rPr lang="en-US" sz="4000" b="1" dirty="0" smtClean="0">
                <a:solidFill>
                  <a:srgbClr val="7030A0"/>
                </a:solidFill>
              </a:rPr>
              <a:t> </a:t>
            </a:r>
            <a:r>
              <a:rPr lang="en-US" sz="4000" b="1" dirty="0" err="1" smtClean="0">
                <a:solidFill>
                  <a:srgbClr val="7030A0"/>
                </a:solidFill>
              </a:rPr>
              <a:t>ai</a:t>
            </a:r>
            <a:r>
              <a:rPr lang="en-US" sz="4000" b="1" dirty="0" smtClean="0">
                <a:solidFill>
                  <a:srgbClr val="7030A0"/>
                </a:solidFill>
              </a:rPr>
              <a:t> </a:t>
            </a:r>
            <a:r>
              <a:rPr lang="en-US" sz="4000" b="1" dirty="0" err="1" smtClean="0">
                <a:solidFill>
                  <a:srgbClr val="7030A0"/>
                </a:solidFill>
              </a:rPr>
              <a:t>Yezu</a:t>
            </a:r>
            <a:r>
              <a:rPr lang="en-US" sz="4000" b="1" dirty="0" smtClean="0">
                <a:solidFill>
                  <a:srgbClr val="7030A0"/>
                </a:solidFill>
              </a:rPr>
              <a:t> </a:t>
            </a:r>
            <a:r>
              <a:rPr lang="en-US" sz="4000" b="1" dirty="0" err="1" smtClean="0">
                <a:solidFill>
                  <a:srgbClr val="7030A0"/>
                </a:solidFill>
              </a:rPr>
              <a:t>omucunguzi</a:t>
            </a:r>
            <a:r>
              <a:rPr lang="en-US" sz="4000" b="1" dirty="0" smtClean="0">
                <a:solidFill>
                  <a:srgbClr val="7030A0"/>
                </a:solidFill>
              </a:rPr>
              <a:t> </a:t>
            </a:r>
            <a:r>
              <a:rPr lang="en-US" sz="4000" b="1" dirty="0" err="1" smtClean="0">
                <a:solidFill>
                  <a:srgbClr val="7030A0"/>
                </a:solidFill>
              </a:rPr>
              <a:t>twatuura</a:t>
            </a:r>
            <a:r>
              <a:rPr lang="en-US" sz="4000" b="1" dirty="0" smtClean="0">
                <a:solidFill>
                  <a:srgbClr val="7030A0"/>
                </a:solidFill>
              </a:rPr>
              <a:t> </a:t>
            </a:r>
            <a:r>
              <a:rPr lang="en-US" sz="4000" b="1" dirty="0" err="1" smtClean="0">
                <a:solidFill>
                  <a:srgbClr val="7030A0"/>
                </a:solidFill>
              </a:rPr>
              <a:t>ku</a:t>
            </a:r>
            <a:r>
              <a:rPr lang="en-US" sz="4000" b="1" dirty="0" smtClean="0">
                <a:solidFill>
                  <a:srgbClr val="7030A0"/>
                </a:solidFill>
              </a:rPr>
              <a:t> </a:t>
            </a:r>
            <a:r>
              <a:rPr lang="en-US" sz="4000" b="1" dirty="0" err="1" smtClean="0">
                <a:solidFill>
                  <a:srgbClr val="7030A0"/>
                </a:solidFill>
              </a:rPr>
              <a:t>oba</a:t>
            </a:r>
            <a:r>
              <a:rPr lang="en-US" sz="4000" b="1" dirty="0" smtClean="0">
                <a:solidFill>
                  <a:srgbClr val="7030A0"/>
                </a:solidFill>
              </a:rPr>
              <a:t> </a:t>
            </a:r>
            <a:r>
              <a:rPr lang="en-US" sz="4000" b="1" dirty="0" err="1" smtClean="0">
                <a:solidFill>
                  <a:srgbClr val="7030A0"/>
                </a:solidFill>
                <a:hlinkClick r:id="rId2" action="ppaction://hlinksldjump"/>
              </a:rPr>
              <a:t>omugabe</a:t>
            </a:r>
            <a:endParaRPr lang="en-US" sz="4000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b="1" dirty="0" err="1" smtClean="0"/>
              <a:t>Akazarwa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omunsi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nk’omuntu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wabura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ekitinwa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kyawe</a:t>
            </a:r>
            <a:endParaRPr lang="en-US" sz="4800" b="1" dirty="0" smtClean="0"/>
          </a:p>
          <a:p>
            <a:pPr>
              <a:buNone/>
            </a:pPr>
            <a:r>
              <a:rPr lang="en-US" sz="4800" b="1" dirty="0" err="1" smtClean="0"/>
              <a:t>Kuno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owaawe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omwiguru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okagabwa</a:t>
            </a:r>
            <a:r>
              <a:rPr lang="en-US" sz="4800" b="1" dirty="0" smtClean="0"/>
              <a:t> </a:t>
            </a:r>
            <a:r>
              <a:rPr lang="en-US" sz="4800" b="1" dirty="0" err="1" smtClean="0"/>
              <a:t>ori</a:t>
            </a:r>
            <a:r>
              <a:rPr lang="en-US" sz="4800" b="1" dirty="0" smtClean="0"/>
              <a:t> </a:t>
            </a:r>
            <a:r>
              <a:rPr lang="en-US" sz="4800" b="1" dirty="0" err="1" smtClean="0">
                <a:hlinkClick r:id="rId2" action="ppaction://hlinksldjump"/>
              </a:rPr>
              <a:t>omugabe</a:t>
            </a:r>
            <a:endParaRPr lang="en-US" sz="48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Omu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bw’omuntu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owakuzzaire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ni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maria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nya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kuhirwa</a:t>
            </a:r>
            <a:endParaRPr lang="en-US" sz="4800" b="1" dirty="0" smtClean="0">
              <a:solidFill>
                <a:schemeClr val="tx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Heza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we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na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Yozefu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iba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ba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komoka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  <a:hlinkClick r:id="rId2" action="ppaction://hlinksldjump"/>
              </a:rPr>
              <a:t>ahamugabe</a:t>
            </a:r>
            <a:endParaRPr lang="en-US" sz="48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b="1" dirty="0" err="1" smtClean="0">
                <a:solidFill>
                  <a:srgbClr val="FF0000"/>
                </a:solidFill>
              </a:rPr>
              <a:t>N’omu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nyanga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ya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Betelehemu</a:t>
            </a:r>
            <a:r>
              <a:rPr lang="en-US" sz="4800" b="1" dirty="0" smtClean="0">
                <a:solidFill>
                  <a:srgbClr val="FF0000"/>
                </a:solidFill>
              </a:rPr>
              <a:t>, </a:t>
            </a:r>
            <a:r>
              <a:rPr lang="en-US" sz="4800" b="1" dirty="0" err="1" smtClean="0">
                <a:solidFill>
                  <a:srgbClr val="FF0000"/>
                </a:solidFill>
              </a:rPr>
              <a:t>Yezu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okiri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akereere</a:t>
            </a:r>
            <a:endParaRPr lang="en-US" sz="48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4800" b="1" dirty="0" err="1" smtClean="0">
                <a:solidFill>
                  <a:srgbClr val="FF0000"/>
                </a:solidFill>
              </a:rPr>
              <a:t>Nitukureeba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nk’omunaku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tukuramya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hlinkClick r:id="rId2" action="ppaction://hlinksldjump"/>
              </a:rPr>
              <a:t>nk’omugabe</a:t>
            </a:r>
            <a:endParaRPr lang="en-US" sz="4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Eb’eihanga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ryawe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nka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boona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, aha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kiro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kya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matagi</a:t>
            </a:r>
            <a:endParaRPr lang="en-US" sz="4800" b="1" dirty="0" smtClean="0">
              <a:solidFill>
                <a:schemeClr val="tx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Baakamuza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nibayogora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hosana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Yezu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  <a:hlinkClick r:id="rId2" action="ppaction://hlinksldjump"/>
              </a:rPr>
              <a:t>omugabe</a:t>
            </a:r>
            <a:endParaRPr lang="en-US" sz="48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Abakwangire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obugabe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bakamarwayo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pilato</a:t>
            </a:r>
            <a:endParaRPr lang="en-US" sz="4800" b="1" dirty="0" smtClean="0">
              <a:solidFill>
                <a:schemeClr val="tx2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Owahandikire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ekihandiiko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ngu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ni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</a:rPr>
              <a:t>Yezu</a:t>
            </a:r>
            <a:r>
              <a:rPr lang="en-US" sz="4800" b="1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tx2">
                    <a:lumMod val="50000"/>
                  </a:schemeClr>
                </a:solidFill>
                <a:hlinkClick r:id="rId2" action="ppaction://hlinksldjump"/>
              </a:rPr>
              <a:t>omugabe</a:t>
            </a:r>
            <a:endParaRPr lang="en-US" sz="48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b="1" dirty="0" err="1" smtClean="0">
                <a:solidFill>
                  <a:schemeClr val="accent6">
                    <a:lumMod val="50000"/>
                  </a:schemeClr>
                </a:solidFill>
              </a:rPr>
              <a:t>Omu</a:t>
            </a:r>
            <a:r>
              <a:rPr lang="en-US" sz="4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accent6">
                    <a:lumMod val="50000"/>
                  </a:schemeClr>
                </a:solidFill>
              </a:rPr>
              <a:t>Misa</a:t>
            </a:r>
            <a:r>
              <a:rPr lang="en-US" sz="4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accent6">
                    <a:lumMod val="50000"/>
                  </a:schemeClr>
                </a:solidFill>
              </a:rPr>
              <a:t>n’omu</a:t>
            </a:r>
            <a:r>
              <a:rPr lang="en-US" sz="4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accent6">
                    <a:lumMod val="50000"/>
                  </a:schemeClr>
                </a:solidFill>
              </a:rPr>
              <a:t>komuniyo</a:t>
            </a:r>
            <a:r>
              <a:rPr lang="en-US" sz="4800" b="1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4800" b="1" dirty="0" err="1" smtClean="0">
                <a:solidFill>
                  <a:schemeClr val="accent6">
                    <a:lumMod val="50000"/>
                  </a:schemeClr>
                </a:solidFill>
              </a:rPr>
              <a:t>kandi</a:t>
            </a:r>
            <a:r>
              <a:rPr lang="en-US" sz="4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accent6">
                    <a:lumMod val="50000"/>
                  </a:schemeClr>
                </a:solidFill>
              </a:rPr>
              <a:t>omu</a:t>
            </a:r>
            <a:r>
              <a:rPr lang="en-US" sz="4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accent6">
                    <a:lumMod val="50000"/>
                  </a:schemeClr>
                </a:solidFill>
              </a:rPr>
              <a:t>tabernakulo</a:t>
            </a:r>
            <a:endParaRPr lang="en-US" sz="4800" b="1" dirty="0" smtClean="0">
              <a:solidFill>
                <a:schemeClr val="accent6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4800" b="1" dirty="0" err="1" smtClean="0">
                <a:solidFill>
                  <a:schemeClr val="accent6">
                    <a:lumMod val="50000"/>
                  </a:schemeClr>
                </a:solidFill>
              </a:rPr>
              <a:t>Hoona</a:t>
            </a:r>
            <a:r>
              <a:rPr lang="en-US" sz="4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accent6">
                    <a:lumMod val="50000"/>
                  </a:schemeClr>
                </a:solidFill>
              </a:rPr>
              <a:t>n’obu</a:t>
            </a:r>
            <a:r>
              <a:rPr lang="en-US" sz="4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accent6">
                    <a:lumMod val="50000"/>
                  </a:schemeClr>
                </a:solidFill>
              </a:rPr>
              <a:t>orayesherekye</a:t>
            </a:r>
            <a:r>
              <a:rPr lang="en-US" sz="4800" b="1" dirty="0" smtClean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US" sz="4800" b="1" dirty="0" err="1" smtClean="0">
                <a:solidFill>
                  <a:schemeClr val="accent6">
                    <a:lumMod val="50000"/>
                  </a:schemeClr>
                </a:solidFill>
              </a:rPr>
              <a:t>tuhamya</a:t>
            </a:r>
            <a:r>
              <a:rPr lang="en-US" sz="4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accent6">
                    <a:lumMod val="50000"/>
                  </a:schemeClr>
                </a:solidFill>
              </a:rPr>
              <a:t>ku</a:t>
            </a:r>
            <a:r>
              <a:rPr lang="en-US" sz="4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accent6">
                    <a:lumMod val="50000"/>
                  </a:schemeClr>
                </a:solidFill>
              </a:rPr>
              <a:t>ori</a:t>
            </a:r>
            <a:r>
              <a:rPr lang="en-US" sz="4800" b="1" dirty="0" smtClean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4800" b="1" dirty="0" err="1" smtClean="0">
                <a:solidFill>
                  <a:schemeClr val="accent6">
                    <a:lumMod val="50000"/>
                  </a:schemeClr>
                </a:solidFill>
                <a:hlinkClick r:id="rId2" action="ppaction://hlinksldjump"/>
              </a:rPr>
              <a:t>omugabe</a:t>
            </a:r>
            <a:endParaRPr lang="en-US" sz="4800" b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800" b="1" dirty="0" err="1" smtClean="0">
                <a:solidFill>
                  <a:srgbClr val="FF0000"/>
                </a:solidFill>
              </a:rPr>
              <a:t>Ori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mbwenu</a:t>
            </a:r>
            <a:r>
              <a:rPr lang="en-US" sz="4800" b="1" dirty="0" smtClean="0">
                <a:solidFill>
                  <a:srgbClr val="FF0000"/>
                </a:solidFill>
              </a:rPr>
              <a:t> aha </a:t>
            </a:r>
            <a:r>
              <a:rPr lang="en-US" sz="4800" b="1" dirty="0" err="1" smtClean="0">
                <a:solidFill>
                  <a:srgbClr val="FF0000"/>
                </a:solidFill>
              </a:rPr>
              <a:t>buryo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bwa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sho</a:t>
            </a:r>
            <a:r>
              <a:rPr lang="en-US" sz="4800" b="1" dirty="0" smtClean="0">
                <a:solidFill>
                  <a:srgbClr val="FF0000"/>
                </a:solidFill>
              </a:rPr>
              <a:t>, </a:t>
            </a:r>
            <a:r>
              <a:rPr lang="en-US" sz="4800" b="1" dirty="0" err="1" smtClean="0">
                <a:solidFill>
                  <a:srgbClr val="FF0000"/>
                </a:solidFill>
              </a:rPr>
              <a:t>noohaisibwa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engoma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yaawe</a:t>
            </a:r>
            <a:endParaRPr lang="en-US" sz="4800" b="1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4800" b="1" dirty="0" err="1" smtClean="0">
                <a:solidFill>
                  <a:srgbClr val="FF0000"/>
                </a:solidFill>
              </a:rPr>
              <a:t>Boona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eki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nikyo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kigambo</a:t>
            </a:r>
            <a:r>
              <a:rPr lang="en-US" sz="4800" b="1" dirty="0" smtClean="0">
                <a:solidFill>
                  <a:srgbClr val="FF0000"/>
                </a:solidFill>
              </a:rPr>
              <a:t>; </a:t>
            </a:r>
            <a:r>
              <a:rPr lang="en-US" sz="4800" b="1" dirty="0" err="1" smtClean="0">
                <a:solidFill>
                  <a:srgbClr val="FF0000"/>
                </a:solidFill>
              </a:rPr>
              <a:t>kasingye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</a:rPr>
              <a:t>Yezu</a:t>
            </a:r>
            <a:r>
              <a:rPr lang="en-US" sz="4800" b="1" dirty="0" smtClean="0">
                <a:solidFill>
                  <a:srgbClr val="FF0000"/>
                </a:solidFill>
              </a:rPr>
              <a:t> </a:t>
            </a:r>
            <a:r>
              <a:rPr lang="en-US" sz="4800" b="1" dirty="0" err="1" smtClean="0">
                <a:solidFill>
                  <a:srgbClr val="FF0000"/>
                </a:solidFill>
                <a:hlinkClick r:id="rId2" action="ppaction://hlinksldjump"/>
              </a:rPr>
              <a:t>omugabe</a:t>
            </a:r>
            <a:endParaRPr lang="en-US" sz="4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136</Words>
  <Application>Microsoft Office PowerPoint</Application>
  <PresentationFormat>On-screen Show (4:3)</PresentationFormat>
  <Paragraphs>26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1</vt:lpstr>
      <vt:lpstr>2</vt:lpstr>
      <vt:lpstr>3</vt:lpstr>
      <vt:lpstr>4</vt:lpstr>
      <vt:lpstr>5</vt:lpstr>
      <vt:lpstr>6</vt:lpstr>
      <vt:lpstr>7</vt:lpstr>
      <vt:lpstr>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YEZU OTUTEGYEKYE</dc:title>
  <dc:creator>OWAMAANI Claret</dc:creator>
  <cp:lastModifiedBy>user</cp:lastModifiedBy>
  <cp:revision>9</cp:revision>
  <dcterms:created xsi:type="dcterms:W3CDTF">2006-08-16T00:00:00Z</dcterms:created>
  <dcterms:modified xsi:type="dcterms:W3CDTF">2022-09-01T05:40:37Z</dcterms:modified>
</cp:coreProperties>
</file>