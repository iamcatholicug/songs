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8" r:id="rId5"/>
    <p:sldId id="266" r:id="rId6"/>
    <p:sldId id="260" r:id="rId7"/>
    <p:sldId id="267" r:id="rId8"/>
    <p:sldId id="261" r:id="rId9"/>
    <p:sldId id="268" r:id="rId10"/>
    <p:sldId id="262" r:id="rId11"/>
    <p:sldId id="271" r:id="rId12"/>
    <p:sldId id="263" r:id="rId13"/>
    <p:sldId id="270" r:id="rId14"/>
    <p:sldId id="264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7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5C11-0C74-42AC-88AE-0D04CE844DFA}" type="datetimeFigureOut">
              <a:rPr lang="en-US" smtClean="0"/>
              <a:pPr/>
              <a:t>07-Dec-19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B8C10-1A14-4908-B060-41C98A99E90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5C11-0C74-42AC-88AE-0D04CE844DFA}" type="datetimeFigureOut">
              <a:rPr lang="en-US" smtClean="0"/>
              <a:pPr/>
              <a:t>07-Dec-19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B8C10-1A14-4908-B060-41C98A99E90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5C11-0C74-42AC-88AE-0D04CE844DFA}" type="datetimeFigureOut">
              <a:rPr lang="en-US" smtClean="0"/>
              <a:pPr/>
              <a:t>07-Dec-19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B8C10-1A14-4908-B060-41C98A99E90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5C11-0C74-42AC-88AE-0D04CE844DFA}" type="datetimeFigureOut">
              <a:rPr lang="en-US" smtClean="0"/>
              <a:pPr/>
              <a:t>07-Dec-19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B8C10-1A14-4908-B060-41C98A99E90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5C11-0C74-42AC-88AE-0D04CE844DFA}" type="datetimeFigureOut">
              <a:rPr lang="en-US" smtClean="0"/>
              <a:pPr/>
              <a:t>07-Dec-19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B8C10-1A14-4908-B060-41C98A99E90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5C11-0C74-42AC-88AE-0D04CE844DFA}" type="datetimeFigureOut">
              <a:rPr lang="en-US" smtClean="0"/>
              <a:pPr/>
              <a:t>07-Dec-19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B8C10-1A14-4908-B060-41C98A99E90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5C11-0C74-42AC-88AE-0D04CE844DFA}" type="datetimeFigureOut">
              <a:rPr lang="en-US" smtClean="0"/>
              <a:pPr/>
              <a:t>07-Dec-19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B8C10-1A14-4908-B060-41C98A99E90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5C11-0C74-42AC-88AE-0D04CE844DFA}" type="datetimeFigureOut">
              <a:rPr lang="en-US" smtClean="0"/>
              <a:pPr/>
              <a:t>07-Dec-19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B8C10-1A14-4908-B060-41C98A99E90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5C11-0C74-42AC-88AE-0D04CE844DFA}" type="datetimeFigureOut">
              <a:rPr lang="en-US" smtClean="0"/>
              <a:pPr/>
              <a:t>07-Dec-19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B8C10-1A14-4908-B060-41C98A99E90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5C11-0C74-42AC-88AE-0D04CE844DFA}" type="datetimeFigureOut">
              <a:rPr lang="en-US" smtClean="0"/>
              <a:pPr/>
              <a:t>07-Dec-19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B8C10-1A14-4908-B060-41C98A99E90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5C11-0C74-42AC-88AE-0D04CE844DFA}" type="datetimeFigureOut">
              <a:rPr lang="en-US" smtClean="0"/>
              <a:pPr/>
              <a:t>07-Dec-19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B8C10-1A14-4908-B060-41C98A99E90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98000">
              <a:srgbClr val="FFFF00"/>
            </a:gs>
            <a:gs pos="7000">
              <a:srgbClr val="3A5884"/>
            </a:gs>
            <a:gs pos="41000">
              <a:srgbClr val="FFFF00"/>
            </a:gs>
            <a:gs pos="1000">
              <a:srgbClr val="4D4F77"/>
            </a:gs>
            <a:gs pos="29000">
              <a:schemeClr val="tx1"/>
            </a:gs>
            <a:gs pos="88000">
              <a:srgbClr val="992D44"/>
            </a:gs>
            <a:gs pos="75000">
              <a:srgbClr val="FF0000"/>
            </a:gs>
            <a:gs pos="23000">
              <a:schemeClr val="accent1">
                <a:lumMod val="89000"/>
              </a:schemeClr>
            </a:gs>
            <a:gs pos="65000">
              <a:schemeClr val="accent3"/>
            </a:gs>
            <a:gs pos="52000">
              <a:srgbClr val="FF0000"/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485C11-0C74-42AC-88AE-0D04CE844DFA}" type="datetimeFigureOut">
              <a:rPr lang="en-US" smtClean="0"/>
              <a:pPr/>
              <a:t>07-Dec-19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4B8C10-1A14-4908-B060-41C98A99E90A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336" y="1219200"/>
            <a:ext cx="11953328" cy="4802088"/>
          </a:xfrm>
          <a:solidFill>
            <a:srgbClr val="FFFF00"/>
          </a:solidFill>
        </p:spPr>
        <p:txBody>
          <a:bodyPr>
            <a:normAutofit/>
          </a:bodyPr>
          <a:lstStyle/>
          <a:p>
            <a:r>
              <a:rPr lang="en-GB" sz="4800" b="1" dirty="0" err="1">
                <a:latin typeface="Arial Black" panose="020B0A04020102020204" pitchFamily="34" charset="0"/>
              </a:rPr>
              <a:t>Yezu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bwesigye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bwangye</a:t>
            </a:r>
            <a:br>
              <a:rPr lang="en-GB" sz="4800" b="1" dirty="0">
                <a:latin typeface="Arial Black" panose="020B0A04020102020204" pitchFamily="34" charset="0"/>
              </a:rPr>
            </a:br>
            <a:r>
              <a:rPr lang="en-GB" sz="4800" b="1" dirty="0" err="1">
                <a:latin typeface="Arial Black" panose="020B0A04020102020204" pitchFamily="34" charset="0"/>
              </a:rPr>
              <a:t>Yezu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magara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gangye</a:t>
            </a:r>
            <a:br>
              <a:rPr lang="en-GB" sz="4800" b="1" dirty="0">
                <a:latin typeface="Arial Black" panose="020B0A04020102020204" pitchFamily="34" charset="0"/>
              </a:rPr>
            </a:br>
            <a:r>
              <a:rPr lang="en-GB" sz="4800" b="1" dirty="0" err="1">
                <a:latin typeface="Arial Black" panose="020B0A04020102020204" pitchFamily="34" charset="0"/>
              </a:rPr>
              <a:t>Omujuni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wangye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eiguru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ntwarayo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mbe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neiwe</a:t>
            </a:r>
            <a:endParaRPr lang="en-GB" sz="4800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336" y="980727"/>
            <a:ext cx="11953328" cy="4680521"/>
          </a:xfrm>
          <a:solidFill>
            <a:srgbClr val="FFFF00"/>
          </a:solidFill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GB" sz="5400" b="1" dirty="0">
                <a:latin typeface="Arial Black" panose="020B0A04020102020204" pitchFamily="34" charset="0"/>
              </a:rPr>
              <a:t>1,Mukama </a:t>
            </a:r>
            <a:r>
              <a:rPr lang="en-GB" sz="5400" b="1" dirty="0" err="1">
                <a:latin typeface="Arial Black" panose="020B0A04020102020204" pitchFamily="34" charset="0"/>
              </a:rPr>
              <a:t>Yezu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yeija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owangye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GB" sz="5400" b="1" dirty="0" err="1">
                <a:latin typeface="Arial Black" panose="020B0A04020102020204" pitchFamily="34" charset="0"/>
              </a:rPr>
              <a:t>Ntuure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neiwe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nshemeire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GB" sz="5400" b="1" dirty="0">
                <a:latin typeface="Arial Black" panose="020B0A04020102020204" pitchFamily="34" charset="0"/>
              </a:rPr>
              <a:t>Magara </a:t>
            </a:r>
            <a:r>
              <a:rPr lang="en-GB" sz="5400" b="1" dirty="0" err="1">
                <a:latin typeface="Arial Black" panose="020B0A04020102020204" pitchFamily="34" charset="0"/>
              </a:rPr>
              <a:t>gangye</a:t>
            </a:r>
            <a:endParaRPr lang="en-GB" sz="5400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725C84-20FD-401E-A62C-57D230EFF3FA}"/>
              </a:ext>
            </a:extLst>
          </p:cNvPr>
          <p:cNvSpPr/>
          <p:nvPr/>
        </p:nvSpPr>
        <p:spPr>
          <a:xfrm>
            <a:off x="407368" y="1628800"/>
            <a:ext cx="11593288" cy="34163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GB" sz="5400" b="1" dirty="0" err="1">
                <a:latin typeface="Arial Black" panose="020B0A04020102020204" pitchFamily="34" charset="0"/>
              </a:rPr>
              <a:t>Yezu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bwesigye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bwangye</a:t>
            </a:r>
            <a:br>
              <a:rPr lang="en-GB" sz="5400" b="1" dirty="0">
                <a:latin typeface="Arial Black" panose="020B0A04020102020204" pitchFamily="34" charset="0"/>
              </a:rPr>
            </a:br>
            <a:r>
              <a:rPr lang="en-GB" sz="5400" b="1" dirty="0" err="1">
                <a:latin typeface="Arial Black" panose="020B0A04020102020204" pitchFamily="34" charset="0"/>
              </a:rPr>
              <a:t>Yezu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magara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gangye</a:t>
            </a:r>
            <a:br>
              <a:rPr lang="en-GB" sz="5400" b="1" dirty="0">
                <a:latin typeface="Arial Black" panose="020B0A04020102020204" pitchFamily="34" charset="0"/>
              </a:rPr>
            </a:br>
            <a:r>
              <a:rPr lang="en-GB" sz="5400" b="1" dirty="0" err="1">
                <a:latin typeface="Arial Black" panose="020B0A04020102020204" pitchFamily="34" charset="0"/>
              </a:rPr>
              <a:t>Omujuni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wangye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</a:p>
          <a:p>
            <a:pPr algn="ctr"/>
            <a:r>
              <a:rPr lang="en-GB" sz="5400" b="1" dirty="0" err="1">
                <a:latin typeface="Arial Black" panose="020B0A04020102020204" pitchFamily="34" charset="0"/>
              </a:rPr>
              <a:t>eiguru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ntwarayo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mbe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neiwe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56670148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352" y="476673"/>
            <a:ext cx="11737304" cy="5184575"/>
          </a:xfrm>
          <a:solidFill>
            <a:srgbClr val="FFFF00"/>
          </a:solidFill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GB" sz="4800" b="1" dirty="0">
                <a:latin typeface="Arial Black" panose="020B0A04020102020204" pitchFamily="34" charset="0"/>
              </a:rPr>
              <a:t>2,Abatarya </a:t>
            </a:r>
            <a:r>
              <a:rPr lang="en-GB" sz="4800" b="1" dirty="0" err="1">
                <a:latin typeface="Arial Black" panose="020B0A04020102020204" pitchFamily="34" charset="0"/>
              </a:rPr>
              <a:t>Yezu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baburwa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eneeza</a:t>
            </a:r>
            <a:endParaRPr lang="en-GB" sz="4800" b="1" dirty="0">
              <a:latin typeface="Arial Black" panose="020B0A04020102020204" pitchFamily="34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bahaba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engudo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etereire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GB" sz="4800" b="1" dirty="0" err="1">
                <a:latin typeface="Arial Black" panose="020B0A04020102020204" pitchFamily="34" charset="0"/>
              </a:rPr>
              <a:t>baburwa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edembe</a:t>
            </a:r>
            <a:endParaRPr lang="en-GB" sz="4800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1E7EA5-D0E2-4ABA-BFB9-F7958717F26D}"/>
              </a:ext>
            </a:extLst>
          </p:cNvPr>
          <p:cNvSpPr/>
          <p:nvPr/>
        </p:nvSpPr>
        <p:spPr>
          <a:xfrm>
            <a:off x="119336" y="1052736"/>
            <a:ext cx="11953328" cy="4409733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4800" b="1" dirty="0" err="1">
                <a:latin typeface="Arial Black" panose="020B0A04020102020204" pitchFamily="34" charset="0"/>
              </a:rPr>
              <a:t>Yezu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bwesigye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bwangye</a:t>
            </a:r>
            <a:br>
              <a:rPr lang="en-GB" sz="4800" b="1" dirty="0">
                <a:latin typeface="Arial Black" panose="020B0A04020102020204" pitchFamily="34" charset="0"/>
              </a:rPr>
            </a:br>
            <a:r>
              <a:rPr lang="en-GB" sz="4800" b="1" dirty="0" err="1">
                <a:latin typeface="Arial Black" panose="020B0A04020102020204" pitchFamily="34" charset="0"/>
              </a:rPr>
              <a:t>Yezu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magara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gangye</a:t>
            </a:r>
            <a:br>
              <a:rPr lang="en-GB" sz="4800" b="1" dirty="0">
                <a:latin typeface="Arial Black" panose="020B0A04020102020204" pitchFamily="34" charset="0"/>
              </a:rPr>
            </a:br>
            <a:r>
              <a:rPr lang="en-GB" sz="4800" b="1" dirty="0" err="1">
                <a:latin typeface="Arial Black" panose="020B0A04020102020204" pitchFamily="34" charset="0"/>
              </a:rPr>
              <a:t>Omujuni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wangye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GB" sz="4800" b="1" dirty="0" err="1">
                <a:latin typeface="Arial Black" panose="020B0A04020102020204" pitchFamily="34" charset="0"/>
              </a:rPr>
              <a:t>eiguru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ntwarayo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mbe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neiwe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405119650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344" y="908721"/>
            <a:ext cx="11809312" cy="5217444"/>
          </a:xfrm>
          <a:solidFill>
            <a:srgbClr val="FFFF00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6000" b="1" dirty="0">
                <a:latin typeface="Arial Black" panose="020B0A04020102020204" pitchFamily="34" charset="0"/>
              </a:rPr>
              <a:t>3,Abakurya </a:t>
            </a:r>
            <a:r>
              <a:rPr lang="en-GB" sz="6000" b="1" dirty="0" err="1">
                <a:latin typeface="Arial Black" panose="020B0A04020102020204" pitchFamily="34" charset="0"/>
              </a:rPr>
              <a:t>Yezu</a:t>
            </a:r>
            <a:r>
              <a:rPr lang="en-GB" sz="6000" b="1" dirty="0">
                <a:latin typeface="Arial Black" panose="020B0A04020102020204" pitchFamily="34" charset="0"/>
              </a:rPr>
              <a:t> </a:t>
            </a:r>
            <a:r>
              <a:rPr lang="en-GB" sz="6000" b="1" dirty="0" err="1">
                <a:latin typeface="Arial Black" panose="020B0A04020102020204" pitchFamily="34" charset="0"/>
              </a:rPr>
              <a:t>bagira</a:t>
            </a:r>
            <a:r>
              <a:rPr lang="en-GB" sz="6000" b="1" dirty="0">
                <a:latin typeface="Arial Black" panose="020B0A04020102020204" pitchFamily="34" charset="0"/>
              </a:rPr>
              <a:t> </a:t>
            </a:r>
            <a:r>
              <a:rPr lang="en-GB" sz="6000" b="1" dirty="0" err="1">
                <a:latin typeface="Arial Black" panose="020B0A04020102020204" pitchFamily="34" charset="0"/>
              </a:rPr>
              <a:t>eneeza</a:t>
            </a:r>
            <a:r>
              <a:rPr lang="en-GB" sz="6000" b="1" dirty="0">
                <a:latin typeface="Arial Black" panose="020B0A04020102020204" pitchFamily="34" charset="0"/>
              </a:rPr>
              <a:t> </a:t>
            </a:r>
          </a:p>
          <a:p>
            <a:pPr marL="0" indent="0" algn="ctr">
              <a:buNone/>
            </a:pPr>
            <a:r>
              <a:rPr lang="en-GB" sz="6000" b="1" dirty="0" err="1">
                <a:latin typeface="Arial Black" panose="020B0A04020102020204" pitchFamily="34" charset="0"/>
              </a:rPr>
              <a:t>Ebahamya</a:t>
            </a:r>
            <a:r>
              <a:rPr lang="en-GB" sz="6000" b="1" dirty="0">
                <a:latin typeface="Arial Black" panose="020B0A04020102020204" pitchFamily="34" charset="0"/>
              </a:rPr>
              <a:t> </a:t>
            </a:r>
            <a:r>
              <a:rPr lang="en-GB" sz="6000" b="1" dirty="0" err="1">
                <a:latin typeface="Arial Black" panose="020B0A04020102020204" pitchFamily="34" charset="0"/>
              </a:rPr>
              <a:t>ebahuguura</a:t>
            </a:r>
            <a:r>
              <a:rPr lang="en-GB" sz="6000" b="1" dirty="0">
                <a:latin typeface="Arial Black" panose="020B0A04020102020204" pitchFamily="34" charset="0"/>
              </a:rPr>
              <a:t> </a:t>
            </a:r>
            <a:r>
              <a:rPr lang="en-GB" sz="6000" b="1" dirty="0" err="1">
                <a:latin typeface="Arial Black" panose="020B0A04020102020204" pitchFamily="34" charset="0"/>
              </a:rPr>
              <a:t>bakuherera</a:t>
            </a:r>
            <a:endParaRPr lang="en-GB" sz="6000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4E1691-ADA9-4FCB-A6A0-6BC5E86BAAC8}"/>
              </a:ext>
            </a:extLst>
          </p:cNvPr>
          <p:cNvSpPr/>
          <p:nvPr/>
        </p:nvSpPr>
        <p:spPr>
          <a:xfrm>
            <a:off x="191344" y="1124744"/>
            <a:ext cx="11809312" cy="49494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5400" b="1" dirty="0" err="1">
                <a:latin typeface="Arial Black" panose="020B0A04020102020204" pitchFamily="34" charset="0"/>
              </a:rPr>
              <a:t>Yezu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bwesigye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bwangye</a:t>
            </a:r>
            <a:br>
              <a:rPr lang="en-GB" sz="5400" b="1" dirty="0">
                <a:latin typeface="Arial Black" panose="020B0A04020102020204" pitchFamily="34" charset="0"/>
              </a:rPr>
            </a:br>
            <a:r>
              <a:rPr lang="en-GB" sz="5400" b="1" dirty="0" err="1">
                <a:latin typeface="Arial Black" panose="020B0A04020102020204" pitchFamily="34" charset="0"/>
              </a:rPr>
              <a:t>Yezu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magara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gangye</a:t>
            </a:r>
            <a:br>
              <a:rPr lang="en-GB" sz="5400" b="1" dirty="0">
                <a:latin typeface="Arial Black" panose="020B0A04020102020204" pitchFamily="34" charset="0"/>
              </a:rPr>
            </a:br>
            <a:r>
              <a:rPr lang="en-GB" sz="5400" b="1" dirty="0" err="1">
                <a:latin typeface="Arial Black" panose="020B0A04020102020204" pitchFamily="34" charset="0"/>
              </a:rPr>
              <a:t>Omujuni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wangye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GB" sz="5400" b="1" dirty="0" err="1">
                <a:latin typeface="Arial Black" panose="020B0A04020102020204" pitchFamily="34" charset="0"/>
              </a:rPr>
              <a:t>eiguru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ntwarayo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mbe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neiwe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400011984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344" y="836713"/>
            <a:ext cx="11881320" cy="4392487"/>
          </a:xfrm>
          <a:solidFill>
            <a:srgbClr val="FFFF00"/>
          </a:solidFill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4800" b="1" dirty="0">
                <a:latin typeface="Arial Black" panose="020B0A04020102020204" pitchFamily="34" charset="0"/>
              </a:rPr>
              <a:t>4,Abato </a:t>
            </a:r>
            <a:r>
              <a:rPr lang="en-GB" sz="4800" b="1" dirty="0" err="1">
                <a:latin typeface="Arial Black" panose="020B0A04020102020204" pitchFamily="34" charset="0"/>
              </a:rPr>
              <a:t>twetsime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omu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betwere</a:t>
            </a:r>
            <a:endParaRPr lang="en-GB" sz="4800" b="1" dirty="0">
              <a:latin typeface="Arial Black" panose="020B0A040201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sz="4800" b="1" dirty="0" err="1">
                <a:latin typeface="Arial Black" panose="020B0A04020102020204" pitchFamily="34" charset="0"/>
              </a:rPr>
              <a:t>Mukama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nanda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neitwe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tumherere</a:t>
            </a:r>
            <a:endParaRPr lang="en-GB" sz="4800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E392E-C697-4FF2-8741-8656AA47FA23}"/>
              </a:ext>
            </a:extLst>
          </p:cNvPr>
          <p:cNvSpPr/>
          <p:nvPr/>
        </p:nvSpPr>
        <p:spPr>
          <a:xfrm>
            <a:off x="227348" y="692696"/>
            <a:ext cx="11737304" cy="49494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5400" b="1" dirty="0" err="1">
                <a:latin typeface="Arial Black" panose="020B0A04020102020204" pitchFamily="34" charset="0"/>
              </a:rPr>
              <a:t>Yezu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bwesigye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bwangye</a:t>
            </a:r>
            <a:br>
              <a:rPr lang="en-GB" sz="5400" b="1" dirty="0">
                <a:latin typeface="Arial Black" panose="020B0A04020102020204" pitchFamily="34" charset="0"/>
              </a:rPr>
            </a:br>
            <a:r>
              <a:rPr lang="en-GB" sz="5400" b="1" dirty="0" err="1">
                <a:latin typeface="Arial Black" panose="020B0A04020102020204" pitchFamily="34" charset="0"/>
              </a:rPr>
              <a:t>Yezu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magara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gangye</a:t>
            </a:r>
            <a:br>
              <a:rPr lang="en-GB" sz="5400" b="1" dirty="0">
                <a:latin typeface="Arial Black" panose="020B0A04020102020204" pitchFamily="34" charset="0"/>
              </a:rPr>
            </a:br>
            <a:r>
              <a:rPr lang="en-GB" sz="5400" b="1" dirty="0" err="1">
                <a:latin typeface="Arial Black" panose="020B0A04020102020204" pitchFamily="34" charset="0"/>
              </a:rPr>
              <a:t>Omujuni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wangye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GB" sz="5400" b="1" dirty="0" err="1">
                <a:latin typeface="Arial Black" panose="020B0A04020102020204" pitchFamily="34" charset="0"/>
              </a:rPr>
              <a:t>eiguru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ntwarayo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mbe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neiwe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58303749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336" y="836713"/>
            <a:ext cx="11953328" cy="4536503"/>
          </a:xfrm>
          <a:solidFill>
            <a:srgbClr val="FFFF00"/>
          </a:solidFill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GB" sz="4400" b="1" dirty="0">
                <a:latin typeface="Arial Black" panose="020B0A04020102020204" pitchFamily="34" charset="0"/>
              </a:rPr>
              <a:t>5,Omuhanda </a:t>
            </a:r>
            <a:r>
              <a:rPr lang="en-GB" sz="4400" b="1" dirty="0" err="1">
                <a:latin typeface="Arial Black" panose="020B0A04020102020204" pitchFamily="34" charset="0"/>
              </a:rPr>
              <a:t>ni</a:t>
            </a:r>
            <a:r>
              <a:rPr lang="en-GB" sz="4400" b="1" dirty="0">
                <a:latin typeface="Arial Black" panose="020B0A04020102020204" pitchFamily="34" charset="0"/>
              </a:rPr>
              <a:t> </a:t>
            </a:r>
            <a:r>
              <a:rPr lang="en-GB" sz="4400" b="1" dirty="0" err="1">
                <a:latin typeface="Arial Black" panose="020B0A04020102020204" pitchFamily="34" charset="0"/>
              </a:rPr>
              <a:t>Yezu</a:t>
            </a:r>
            <a:r>
              <a:rPr lang="en-GB" sz="4400" b="1" dirty="0">
                <a:latin typeface="Arial Black" panose="020B0A04020102020204" pitchFamily="34" charset="0"/>
              </a:rPr>
              <a:t> </a:t>
            </a:r>
            <a:r>
              <a:rPr lang="en-GB" sz="4400" b="1" dirty="0" err="1">
                <a:latin typeface="Arial Black" panose="020B0A04020102020204" pitchFamily="34" charset="0"/>
              </a:rPr>
              <a:t>magara</a:t>
            </a:r>
            <a:r>
              <a:rPr lang="en-GB" sz="4400" b="1" dirty="0">
                <a:latin typeface="Arial Black" panose="020B0A04020102020204" pitchFamily="34" charset="0"/>
              </a:rPr>
              <a:t> </a:t>
            </a:r>
            <a:r>
              <a:rPr lang="en-GB" sz="4400" b="1" dirty="0" err="1">
                <a:latin typeface="Arial Black" panose="020B0A04020102020204" pitchFamily="34" charset="0"/>
              </a:rPr>
              <a:t>weeza</a:t>
            </a:r>
            <a:r>
              <a:rPr lang="en-GB" sz="4400" b="1" dirty="0">
                <a:latin typeface="Arial Black" panose="020B0A04020102020204" pitchFamily="34" charset="0"/>
              </a:rPr>
              <a:t> </a:t>
            </a:r>
            <a:r>
              <a:rPr lang="en-GB" sz="4400" b="1" dirty="0" err="1">
                <a:latin typeface="Arial Black" panose="020B0A04020102020204" pitchFamily="34" charset="0"/>
              </a:rPr>
              <a:t>mazima</a:t>
            </a:r>
            <a:r>
              <a:rPr lang="en-GB" sz="4400" b="1" dirty="0">
                <a:latin typeface="Arial Black" panose="020B0A04020102020204" pitchFamily="34" charset="0"/>
              </a:rPr>
              <a:t> </a:t>
            </a:r>
            <a:r>
              <a:rPr lang="en-GB" sz="4400" b="1" dirty="0" err="1">
                <a:latin typeface="Arial Black" panose="020B0A04020102020204" pitchFamily="34" charset="0"/>
              </a:rPr>
              <a:t>owatwinamwire</a:t>
            </a:r>
            <a:r>
              <a:rPr lang="en-GB" sz="4400" b="1" dirty="0">
                <a:latin typeface="Arial Black" panose="020B0A04020102020204" pitchFamily="34" charset="0"/>
              </a:rPr>
              <a:t> </a:t>
            </a:r>
            <a:r>
              <a:rPr lang="en-GB" sz="4400" b="1" dirty="0" err="1">
                <a:latin typeface="Arial Black" panose="020B0A04020102020204" pitchFamily="34" charset="0"/>
              </a:rPr>
              <a:t>atubukaaze</a:t>
            </a:r>
            <a:endParaRPr lang="en-GB" sz="4400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DE368E-1D3E-4E07-B7CD-134CE837E92A}"/>
              </a:ext>
            </a:extLst>
          </p:cNvPr>
          <p:cNvSpPr/>
          <p:nvPr/>
        </p:nvSpPr>
        <p:spPr>
          <a:xfrm>
            <a:off x="119336" y="620688"/>
            <a:ext cx="11809312" cy="49494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5400" b="1" dirty="0" err="1">
                <a:latin typeface="Arial Black" panose="020B0A04020102020204" pitchFamily="34" charset="0"/>
              </a:rPr>
              <a:t>Yezu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bwesigye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bwangye</a:t>
            </a:r>
            <a:br>
              <a:rPr lang="en-GB" sz="5400" b="1" dirty="0">
                <a:latin typeface="Arial Black" panose="020B0A04020102020204" pitchFamily="34" charset="0"/>
              </a:rPr>
            </a:br>
            <a:r>
              <a:rPr lang="en-GB" sz="5400" b="1" dirty="0" err="1">
                <a:latin typeface="Arial Black" panose="020B0A04020102020204" pitchFamily="34" charset="0"/>
              </a:rPr>
              <a:t>Yezu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magara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gangye</a:t>
            </a:r>
            <a:br>
              <a:rPr lang="en-GB" sz="5400" b="1" dirty="0">
                <a:latin typeface="Arial Black" panose="020B0A04020102020204" pitchFamily="34" charset="0"/>
              </a:rPr>
            </a:br>
            <a:r>
              <a:rPr lang="en-GB" sz="5400" b="1" dirty="0" err="1">
                <a:latin typeface="Arial Black" panose="020B0A04020102020204" pitchFamily="34" charset="0"/>
              </a:rPr>
              <a:t>Omujuni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wangye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GB" sz="5400" b="1" dirty="0" err="1">
                <a:latin typeface="Arial Black" panose="020B0A04020102020204" pitchFamily="34" charset="0"/>
              </a:rPr>
              <a:t>eiguru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ntwarayo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mbe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neiwe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095226180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336" y="908721"/>
            <a:ext cx="11953328" cy="4320479"/>
          </a:xfrm>
          <a:solidFill>
            <a:srgbClr val="FFFF00"/>
          </a:solidFill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5400" dirty="0">
                <a:latin typeface="Arial Black" panose="020B0A04020102020204" pitchFamily="34" charset="0"/>
              </a:rPr>
              <a:t>6.Mukama </a:t>
            </a:r>
            <a:r>
              <a:rPr lang="en-US" sz="5400" dirty="0" err="1">
                <a:latin typeface="Arial Black" panose="020B0A04020102020204" pitchFamily="34" charset="0"/>
              </a:rPr>
              <a:t>Yezu</a:t>
            </a:r>
            <a:r>
              <a:rPr lang="en-US" sz="5400" dirty="0">
                <a:latin typeface="Arial Black" panose="020B0A04020102020204" pitchFamily="34" charset="0"/>
              </a:rPr>
              <a:t> </a:t>
            </a:r>
            <a:r>
              <a:rPr lang="en-US" sz="5400" dirty="0" err="1">
                <a:latin typeface="Arial Black" panose="020B0A04020102020204" pitchFamily="34" charset="0"/>
              </a:rPr>
              <a:t>ogaba</a:t>
            </a:r>
            <a:r>
              <a:rPr lang="en-US" sz="5400" dirty="0">
                <a:latin typeface="Arial Black" panose="020B0A04020102020204" pitchFamily="34" charset="0"/>
              </a:rPr>
              <a:t> </a:t>
            </a:r>
            <a:r>
              <a:rPr lang="en-US" sz="5400" dirty="0" err="1">
                <a:latin typeface="Arial Black" panose="020B0A04020102020204" pitchFamily="34" charset="0"/>
              </a:rPr>
              <a:t>ebyawe</a:t>
            </a:r>
            <a:endParaRPr lang="en-US" sz="5400" dirty="0">
              <a:latin typeface="Arial Black" panose="020B0A04020102020204" pitchFamily="34" charset="0"/>
            </a:endParaRPr>
          </a:p>
          <a:p>
            <a:pPr algn="ctr">
              <a:lnSpc>
                <a:spcPct val="150000"/>
              </a:lnSpc>
              <a:buNone/>
            </a:pPr>
            <a:r>
              <a:rPr lang="en-US" sz="5400" dirty="0">
                <a:latin typeface="Arial Black" panose="020B0A04020102020204" pitchFamily="34" charset="0"/>
              </a:rPr>
              <a:t>   </a:t>
            </a:r>
            <a:r>
              <a:rPr lang="en-US" sz="5400" dirty="0" err="1">
                <a:latin typeface="Arial Black" panose="020B0A04020102020204" pitchFamily="34" charset="0"/>
              </a:rPr>
              <a:t>Tubogore</a:t>
            </a:r>
            <a:r>
              <a:rPr lang="en-US" sz="5400" dirty="0">
                <a:latin typeface="Arial Black" panose="020B0A04020102020204" pitchFamily="34" charset="0"/>
              </a:rPr>
              <a:t> </a:t>
            </a:r>
            <a:r>
              <a:rPr lang="en-US" sz="5400" dirty="0" err="1">
                <a:latin typeface="Arial Black" panose="020B0A04020102020204" pitchFamily="34" charset="0"/>
              </a:rPr>
              <a:t>tugume</a:t>
            </a:r>
            <a:r>
              <a:rPr lang="en-US" sz="5400" dirty="0">
                <a:latin typeface="Arial Black" panose="020B0A04020102020204" pitchFamily="34" charset="0"/>
              </a:rPr>
              <a:t> </a:t>
            </a:r>
            <a:r>
              <a:rPr lang="en-US" sz="5400" dirty="0" err="1">
                <a:latin typeface="Arial Black" panose="020B0A04020102020204" pitchFamily="34" charset="0"/>
              </a:rPr>
              <a:t>kwija</a:t>
            </a:r>
            <a:endParaRPr lang="en-US" sz="5400" dirty="0">
              <a:latin typeface="Arial Black" panose="020B0A04020102020204" pitchFamily="34" charset="0"/>
            </a:endParaRPr>
          </a:p>
          <a:p>
            <a:pPr algn="ctr">
              <a:lnSpc>
                <a:spcPct val="150000"/>
              </a:lnSpc>
              <a:buNone/>
            </a:pPr>
            <a:r>
              <a:rPr lang="en-US" sz="5400" dirty="0">
                <a:latin typeface="Arial Black" panose="020B0A04020102020204" pitchFamily="34" charset="0"/>
              </a:rPr>
              <a:t> </a:t>
            </a:r>
            <a:r>
              <a:rPr lang="en-US" sz="5400" dirty="0" err="1">
                <a:latin typeface="Arial Black" panose="020B0A04020102020204" pitchFamily="34" charset="0"/>
              </a:rPr>
              <a:t>omuka</a:t>
            </a:r>
            <a:r>
              <a:rPr lang="en-US" sz="5400" dirty="0">
                <a:latin typeface="Arial Black" panose="020B0A04020102020204" pitchFamily="34" charset="0"/>
              </a:rPr>
              <a:t> </a:t>
            </a:r>
            <a:r>
              <a:rPr lang="en-US" sz="5400" dirty="0" err="1">
                <a:latin typeface="Arial Black" panose="020B0A04020102020204" pitchFamily="34" charset="0"/>
              </a:rPr>
              <a:t>yaawe</a:t>
            </a:r>
            <a:endParaRPr lang="en-US" sz="54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18F433-63A3-41F3-A49B-A8AE947C65D7}"/>
              </a:ext>
            </a:extLst>
          </p:cNvPr>
          <p:cNvSpPr/>
          <p:nvPr/>
        </p:nvSpPr>
        <p:spPr>
          <a:xfrm>
            <a:off x="119336" y="908720"/>
            <a:ext cx="11953328" cy="49494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5400" b="1" dirty="0" err="1">
                <a:latin typeface="Arial Black" panose="020B0A04020102020204" pitchFamily="34" charset="0"/>
              </a:rPr>
              <a:t>Yezu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bwesigye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bwangye</a:t>
            </a:r>
            <a:br>
              <a:rPr lang="en-GB" sz="5400" b="1" dirty="0">
                <a:latin typeface="Arial Black" panose="020B0A04020102020204" pitchFamily="34" charset="0"/>
              </a:rPr>
            </a:br>
            <a:r>
              <a:rPr lang="en-GB" sz="5400" b="1" dirty="0" err="1">
                <a:latin typeface="Arial Black" panose="020B0A04020102020204" pitchFamily="34" charset="0"/>
              </a:rPr>
              <a:t>Yezu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magara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gangye</a:t>
            </a:r>
            <a:br>
              <a:rPr lang="en-GB" sz="5400" b="1" dirty="0">
                <a:latin typeface="Arial Black" panose="020B0A04020102020204" pitchFamily="34" charset="0"/>
              </a:rPr>
            </a:br>
            <a:r>
              <a:rPr lang="en-GB" sz="5400" b="1" dirty="0" err="1">
                <a:latin typeface="Arial Black" panose="020B0A04020102020204" pitchFamily="34" charset="0"/>
              </a:rPr>
              <a:t>Omujuni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wangye</a:t>
            </a:r>
            <a:endParaRPr lang="en-GB" sz="5400" b="1" dirty="0">
              <a:latin typeface="Arial Black" panose="020B0A040201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eiguru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ntwarayo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mbe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neiwe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531511453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344" y="620689"/>
            <a:ext cx="11809312" cy="4752527"/>
          </a:xfrm>
          <a:solidFill>
            <a:srgbClr val="FFFF00"/>
          </a:solidFill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5400" dirty="0">
                <a:latin typeface="Arial Black" panose="020B0A04020102020204" pitchFamily="34" charset="0"/>
              </a:rPr>
              <a:t>7.Mukama </a:t>
            </a:r>
            <a:r>
              <a:rPr lang="en-US" sz="5400" dirty="0" err="1">
                <a:latin typeface="Arial Black" panose="020B0A04020102020204" pitchFamily="34" charset="0"/>
              </a:rPr>
              <a:t>Yezu</a:t>
            </a:r>
            <a:r>
              <a:rPr lang="en-US" sz="5400" dirty="0">
                <a:latin typeface="Arial Black" panose="020B0A04020102020204" pitchFamily="34" charset="0"/>
              </a:rPr>
              <a:t> </a:t>
            </a:r>
            <a:r>
              <a:rPr lang="en-US" sz="5400" dirty="0" err="1">
                <a:latin typeface="Arial Black" panose="020B0A04020102020204" pitchFamily="34" charset="0"/>
              </a:rPr>
              <a:t>otujune</a:t>
            </a:r>
            <a:r>
              <a:rPr lang="en-US" sz="5400" dirty="0">
                <a:latin typeface="Arial Black" panose="020B0A04020102020204" pitchFamily="34" charset="0"/>
              </a:rPr>
              <a:t> </a:t>
            </a:r>
            <a:r>
              <a:rPr lang="en-US" sz="5400" dirty="0" err="1">
                <a:latin typeface="Arial Black" panose="020B0A04020102020204" pitchFamily="34" charset="0"/>
              </a:rPr>
              <a:t>eikwe</a:t>
            </a:r>
            <a:endParaRPr lang="en-US" sz="5400" dirty="0">
              <a:latin typeface="Arial Black" panose="020B0A04020102020204" pitchFamily="34" charset="0"/>
            </a:endParaRPr>
          </a:p>
          <a:p>
            <a:pPr algn="ctr">
              <a:buNone/>
            </a:pPr>
            <a:r>
              <a:rPr lang="en-US" sz="5400" dirty="0">
                <a:latin typeface="Arial Black" panose="020B0A04020102020204" pitchFamily="34" charset="0"/>
              </a:rPr>
              <a:t>    </a:t>
            </a:r>
            <a:r>
              <a:rPr lang="en-US" sz="5400" dirty="0" err="1">
                <a:latin typeface="Arial Black" panose="020B0A04020102020204" pitchFamily="34" charset="0"/>
              </a:rPr>
              <a:t>Tugume</a:t>
            </a:r>
            <a:r>
              <a:rPr lang="en-US" sz="5400" dirty="0">
                <a:latin typeface="Arial Black" panose="020B0A04020102020204" pitchFamily="34" charset="0"/>
              </a:rPr>
              <a:t> </a:t>
            </a:r>
            <a:r>
              <a:rPr lang="en-US" sz="5400" dirty="0" err="1">
                <a:latin typeface="Arial Black" panose="020B0A04020102020204" pitchFamily="34" charset="0"/>
              </a:rPr>
              <a:t>twetenge</a:t>
            </a:r>
            <a:r>
              <a:rPr lang="en-US" sz="5400" dirty="0">
                <a:latin typeface="Arial Black" panose="020B0A04020102020204" pitchFamily="34" charset="0"/>
              </a:rPr>
              <a:t> </a:t>
            </a:r>
            <a:r>
              <a:rPr lang="en-US" sz="5400" dirty="0" err="1">
                <a:latin typeface="Arial Black" panose="020B0A04020102020204" pitchFamily="34" charset="0"/>
              </a:rPr>
              <a:t>kwija</a:t>
            </a:r>
            <a:r>
              <a:rPr lang="en-US" sz="5400" dirty="0">
                <a:latin typeface="Arial Black" panose="020B0A04020102020204" pitchFamily="34" charset="0"/>
              </a:rPr>
              <a:t> </a:t>
            </a:r>
          </a:p>
          <a:p>
            <a:pPr algn="ctr">
              <a:buNone/>
            </a:pPr>
            <a:r>
              <a:rPr lang="en-US" sz="5400" dirty="0">
                <a:latin typeface="Arial Black" panose="020B0A04020102020204" pitchFamily="34" charset="0"/>
              </a:rPr>
              <a:t>     </a:t>
            </a:r>
            <a:r>
              <a:rPr lang="en-US" sz="5400" dirty="0" err="1">
                <a:latin typeface="Arial Black" panose="020B0A04020102020204" pitchFamily="34" charset="0"/>
              </a:rPr>
              <a:t>Omuka</a:t>
            </a:r>
            <a:r>
              <a:rPr lang="en-US" sz="5400" dirty="0">
                <a:latin typeface="Arial Black" panose="020B0A04020102020204" pitchFamily="34" charset="0"/>
              </a:rPr>
              <a:t> </a:t>
            </a:r>
            <a:r>
              <a:rPr lang="en-US" sz="5400" dirty="0" err="1">
                <a:latin typeface="Arial Black" panose="020B0A04020102020204" pitchFamily="34" charset="0"/>
              </a:rPr>
              <a:t>yaawe</a:t>
            </a:r>
            <a:r>
              <a:rPr lang="en-US" sz="5400" dirty="0">
                <a:latin typeface="Arial Black" panose="020B0A04020102020204" pitchFamily="34" charset="0"/>
              </a:rPr>
              <a:t>.</a:t>
            </a:r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6B699F-B6D2-4315-8784-6E68B89B3BDD}"/>
              </a:ext>
            </a:extLst>
          </p:cNvPr>
          <p:cNvSpPr/>
          <p:nvPr/>
        </p:nvSpPr>
        <p:spPr>
          <a:xfrm>
            <a:off x="119336" y="764704"/>
            <a:ext cx="11953328" cy="5657831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5400" b="1" dirty="0" err="1">
                <a:latin typeface="Arial Black" panose="020B0A04020102020204" pitchFamily="34" charset="0"/>
              </a:rPr>
              <a:t>Yezu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bwesigye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bwangye</a:t>
            </a:r>
            <a:br>
              <a:rPr lang="en-GB" sz="5400" b="1" dirty="0">
                <a:latin typeface="Arial Black" panose="020B0A04020102020204" pitchFamily="34" charset="0"/>
              </a:rPr>
            </a:br>
            <a:r>
              <a:rPr lang="en-GB" sz="5400" b="1" dirty="0" err="1">
                <a:latin typeface="Arial Black" panose="020B0A04020102020204" pitchFamily="34" charset="0"/>
              </a:rPr>
              <a:t>Yezu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magara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gangye</a:t>
            </a:r>
            <a:br>
              <a:rPr lang="en-GB" sz="5400" b="1" dirty="0">
                <a:latin typeface="Arial Black" panose="020B0A04020102020204" pitchFamily="34" charset="0"/>
              </a:rPr>
            </a:br>
            <a:r>
              <a:rPr lang="en-GB" sz="5400" b="1" dirty="0" err="1">
                <a:latin typeface="Arial Black" panose="020B0A04020102020204" pitchFamily="34" charset="0"/>
              </a:rPr>
              <a:t>Omujuni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wangye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GB" sz="5400" b="1" dirty="0" err="1">
                <a:latin typeface="Arial Black" panose="020B0A04020102020204" pitchFamily="34" charset="0"/>
              </a:rPr>
              <a:t>eiguru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ntwarayo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mbe</a:t>
            </a:r>
            <a:r>
              <a:rPr lang="en-GB" sz="5400" b="1" dirty="0">
                <a:latin typeface="Arial Black" panose="020B0A04020102020204" pitchFamily="34" charset="0"/>
              </a:rPr>
              <a:t> </a:t>
            </a:r>
            <a:r>
              <a:rPr lang="en-GB" sz="5400" b="1" dirty="0" err="1">
                <a:latin typeface="Arial Black" panose="020B0A04020102020204" pitchFamily="34" charset="0"/>
              </a:rPr>
              <a:t>neiwe</a:t>
            </a:r>
            <a:endParaRPr lang="en-GB" sz="5400" b="1" dirty="0">
              <a:latin typeface="Arial Black" panose="020B0A040201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GB" b="1" dirty="0">
                <a:solidFill>
                  <a:srgbClr val="FF0000"/>
                </a:solidFill>
                <a:latin typeface="Arial Black" panose="020B0A04020102020204" pitchFamily="34" charset="0"/>
              </a:rPr>
              <a:t>END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137697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193</Words>
  <Application>Microsoft Office PowerPoint</Application>
  <PresentationFormat>Widescreen</PresentationFormat>
  <Paragraphs>33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Arial Black</vt:lpstr>
      <vt:lpstr>Calibri</vt:lpstr>
      <vt:lpstr>Office Theme</vt:lpstr>
      <vt:lpstr>Yezu bwesigye bwangye Yezu magara gangye Omujuni wangye eiguru ntwarayo mbe neiwe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Yezu bwesigye bwangye Yezu magara gangye Omuzuni wangye eiguru ntwaramu mbe neiwe</dc:title>
  <dc:creator>dell</dc:creator>
  <cp:lastModifiedBy>EVANS</cp:lastModifiedBy>
  <cp:revision>27</cp:revision>
  <dcterms:created xsi:type="dcterms:W3CDTF">2014-03-22T06:28:13Z</dcterms:created>
  <dcterms:modified xsi:type="dcterms:W3CDTF">2019-12-08T05:20:27Z</dcterms:modified>
</cp:coreProperties>
</file>