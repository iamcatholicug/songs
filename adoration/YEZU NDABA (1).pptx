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0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3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0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16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74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4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05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42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1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9441F-C3C2-48A4-9230-6F91C22B619B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01469-AABA-418C-95D0-B933B430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40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sz="5400" smtClean="0">
                <a:solidFill>
                  <a:srgbClr val="FF0000"/>
                </a:solidFill>
                <a:latin typeface="Forte" panose="03060902040502070203" pitchFamily="66" charset="0"/>
              </a:rPr>
              <a:t>YEZU NDABA</a:t>
            </a:r>
            <a:br>
              <a:rPr lang="en-US" sz="5400" smtClean="0">
                <a:solidFill>
                  <a:srgbClr val="FF0000"/>
                </a:solidFill>
                <a:latin typeface="Forte" panose="03060902040502070203" pitchFamily="66" charset="0"/>
              </a:rPr>
            </a:br>
            <a:r>
              <a:rPr lang="en-US" sz="5400" dirty="0" smtClean="0">
                <a:latin typeface="Arial Black" panose="020B0A04020102020204" pitchFamily="34" charset="0"/>
              </a:rPr>
              <a:t/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smtClean="0">
                <a:latin typeface="Arial Black" panose="020B0A04020102020204" pitchFamily="34" charset="0"/>
              </a:rPr>
              <a:t> 1. Yezu </a:t>
            </a:r>
            <a:r>
              <a:rPr lang="en-US" sz="5400" dirty="0" err="1" smtClean="0">
                <a:latin typeface="Arial Black" panose="020B0A04020102020204" pitchFamily="34" charset="0"/>
              </a:rPr>
              <a:t>ndaba</a:t>
            </a:r>
            <a:r>
              <a:rPr lang="en-US" sz="5400" dirty="0" smtClean="0">
                <a:latin typeface="Arial Black" panose="020B0A04020102020204" pitchFamily="34" charset="0"/>
              </a:rPr>
              <a:t>, </a:t>
            </a:r>
            <a:r>
              <a:rPr lang="en-US" sz="5400" dirty="0" err="1" smtClean="0">
                <a:latin typeface="Arial Black" panose="020B0A04020102020204" pitchFamily="34" charset="0"/>
              </a:rPr>
              <a:t>ndaba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 smtClean="0">
                <a:latin typeface="Arial Black" panose="020B0A04020102020204" pitchFamily="34" charset="0"/>
              </a:rPr>
              <a:t>Ngankomyewo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gyoli</a:t>
            </a:r>
            <a:r>
              <a:rPr lang="en-US" sz="5400" dirty="0" smtClean="0">
                <a:latin typeface="Arial Black" panose="020B0A04020102020204" pitchFamily="34" charset="0"/>
              </a:rPr>
              <a:t/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 smtClean="0">
                <a:latin typeface="Arial Black" panose="020B0A04020102020204" pitchFamily="34" charset="0"/>
              </a:rPr>
              <a:t>Nkakasizza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sizza</a:t>
            </a:r>
            <a:r>
              <a:rPr lang="en-US" sz="5400" dirty="0" smtClean="0">
                <a:latin typeface="Arial Black" panose="020B0A04020102020204" pitchFamily="34" charset="0"/>
              </a:rPr>
              <a:t/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 smtClean="0">
                <a:latin typeface="Arial Black" panose="020B0A04020102020204" pitchFamily="34" charset="0"/>
              </a:rPr>
              <a:t>Okwewala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ekibi</a:t>
            </a:r>
            <a:endParaRPr lang="en-US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60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Arial Black" panose="020B0A04020102020204" pitchFamily="34" charset="0"/>
              </a:rPr>
              <a:t>2. </a:t>
            </a:r>
            <a:r>
              <a:rPr lang="en-US" sz="5400" dirty="0" err="1" smtClean="0">
                <a:latin typeface="Arial Black" panose="020B0A04020102020204" pitchFamily="34" charset="0"/>
              </a:rPr>
              <a:t>Ngoberererere</a:t>
            </a:r>
            <a:r>
              <a:rPr lang="en-US" sz="5400" dirty="0" smtClean="0">
                <a:latin typeface="Arial Black" panose="020B0A04020102020204" pitchFamily="34" charset="0"/>
              </a:rPr>
              <a:t> Maria</a:t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 smtClean="0">
                <a:latin typeface="Arial Black" panose="020B0A04020102020204" pitchFamily="34" charset="0"/>
              </a:rPr>
              <a:t>Omwe</a:t>
            </a:r>
            <a:r>
              <a:rPr lang="en-US" sz="5400" dirty="0" smtClean="0">
                <a:latin typeface="Arial Black" panose="020B0A04020102020204" pitchFamily="34" charset="0"/>
              </a:rPr>
              <a:t> ne </a:t>
            </a:r>
            <a:r>
              <a:rPr lang="en-US" sz="5400" dirty="0" err="1" smtClean="0">
                <a:latin typeface="Arial Black" panose="020B0A04020102020204" pitchFamily="34" charset="0"/>
              </a:rPr>
              <a:t>nyi</a:t>
            </a:r>
            <a:r>
              <a:rPr lang="en-US" sz="5400" dirty="0" smtClean="0">
                <a:latin typeface="Arial Black" panose="020B0A04020102020204" pitchFamily="34" charset="0"/>
              </a:rPr>
              <a:t/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 smtClean="0">
                <a:latin typeface="Arial Black" panose="020B0A04020102020204" pitchFamily="34" charset="0"/>
              </a:rPr>
              <a:t>Nneevunisa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nga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nkowola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gyoli</a:t>
            </a:r>
            <a:endParaRPr lang="en-US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01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Arial Black" panose="020B0A04020102020204" pitchFamily="34" charset="0"/>
              </a:rPr>
              <a:t>3. </a:t>
            </a:r>
            <a:r>
              <a:rPr lang="en-US" sz="5400" dirty="0" err="1" smtClean="0">
                <a:latin typeface="Arial Black" panose="020B0A04020102020204" pitchFamily="34" charset="0"/>
              </a:rPr>
              <a:t>Gira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ekisakisaku</a:t>
            </a:r>
            <a:r>
              <a:rPr lang="en-US" sz="5400" dirty="0" smtClean="0">
                <a:latin typeface="Arial Black" panose="020B0A04020102020204" pitchFamily="34" charset="0"/>
              </a:rPr>
              <a:t/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 smtClean="0">
                <a:latin typeface="Arial Black" panose="020B0A04020102020204" pitchFamily="34" charset="0"/>
              </a:rPr>
              <a:t>Lwo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musaayi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gwo</a:t>
            </a:r>
            <a:r>
              <a:rPr lang="en-US" sz="5400" dirty="0" smtClean="0">
                <a:latin typeface="Arial Black" panose="020B0A04020102020204" pitchFamily="34" charset="0"/>
              </a:rPr>
              <a:t/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 smtClean="0">
                <a:latin typeface="Arial Black" panose="020B0A04020102020204" pitchFamily="34" charset="0"/>
              </a:rPr>
              <a:t>Njariria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narana</a:t>
            </a:r>
            <a:r>
              <a:rPr lang="en-US" sz="5400" dirty="0" smtClean="0">
                <a:latin typeface="Arial Black" panose="020B0A04020102020204" pitchFamily="34" charset="0"/>
              </a:rPr>
              <a:t/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 smtClean="0">
                <a:latin typeface="Arial Black" panose="020B0A04020102020204" pitchFamily="34" charset="0"/>
              </a:rPr>
              <a:t>Omponge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omuliro</a:t>
            </a:r>
            <a:endParaRPr lang="en-US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14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>
                <a:latin typeface="Arial Black" panose="020B0A04020102020204" pitchFamily="34" charset="0"/>
              </a:rPr>
              <a:t>CHRS</a:t>
            </a:r>
            <a:br>
              <a:rPr lang="en-US" sz="4800" dirty="0" smtClean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/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 smtClean="0">
                <a:latin typeface="Arial Black" panose="020B0A04020102020204" pitchFamily="34" charset="0"/>
              </a:rPr>
              <a:t>Ayi</a:t>
            </a:r>
            <a:r>
              <a:rPr lang="en-US" sz="4800" dirty="0" smtClean="0"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latin typeface="Arial Black" panose="020B0A04020102020204" pitchFamily="34" charset="0"/>
              </a:rPr>
              <a:t>nsaasira</a:t>
            </a:r>
            <a:r>
              <a:rPr lang="en-US" sz="4800" dirty="0" smtClean="0">
                <a:latin typeface="Arial Black" panose="020B0A04020102020204" pitchFamily="34" charset="0"/>
              </a:rPr>
              <a:t/>
            </a:r>
            <a:br>
              <a:rPr lang="en-US" sz="4800" dirty="0" smtClean="0">
                <a:latin typeface="Arial Black" panose="020B0A04020102020204" pitchFamily="34" charset="0"/>
              </a:rPr>
            </a:br>
            <a:r>
              <a:rPr lang="en-US" sz="4800" dirty="0" smtClean="0">
                <a:latin typeface="Arial Black" panose="020B0A04020102020204" pitchFamily="34" charset="0"/>
              </a:rPr>
              <a:t>Yezu </a:t>
            </a:r>
            <a:r>
              <a:rPr lang="en-US" sz="4800" dirty="0" err="1" smtClean="0">
                <a:latin typeface="Arial Black" panose="020B0A04020102020204" pitchFamily="34" charset="0"/>
              </a:rPr>
              <a:t>nze</a:t>
            </a:r>
            <a:r>
              <a:rPr lang="en-US" sz="4800" dirty="0" smtClean="0"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latin typeface="Arial Black" panose="020B0A04020102020204" pitchFamily="34" charset="0"/>
              </a:rPr>
              <a:t>nkwesengereza</a:t>
            </a:r>
            <a:r>
              <a:rPr lang="en-US" sz="4800" dirty="0" smtClean="0">
                <a:latin typeface="Arial Black" panose="020B0A04020102020204" pitchFamily="34" charset="0"/>
              </a:rPr>
              <a:t/>
            </a:r>
            <a:br>
              <a:rPr lang="en-US" sz="4800" dirty="0" smtClean="0">
                <a:latin typeface="Arial Black" panose="020B0A04020102020204" pitchFamily="34" charset="0"/>
              </a:rPr>
            </a:br>
            <a:r>
              <a:rPr lang="en-US" sz="4800" dirty="0" err="1" smtClean="0">
                <a:latin typeface="Arial Black" panose="020B0A04020102020204" pitchFamily="34" charset="0"/>
              </a:rPr>
              <a:t>Sikyaddamu</a:t>
            </a:r>
            <a:r>
              <a:rPr lang="en-US" sz="4800" dirty="0" smtClean="0"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latin typeface="Arial Black" panose="020B0A04020102020204" pitchFamily="34" charset="0"/>
              </a:rPr>
              <a:t>kujeema</a:t>
            </a:r>
            <a:r>
              <a:rPr lang="en-US" sz="4800" dirty="0" smtClean="0">
                <a:latin typeface="Arial Black" panose="020B0A04020102020204" pitchFamily="34" charset="0"/>
              </a:rPr>
              <a:t> X2</a:t>
            </a:r>
            <a:br>
              <a:rPr lang="en-US" sz="4800" dirty="0" smtClean="0">
                <a:latin typeface="Arial Black" panose="020B0A04020102020204" pitchFamily="34" charset="0"/>
              </a:rPr>
            </a:br>
            <a:r>
              <a:rPr lang="en-US" sz="4800" dirty="0" err="1" smtClean="0">
                <a:latin typeface="Arial Black" panose="020B0A04020102020204" pitchFamily="34" charset="0"/>
              </a:rPr>
              <a:t>Bbanga</a:t>
            </a:r>
            <a:r>
              <a:rPr lang="en-US" sz="4800" dirty="0" smtClean="0">
                <a:latin typeface="Arial Black" panose="020B0A04020102020204" pitchFamily="34" charset="0"/>
              </a:rPr>
              <a:t> </a:t>
            </a:r>
            <a:r>
              <a:rPr lang="en-US" sz="4800" dirty="0" err="1" smtClean="0">
                <a:latin typeface="Arial Black" panose="020B0A04020102020204" pitchFamily="34" charset="0"/>
              </a:rPr>
              <a:t>lyonna</a:t>
            </a:r>
            <a:endParaRPr lang="en-US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1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73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11</Words>
  <Application>Microsoft Office PowerPoint</Application>
  <PresentationFormat>On-screen Show (4:3)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Forte</vt:lpstr>
      <vt:lpstr>Office Theme</vt:lpstr>
      <vt:lpstr>YEZU NDABA   1. Yezu ndaba, ndaba  Ngankomyewo gyoli Nkakasizza sizza Okwewala ekibi</vt:lpstr>
      <vt:lpstr>2. Ngoberererere Maria Omwe ne nyi Nneevunisa nga nkowola gyoli</vt:lpstr>
      <vt:lpstr>3. Gira ekisakisaku Lwo musaayi gwo Njariria narana Omponge omuliro</vt:lpstr>
      <vt:lpstr>CHRS  Ayi nsaasira Yezu nze nkwesengereza Sikyaddamu kujeema X2 Bbanga lyonna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Yezu ndaba, ndaba  Ngankomyewo gyoli Nkakasizza sizza Okwewala ekibi</dc:title>
  <dc:creator>Admin</dc:creator>
  <cp:lastModifiedBy>Admin</cp:lastModifiedBy>
  <cp:revision>2</cp:revision>
  <dcterms:created xsi:type="dcterms:W3CDTF">2023-03-04T07:48:41Z</dcterms:created>
  <dcterms:modified xsi:type="dcterms:W3CDTF">2023-03-04T07:57:53Z</dcterms:modified>
</cp:coreProperties>
</file>