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59" r:id="rId4"/>
    <p:sldId id="263" r:id="rId5"/>
    <p:sldId id="260" r:id="rId6"/>
    <p:sldId id="264" r:id="rId7"/>
    <p:sldId id="261" r:id="rId8"/>
    <p:sldId id="262" r:id="rId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129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61C59-DC98-4DB1-8CC5-9E014031D3DB}" type="datetimeFigureOut">
              <a:rPr lang="en-US" smtClean="0"/>
              <a:t>4/5/2023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40018-2D69-4ABC-9BF3-4448FD0952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45267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61C59-DC98-4DB1-8CC5-9E014031D3DB}" type="datetimeFigureOut">
              <a:rPr lang="en-US" smtClean="0"/>
              <a:t>4/5/2023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40018-2D69-4ABC-9BF3-4448FD0952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72554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61C59-DC98-4DB1-8CC5-9E014031D3DB}" type="datetimeFigureOut">
              <a:rPr lang="en-US" smtClean="0"/>
              <a:t>4/5/2023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40018-2D69-4ABC-9BF3-4448FD0952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1228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61C59-DC98-4DB1-8CC5-9E014031D3DB}" type="datetimeFigureOut">
              <a:rPr lang="en-US" smtClean="0"/>
              <a:t>4/5/2023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40018-2D69-4ABC-9BF3-4448FD0952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13748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61C59-DC98-4DB1-8CC5-9E014031D3DB}" type="datetimeFigureOut">
              <a:rPr lang="en-US" smtClean="0"/>
              <a:t>4/5/2023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40018-2D69-4ABC-9BF3-4448FD0952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5320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61C59-DC98-4DB1-8CC5-9E014031D3DB}" type="datetimeFigureOut">
              <a:rPr lang="en-US" smtClean="0"/>
              <a:t>4/5/2023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40018-2D69-4ABC-9BF3-4448FD0952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3054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61C59-DC98-4DB1-8CC5-9E014031D3DB}" type="datetimeFigureOut">
              <a:rPr lang="en-US" smtClean="0"/>
              <a:t>4/5/2023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40018-2D69-4ABC-9BF3-4448FD0952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8572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61C59-DC98-4DB1-8CC5-9E014031D3DB}" type="datetimeFigureOut">
              <a:rPr lang="en-US" smtClean="0"/>
              <a:t>4/5/2023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40018-2D69-4ABC-9BF3-4448FD0952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9173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61C59-DC98-4DB1-8CC5-9E014031D3DB}" type="datetimeFigureOut">
              <a:rPr lang="en-US" smtClean="0"/>
              <a:t>4/5/2023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40018-2D69-4ABC-9BF3-4448FD0952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34573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61C59-DC98-4DB1-8CC5-9E014031D3DB}" type="datetimeFigureOut">
              <a:rPr lang="en-US" smtClean="0"/>
              <a:t>4/5/2023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40018-2D69-4ABC-9BF3-4448FD0952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1955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61C59-DC98-4DB1-8CC5-9E014031D3DB}" type="datetimeFigureOut">
              <a:rPr lang="en-US" smtClean="0"/>
              <a:t>4/5/2023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40018-2D69-4ABC-9BF3-4448FD0952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02623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961C59-DC98-4DB1-8CC5-9E014031D3DB}" type="datetimeFigureOut">
              <a:rPr lang="en-US" smtClean="0"/>
              <a:t>4/5/2023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F40018-2D69-4ABC-9BF3-4448FD0952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71562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9144000" cy="685800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4500" b="1" dirty="0">
                <a:solidFill>
                  <a:schemeClr val="accent4">
                    <a:lumMod val="50000"/>
                  </a:schemeClr>
                </a:solidFill>
              </a:rPr>
              <a:t>   </a:t>
            </a:r>
            <a:endParaRPr lang="en-US" sz="4500" b="1" dirty="0" smtClean="0">
              <a:solidFill>
                <a:schemeClr val="accent4">
                  <a:lumMod val="50000"/>
                </a:schemeClr>
              </a:solidFill>
            </a:endParaRPr>
          </a:p>
          <a:p>
            <a:pPr marL="0" indent="0" algn="ctr">
              <a:buNone/>
            </a:pPr>
            <a:r>
              <a:rPr lang="en-US" sz="4500" b="1" dirty="0" smtClean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en-US" sz="4500" b="1" dirty="0" smtClean="0">
                <a:solidFill>
                  <a:srgbClr val="FF0000"/>
                </a:solidFill>
              </a:rPr>
              <a:t>JOHN 13:12-15</a:t>
            </a:r>
          </a:p>
          <a:p>
            <a:pPr marL="0" indent="0" algn="ctr">
              <a:buNone/>
            </a:pPr>
            <a:r>
              <a:rPr lang="en-US" sz="4500" b="1" dirty="0" smtClean="0">
                <a:solidFill>
                  <a:srgbClr val="FF0000"/>
                </a:solidFill>
              </a:rPr>
              <a:t>YEZU KUYAHERIZE</a:t>
            </a:r>
            <a:endParaRPr lang="en-US" sz="4500" b="1" dirty="0">
              <a:solidFill>
                <a:srgbClr val="FF0000"/>
              </a:solidFill>
            </a:endParaRPr>
          </a:p>
          <a:p>
            <a:pPr marL="342900" indent="-342900" algn="ctr">
              <a:buAutoNum type="arabicPeriod"/>
            </a:pPr>
            <a:r>
              <a:rPr lang="en-US" sz="4500" b="1" dirty="0"/>
              <a:t>Yezu kuyaherize kubanabisa ebigyere </a:t>
            </a:r>
          </a:p>
          <a:p>
            <a:pPr marL="0" indent="0" algn="ctr">
              <a:buNone/>
            </a:pPr>
            <a:r>
              <a:rPr lang="en-US" sz="4500" b="1" dirty="0"/>
              <a:t>       yaajwara ebijwaro bye</a:t>
            </a:r>
          </a:p>
          <a:p>
            <a:pPr marL="0" indent="0" algn="ctr">
              <a:buNone/>
            </a:pPr>
            <a:r>
              <a:rPr lang="en-US" sz="4500" b="1" dirty="0"/>
              <a:t>       yagaruka omu mwanya gwe yaababuza ati</a:t>
            </a:r>
          </a:p>
        </p:txBody>
      </p:sp>
    </p:spTree>
    <p:extLst>
      <p:ext uri="{BB962C8B-B14F-4D97-AF65-F5344CB8AC3E}">
        <p14:creationId xmlns:p14="http://schemas.microsoft.com/office/powerpoint/2010/main" val="9623819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9143999" cy="685800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endParaRPr lang="en-US" sz="5400" b="1" dirty="0">
              <a:solidFill>
                <a:srgbClr val="C00000"/>
              </a:solidFill>
            </a:endParaRPr>
          </a:p>
          <a:p>
            <a:pPr marL="0" indent="0" algn="ctr">
              <a:buNone/>
            </a:pPr>
            <a:r>
              <a:rPr lang="en-US" sz="5400" b="1" dirty="0" smtClean="0">
                <a:solidFill>
                  <a:srgbClr val="C00000"/>
                </a:solidFill>
              </a:rPr>
              <a:t>CHRS</a:t>
            </a:r>
            <a:r>
              <a:rPr lang="en-US" sz="5400" b="1" dirty="0"/>
              <a:t>: Nimumanya eki nabakorera?</a:t>
            </a:r>
          </a:p>
          <a:p>
            <a:pPr marL="0" indent="0" algn="ctr">
              <a:buNone/>
            </a:pPr>
            <a:r>
              <a:rPr lang="en-US" sz="5400" b="1" dirty="0"/>
              <a:t>Naabaha ekyokureeberaho </a:t>
            </a:r>
          </a:p>
          <a:p>
            <a:pPr marL="0" indent="0" algn="ctr">
              <a:buNone/>
            </a:pPr>
            <a:r>
              <a:rPr lang="en-US" sz="5400" b="1" dirty="0"/>
              <a:t>Ngu naimwe mukore nkoku nabakorera</a:t>
            </a:r>
          </a:p>
          <a:p>
            <a:pPr marL="0" indent="0" algn="ctr">
              <a:buNone/>
            </a:pPr>
            <a:endParaRPr lang="en-US" sz="5400" b="1" dirty="0"/>
          </a:p>
        </p:txBody>
      </p:sp>
    </p:spTree>
    <p:extLst>
      <p:ext uri="{BB962C8B-B14F-4D97-AF65-F5344CB8AC3E}">
        <p14:creationId xmlns:p14="http://schemas.microsoft.com/office/powerpoint/2010/main" val="20056758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9144000" cy="685800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5400" b="1" dirty="0"/>
              <a:t>  </a:t>
            </a:r>
            <a:r>
              <a:rPr lang="en-US" sz="5400" b="1" dirty="0" smtClean="0"/>
              <a:t>  </a:t>
            </a:r>
            <a:endParaRPr lang="en-US" sz="5400" b="1" dirty="0" smtClean="0"/>
          </a:p>
          <a:p>
            <a:pPr marL="0" indent="0" algn="ctr">
              <a:buNone/>
            </a:pPr>
            <a:endParaRPr lang="en-US" sz="5400" b="1" dirty="0"/>
          </a:p>
          <a:p>
            <a:pPr marL="0" indent="0" algn="ctr">
              <a:buNone/>
            </a:pPr>
            <a:r>
              <a:rPr lang="en-US" sz="5400" b="1" dirty="0" smtClean="0"/>
              <a:t>2</a:t>
            </a:r>
            <a:r>
              <a:rPr lang="en-US" sz="5400" b="1" dirty="0"/>
              <a:t>. Munyeta mwegyesa kandi mukama wanyu</a:t>
            </a:r>
          </a:p>
          <a:p>
            <a:pPr marL="0" indent="0" algn="ctr">
              <a:buNone/>
            </a:pPr>
            <a:r>
              <a:rPr lang="en-US" sz="5400" b="1" dirty="0"/>
              <a:t>Haza eki muri kugamba nikyo</a:t>
            </a:r>
          </a:p>
          <a:p>
            <a:pPr marL="0" indent="0" algn="ctr">
              <a:buNone/>
            </a:pPr>
            <a:r>
              <a:rPr lang="en-US" sz="5400" b="1" dirty="0"/>
              <a:t>Ahabwokuba nikwo ndi.</a:t>
            </a:r>
          </a:p>
          <a:p>
            <a:pPr marL="0" indent="0" algn="ctr">
              <a:buNone/>
            </a:pPr>
            <a:endParaRPr lang="en-US" sz="5400" b="1" dirty="0"/>
          </a:p>
        </p:txBody>
      </p:sp>
    </p:spTree>
    <p:extLst>
      <p:ext uri="{BB962C8B-B14F-4D97-AF65-F5344CB8AC3E}">
        <p14:creationId xmlns:p14="http://schemas.microsoft.com/office/powerpoint/2010/main" val="7259497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9143999" cy="685800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endParaRPr lang="en-US" sz="5400" b="1" dirty="0">
              <a:solidFill>
                <a:srgbClr val="C00000"/>
              </a:solidFill>
            </a:endParaRPr>
          </a:p>
          <a:p>
            <a:pPr marL="0" indent="0" algn="ctr">
              <a:buNone/>
            </a:pPr>
            <a:r>
              <a:rPr lang="en-US" sz="5400" b="1" dirty="0" smtClean="0">
                <a:solidFill>
                  <a:srgbClr val="C00000"/>
                </a:solidFill>
              </a:rPr>
              <a:t>CHRS</a:t>
            </a:r>
            <a:r>
              <a:rPr lang="en-US" sz="5400" b="1" dirty="0"/>
              <a:t>: Nimumanya eki nabakorera?</a:t>
            </a:r>
          </a:p>
          <a:p>
            <a:pPr marL="0" indent="0" algn="ctr">
              <a:buNone/>
            </a:pPr>
            <a:r>
              <a:rPr lang="en-US" sz="5400" b="1" dirty="0"/>
              <a:t>Naabaha ekyokureeberaho </a:t>
            </a:r>
          </a:p>
          <a:p>
            <a:pPr marL="0" indent="0" algn="ctr">
              <a:buNone/>
            </a:pPr>
            <a:r>
              <a:rPr lang="en-US" sz="5400" b="1" dirty="0"/>
              <a:t>Ngu naimwe mukore nkoku nabakorera</a:t>
            </a:r>
          </a:p>
          <a:p>
            <a:pPr marL="0" indent="0" algn="ctr">
              <a:buNone/>
            </a:pPr>
            <a:endParaRPr lang="en-US" sz="5400" b="1" dirty="0"/>
          </a:p>
        </p:txBody>
      </p:sp>
    </p:spTree>
    <p:extLst>
      <p:ext uri="{BB962C8B-B14F-4D97-AF65-F5344CB8AC3E}">
        <p14:creationId xmlns:p14="http://schemas.microsoft.com/office/powerpoint/2010/main" val="17386389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9144000" cy="685800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endParaRPr lang="en-US" sz="6000" b="1" dirty="0" smtClean="0"/>
          </a:p>
          <a:p>
            <a:pPr marL="0" indent="0" algn="ctr">
              <a:buNone/>
            </a:pPr>
            <a:r>
              <a:rPr lang="en-US" sz="6000" b="1" dirty="0" smtClean="0"/>
              <a:t>3</a:t>
            </a:r>
            <a:r>
              <a:rPr lang="en-US" sz="6000" b="1" dirty="0"/>
              <a:t>. Mbwenu kundabe nabanabisa ebigyere</a:t>
            </a:r>
          </a:p>
          <a:p>
            <a:pPr marL="0" indent="0" algn="ctr">
              <a:buNone/>
            </a:pPr>
            <a:r>
              <a:rPr lang="en-US" sz="6000" b="1" dirty="0"/>
              <a:t>Haza ndi mukama wanyu kandi </a:t>
            </a:r>
            <a:r>
              <a:rPr lang="en-US" sz="6000" b="1" dirty="0" err="1"/>
              <a:t>omwegyesa</a:t>
            </a:r>
            <a:r>
              <a:rPr lang="en-US" sz="6000" b="1" dirty="0"/>
              <a:t> wanyu</a:t>
            </a:r>
          </a:p>
        </p:txBody>
      </p:sp>
    </p:spTree>
    <p:extLst>
      <p:ext uri="{BB962C8B-B14F-4D97-AF65-F5344CB8AC3E}">
        <p14:creationId xmlns:p14="http://schemas.microsoft.com/office/powerpoint/2010/main" val="36987277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9143999" cy="685800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endParaRPr lang="en-US" sz="5400" b="1" dirty="0">
              <a:solidFill>
                <a:srgbClr val="C00000"/>
              </a:solidFill>
            </a:endParaRPr>
          </a:p>
          <a:p>
            <a:pPr marL="0" indent="0" algn="ctr">
              <a:buNone/>
            </a:pPr>
            <a:r>
              <a:rPr lang="en-US" sz="5400" b="1" dirty="0" smtClean="0">
                <a:solidFill>
                  <a:srgbClr val="C00000"/>
                </a:solidFill>
              </a:rPr>
              <a:t>CHRS</a:t>
            </a:r>
            <a:r>
              <a:rPr lang="en-US" sz="5400" b="1" dirty="0"/>
              <a:t>: Nimumanya eki nabakorera?</a:t>
            </a:r>
          </a:p>
          <a:p>
            <a:pPr marL="0" indent="0" algn="ctr">
              <a:buNone/>
            </a:pPr>
            <a:r>
              <a:rPr lang="en-US" sz="5400" b="1" dirty="0"/>
              <a:t>Naabaha ekyokureeberaho </a:t>
            </a:r>
          </a:p>
          <a:p>
            <a:pPr marL="0" indent="0" algn="ctr">
              <a:buNone/>
            </a:pPr>
            <a:r>
              <a:rPr lang="en-US" sz="5400" b="1" dirty="0"/>
              <a:t>Ngu naimwe mukore nkoku nabakorera</a:t>
            </a:r>
          </a:p>
          <a:p>
            <a:pPr marL="0" indent="0" algn="ctr">
              <a:buNone/>
            </a:pPr>
            <a:endParaRPr lang="en-US" sz="5400" b="1" dirty="0"/>
          </a:p>
        </p:txBody>
      </p:sp>
    </p:spTree>
    <p:extLst>
      <p:ext uri="{BB962C8B-B14F-4D97-AF65-F5344CB8AC3E}">
        <p14:creationId xmlns:p14="http://schemas.microsoft.com/office/powerpoint/2010/main" val="7349837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9144000" cy="685800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6000" b="1" dirty="0"/>
              <a:t> </a:t>
            </a:r>
            <a:r>
              <a:rPr lang="en-US" sz="6000" b="1" dirty="0" smtClean="0"/>
              <a:t> </a:t>
            </a:r>
            <a:endParaRPr lang="en-US" sz="6000" b="1" dirty="0" smtClean="0"/>
          </a:p>
          <a:p>
            <a:pPr marL="0" indent="0" algn="ctr">
              <a:buNone/>
            </a:pPr>
            <a:r>
              <a:rPr lang="en-US" sz="6000" b="1" dirty="0" smtClean="0"/>
              <a:t>4</a:t>
            </a:r>
            <a:r>
              <a:rPr lang="en-US" sz="6000" b="1" dirty="0"/>
              <a:t>. Naimwe kibashemereire kunabisana ebigyere</a:t>
            </a:r>
          </a:p>
          <a:p>
            <a:pPr marL="0" indent="0" algn="ctr">
              <a:buNone/>
            </a:pPr>
            <a:r>
              <a:rPr lang="en-US" sz="6000" b="1" dirty="0"/>
              <a:t>Ahabwokuba nabaha ekyokureberaho</a:t>
            </a:r>
          </a:p>
        </p:txBody>
      </p:sp>
    </p:spTree>
    <p:extLst>
      <p:ext uri="{BB962C8B-B14F-4D97-AF65-F5344CB8AC3E}">
        <p14:creationId xmlns:p14="http://schemas.microsoft.com/office/powerpoint/2010/main" val="29753573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8090" y="1104850"/>
            <a:ext cx="8828562" cy="4748943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4950" b="1" dirty="0"/>
              <a:t>Orwakana orurikwera</a:t>
            </a:r>
          </a:p>
          <a:p>
            <a:pPr marL="0" indent="0" algn="ctr">
              <a:buNone/>
            </a:pPr>
            <a:r>
              <a:rPr lang="en-US" sz="4950" b="1" dirty="0"/>
              <a:t>Oronde Yezu</a:t>
            </a:r>
          </a:p>
          <a:p>
            <a:pPr marL="0" indent="0" algn="ctr">
              <a:buNone/>
            </a:pPr>
            <a:r>
              <a:rPr lang="en-US" sz="4950" b="1" dirty="0"/>
              <a:t>Obone Yezu</a:t>
            </a:r>
          </a:p>
          <a:p>
            <a:pPr marL="0" indent="0" algn="ctr">
              <a:buNone/>
            </a:pPr>
            <a:r>
              <a:rPr lang="en-US" sz="4950" b="1" dirty="0"/>
              <a:t>Onywane Yezu Nyakurunga eizooba buzima </a:t>
            </a:r>
          </a:p>
          <a:p>
            <a:pPr marL="0" indent="0" algn="ctr">
              <a:buNone/>
            </a:pPr>
            <a:r>
              <a:rPr lang="en-US" sz="4950" b="1" dirty="0"/>
              <a:t>Orwakana orurikwera</a:t>
            </a:r>
          </a:p>
        </p:txBody>
      </p:sp>
    </p:spTree>
    <p:extLst>
      <p:ext uri="{BB962C8B-B14F-4D97-AF65-F5344CB8AC3E}">
        <p14:creationId xmlns:p14="http://schemas.microsoft.com/office/powerpoint/2010/main" val="2778567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17</TotalTime>
  <Words>113</Words>
  <Application>Microsoft Office PowerPoint</Application>
  <PresentationFormat>On-screen Show (4:3)</PresentationFormat>
  <Paragraphs>34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Admin</cp:lastModifiedBy>
  <cp:revision>11</cp:revision>
  <dcterms:created xsi:type="dcterms:W3CDTF">2021-04-14T13:02:16Z</dcterms:created>
  <dcterms:modified xsi:type="dcterms:W3CDTF">2023-04-05T19:56:07Z</dcterms:modified>
</cp:coreProperties>
</file>