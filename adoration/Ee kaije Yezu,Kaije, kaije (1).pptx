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1" r:id="rId5"/>
    <p:sldId id="263" r:id="rId6"/>
    <p:sldId id="265" r:id="rId7"/>
    <p:sldId id="26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00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4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7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71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1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61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5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64E0F-1C13-44A3-9CB5-847B9392954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72920-530D-4C45-ADCC-1EED7EC8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44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rial Black" panose="020B0A04020102020204" pitchFamily="34" charset="0"/>
              </a:rPr>
              <a:t>CHRS: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>
                <a:latin typeface="Arial Black" panose="020B0A04020102020204" pitchFamily="34" charset="0"/>
              </a:rPr>
              <a:t>Ee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 Yezu, Ee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 Yezu</a:t>
            </a:r>
            <a:r>
              <a:rPr lang="en-US" sz="3600" dirty="0" smtClean="0">
                <a:latin typeface="Arial Black" panose="020B0A04020102020204" pitchFamily="34" charset="0"/>
              </a:rPr>
              <a:t>,</a:t>
            </a:r>
            <a:r>
              <a:rPr lang="en-US" sz="3600" dirty="0">
                <a:latin typeface="Arial Black" panose="020B0A04020102020204" pitchFamily="34" charset="0"/>
              </a:rPr>
              <a:t/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>
                <a:latin typeface="Arial Black" panose="020B0A04020102020204" pitchFamily="34" charset="0"/>
              </a:rPr>
              <a:t>Ee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 Yezu, Ee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 Yezu</a:t>
            </a:r>
            <a:r>
              <a:rPr lang="en-US" sz="3600" dirty="0" smtClean="0">
                <a:latin typeface="Arial Black" panose="020B0A04020102020204" pitchFamily="34" charset="0"/>
              </a:rPr>
              <a:t>,</a:t>
            </a:r>
            <a:r>
              <a:rPr lang="en-US" sz="3600" dirty="0">
                <a:latin typeface="Arial Black" panose="020B0A04020102020204" pitchFamily="34" charset="0"/>
              </a:rPr>
              <a:t/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,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/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omu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mitima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ye’nkundwa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 smtClean="0">
                <a:latin typeface="Arial Black" panose="020B0A04020102020204" pitchFamily="34" charset="0"/>
              </a:rPr>
              <a:t>zaawe</a:t>
            </a:r>
            <a:r>
              <a:rPr lang="en-US" sz="3600" dirty="0">
                <a:latin typeface="Arial Black" panose="020B0A04020102020204" pitchFamily="34" charset="0"/>
              </a:rPr>
              <a:t/>
            </a:r>
            <a:br>
              <a:rPr lang="en-US" sz="3600" dirty="0">
                <a:latin typeface="Arial Black" panose="020B0A04020102020204" pitchFamily="34" charset="0"/>
              </a:rPr>
            </a:br>
            <a:endParaRPr lang="en-US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003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1122"/>
            <a:ext cx="9144000" cy="34553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48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Ee</a:t>
            </a:r>
            <a:r>
              <a:rPr lang="en-US" sz="48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ngugo</a:t>
            </a:r>
            <a:r>
              <a:rPr lang="en-US" sz="48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yaija</a:t>
            </a:r>
            <a:r>
              <a:rPr lang="en-US" sz="48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,(2)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8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Omusaserdooti</a:t>
            </a:r>
            <a:r>
              <a:rPr lang="en-US" sz="48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amwine</a:t>
            </a:r>
            <a:r>
              <a:rPr lang="en-US" sz="48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4800" dirty="0" smtClean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800" dirty="0" err="1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kaije</a:t>
            </a:r>
            <a:r>
              <a:rPr lang="en-US" sz="48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kaije</a:t>
            </a:r>
            <a:r>
              <a:rPr lang="en-US" sz="48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lang="en-US" sz="4800" dirty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006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0170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000" dirty="0" smtClean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en-US" sz="40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Ee </a:t>
            </a:r>
            <a:r>
              <a:rPr lang="en-US" sz="40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twamutunga</a:t>
            </a:r>
            <a:r>
              <a:rPr lang="en-US" sz="40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4000" dirty="0" smtClean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0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Ee </a:t>
            </a:r>
            <a:r>
              <a:rPr lang="en-US" sz="40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kandi</a:t>
            </a:r>
            <a:r>
              <a:rPr lang="en-US" sz="40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twamunywana</a:t>
            </a:r>
            <a:endParaRPr lang="en-US" sz="4000" dirty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0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Twanywana</a:t>
            </a:r>
            <a:r>
              <a:rPr lang="en-US" sz="40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 Yezu </a:t>
            </a:r>
            <a:r>
              <a:rPr lang="en-US" sz="40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nkunzi</a:t>
            </a:r>
            <a:r>
              <a:rPr lang="en-US" sz="40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endParaRPr lang="en-US" sz="4000" dirty="0" smtClean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000" dirty="0" err="1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kaije</a:t>
            </a:r>
            <a:r>
              <a:rPr lang="en-US" sz="40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kaije</a:t>
            </a:r>
            <a:r>
              <a:rPr lang="en-US" sz="40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………</a:t>
            </a:r>
            <a:endParaRPr lang="en-US" sz="4000" dirty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endParaRPr lang="en-US" sz="4000" dirty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endParaRPr lang="en-US" sz="4000" dirty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346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8278"/>
            <a:ext cx="9144000" cy="43858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smtClean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</a:t>
            </a: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Ee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twamurire</a:t>
            </a: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Ee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kandi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twamunywire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Twatunga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weena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nkunzi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4400" dirty="0" smtClean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err="1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kaije,kaije</a:t>
            </a: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………..</a:t>
            </a:r>
            <a:endParaRPr lang="en-US" sz="4400" dirty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2329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25051"/>
            <a:ext cx="9144000" cy="43858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Ee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katumwehe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4400" dirty="0" smtClean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Ee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yezu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tukwehe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Omu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mitima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yeitu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tweena</a:t>
            </a: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kaije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kaije</a:t>
            </a: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…….</a:t>
            </a:r>
            <a:endParaRPr lang="en-US" sz="4400" dirty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4011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63691"/>
            <a:ext cx="9144000" cy="43858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Ee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yezu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ori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rukundo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4400" dirty="0" smtClean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Ee 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Yezu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okunda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abantu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Okatukunda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twena</a:t>
            </a:r>
            <a:r>
              <a:rPr lang="en-US" sz="44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nkunzi</a:t>
            </a: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kaije,kaije</a:t>
            </a:r>
            <a:r>
              <a:rPr lang="en-US" sz="4400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……………</a:t>
            </a:r>
            <a:endParaRPr lang="en-US" sz="4400" dirty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58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35090"/>
            <a:ext cx="9144000" cy="48013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FF0000"/>
                </a:solidFill>
                <a:latin typeface="Script MT Bold" panose="03040602040607080904" pitchFamily="66" charset="0"/>
              </a:rPr>
              <a:t>CHRS:</a:t>
            </a:r>
            <a:r>
              <a:rPr lang="en-US" sz="3600" dirty="0">
                <a:latin typeface="Arial Black" panose="020B0A04020102020204" pitchFamily="34" charset="0"/>
              </a:rPr>
              <a:t/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latin typeface="Arial Black" panose="020B0A04020102020204" pitchFamily="34" charset="0"/>
              </a:rPr>
              <a:t>Ee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Yezu</a:t>
            </a:r>
            <a:r>
              <a:rPr lang="en-US" sz="3600" dirty="0">
                <a:latin typeface="Arial Black" panose="020B0A04020102020204" pitchFamily="34" charset="0"/>
              </a:rPr>
              <a:t>, </a:t>
            </a:r>
            <a:r>
              <a:rPr lang="en-US" sz="3600" dirty="0" err="1">
                <a:latin typeface="Arial Black" panose="020B0A04020102020204" pitchFamily="34" charset="0"/>
              </a:rPr>
              <a:t>Ee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Yezu</a:t>
            </a:r>
            <a:r>
              <a:rPr lang="en-US" sz="3600" dirty="0">
                <a:latin typeface="Arial Black" panose="020B0A04020102020204" pitchFamily="34" charset="0"/>
              </a:rPr>
              <a:t>,(2)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latin typeface="Arial Black" panose="020B0A04020102020204" pitchFamily="34" charset="0"/>
              </a:rPr>
              <a:t>Ee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Yezu</a:t>
            </a:r>
            <a:r>
              <a:rPr lang="en-US" sz="3600" dirty="0">
                <a:latin typeface="Arial Black" panose="020B0A04020102020204" pitchFamily="34" charset="0"/>
              </a:rPr>
              <a:t>, </a:t>
            </a:r>
            <a:r>
              <a:rPr lang="en-US" sz="3600" dirty="0" err="1">
                <a:latin typeface="Arial Black" panose="020B0A04020102020204" pitchFamily="34" charset="0"/>
              </a:rPr>
              <a:t>Ee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Yezu</a:t>
            </a:r>
            <a:r>
              <a:rPr lang="en-US" sz="3600" dirty="0">
                <a:latin typeface="Arial Black" panose="020B0A04020102020204" pitchFamily="34" charset="0"/>
              </a:rPr>
              <a:t>,(2)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>, </a:t>
            </a:r>
            <a:r>
              <a:rPr lang="en-US" sz="3600" dirty="0" err="1">
                <a:latin typeface="Arial Black" panose="020B0A04020102020204" pitchFamily="34" charset="0"/>
              </a:rPr>
              <a:t>kaije</a:t>
            </a:r>
            <a:r>
              <a:rPr lang="en-US" sz="3600" dirty="0">
                <a:latin typeface="Arial Black" panose="020B0A04020102020204" pitchFamily="34" charset="0"/>
              </a:rPr>
              <a:t/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omu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mitima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ye’nkundwa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zaawe</a:t>
            </a:r>
            <a:r>
              <a:rPr lang="en-US" sz="3600" dirty="0">
                <a:latin typeface="Arial Black" panose="020B0A04020102020204" pitchFamily="34" charset="0"/>
              </a:rPr>
              <a:t>(2)</a:t>
            </a:r>
          </a:p>
          <a:p>
            <a:pPr algn="ctr">
              <a:lnSpc>
                <a:spcPct val="150000"/>
              </a:lnSpc>
            </a:pPr>
            <a:r>
              <a:rPr lang="en-US" sz="2000" dirty="0" smtClean="0">
                <a:solidFill>
                  <a:srgbClr val="FF0000"/>
                </a:solidFill>
                <a:latin typeface="Script MT Bold" panose="03040602040607080904" pitchFamily="66" charset="0"/>
              </a:rPr>
              <a:t>END</a:t>
            </a:r>
            <a:endParaRPr lang="en-US" sz="2000" dirty="0">
              <a:solidFill>
                <a:srgbClr val="FF0000"/>
              </a:solidFill>
              <a:latin typeface="Script MT Bold" panose="030406020406070809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485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87</Words>
  <Application>Microsoft Office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Script MT Bold</vt:lpstr>
      <vt:lpstr>Times New Roman</vt:lpstr>
      <vt:lpstr>Office Theme</vt:lpstr>
      <vt:lpstr>CHRS: Ee kaije Yezu, Ee kaije Yezu, Ee kaije Yezu, Ee kaije Yezu, Kaije, kaije  omu mitima ye’nkundwa zaawe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CHRS: Ee kaije Yezu, Ee kaije Yezu,(2) Ee kaije Yezu, Ee kaije Yezu,(2) Kaije, kaije  omu mitima ye’nkundwa zaawe(2)</dc:title>
  <dc:creator>EVANS</dc:creator>
  <cp:lastModifiedBy>Admin</cp:lastModifiedBy>
  <cp:revision>19</cp:revision>
  <dcterms:created xsi:type="dcterms:W3CDTF">2019-02-27T05:37:32Z</dcterms:created>
  <dcterms:modified xsi:type="dcterms:W3CDTF">2021-04-14T12:51:33Z</dcterms:modified>
</cp:coreProperties>
</file>