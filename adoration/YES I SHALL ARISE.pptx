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64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45229"/>
      </p:ext>
    </p:extLst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68743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67503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76971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010115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64456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406360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44967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70822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861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4177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32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1118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96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747070"/>
      </p:ext>
    </p:extLst>
  </p:cSld>
  <p:clrMapOvr>
    <a:masterClrMapping/>
  </p:clrMapOvr>
  <p:transition spd="slow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617515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81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ransition spd="slow">
    <p:randomBar dir="vert"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2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5" Type="http://schemas.openxmlformats.org/officeDocument/2006/relationships/slide" Target="slide6.xml"/><Relationship Id="rId4" Type="http://schemas.openxmlformats.org/officeDocument/2006/relationships/slide" Target="slide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8800" dirty="0"/>
              <a:t>Yes I </a:t>
            </a:r>
            <a:r>
              <a:rPr lang="en-US" sz="8800" dirty="0">
                <a:hlinkClick r:id="rId2" action="ppaction://hlinksldjump"/>
              </a:rPr>
              <a:t>shall</a:t>
            </a:r>
            <a:r>
              <a:rPr lang="en-US" sz="8800" dirty="0"/>
              <a:t> </a:t>
            </a:r>
            <a:r>
              <a:rPr lang="en-US" sz="8800" dirty="0">
                <a:hlinkClick r:id="rId3" action="ppaction://hlinksldjump"/>
              </a:rPr>
              <a:t>arise</a:t>
            </a:r>
            <a:r>
              <a:rPr lang="en-US" sz="8800" dirty="0"/>
              <a:t> </a:t>
            </a:r>
            <a:r>
              <a:rPr lang="en-US" sz="8800" dirty="0">
                <a:hlinkClick r:id="rId4" action="ppaction://hlinksldjump"/>
              </a:rPr>
              <a:t>and</a:t>
            </a:r>
            <a:r>
              <a:rPr lang="en-US" sz="8800" dirty="0"/>
              <a:t> </a:t>
            </a:r>
            <a:r>
              <a:rPr lang="en-US" sz="8800" dirty="0">
                <a:hlinkClick r:id="rId4" action="ppaction://hlinksldjump"/>
              </a:rPr>
              <a:t>return</a:t>
            </a:r>
            <a:r>
              <a:rPr lang="en-US" sz="8800" dirty="0"/>
              <a:t> </a:t>
            </a:r>
            <a:r>
              <a:rPr lang="en-US" sz="8800" dirty="0">
                <a:hlinkClick r:id="rId5" action="ppaction://hlinksldjump"/>
              </a:rPr>
              <a:t>to</a:t>
            </a:r>
            <a:r>
              <a:rPr lang="en-US" sz="8800" dirty="0"/>
              <a:t> </a:t>
            </a:r>
            <a:r>
              <a:rPr lang="en-US" sz="8800" dirty="0">
                <a:hlinkClick r:id="rId6" action="ppaction://hlinksldjump"/>
              </a:rPr>
              <a:t>my</a:t>
            </a:r>
            <a:r>
              <a:rPr lang="en-US" sz="8800" dirty="0"/>
              <a:t> </a:t>
            </a:r>
            <a:r>
              <a:rPr lang="en-US" sz="8800" dirty="0">
                <a:hlinkClick r:id="rId7" action="ppaction://hlinksldjump"/>
              </a:rPr>
              <a:t>father</a:t>
            </a:r>
            <a:endParaRPr lang="en-US" sz="8800" dirty="0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6600" dirty="0"/>
              <a:t>To you oh Lord I lift up my soul</a:t>
            </a:r>
          </a:p>
          <a:p>
            <a:pPr>
              <a:buNone/>
            </a:pPr>
            <a:r>
              <a:rPr lang="en-US" sz="6600" dirty="0"/>
              <a:t>In you oh my God, I place all my </a:t>
            </a:r>
            <a:r>
              <a:rPr lang="en-US" sz="6600" dirty="0">
                <a:hlinkClick r:id="rId2" action="ppaction://hlinksldjump"/>
              </a:rPr>
              <a:t>trust</a:t>
            </a:r>
            <a:endParaRPr lang="en-US" sz="6600" dirty="0"/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6000" dirty="0"/>
              <a:t>Look down on </a:t>
            </a:r>
            <a:r>
              <a:rPr lang="en-US" sz="6000" dirty="0" err="1"/>
              <a:t>me,have</a:t>
            </a:r>
            <a:r>
              <a:rPr lang="en-US" sz="6000" dirty="0"/>
              <a:t> mercy o Lord</a:t>
            </a:r>
          </a:p>
          <a:p>
            <a:pPr>
              <a:buNone/>
            </a:pPr>
            <a:r>
              <a:rPr lang="en-US" sz="6000" dirty="0"/>
              <a:t>Forgive me my </a:t>
            </a:r>
            <a:r>
              <a:rPr lang="en-US" sz="6000" dirty="0" err="1"/>
              <a:t>sins,behold</a:t>
            </a:r>
            <a:r>
              <a:rPr lang="en-US" sz="6000" dirty="0"/>
              <a:t> all my </a:t>
            </a:r>
            <a:r>
              <a:rPr lang="en-US" sz="6000" dirty="0">
                <a:hlinkClick r:id="rId2" action="ppaction://hlinksldjump"/>
              </a:rPr>
              <a:t>grief</a:t>
            </a:r>
            <a:endParaRPr lang="en-US" sz="6000" dirty="0"/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6600" dirty="0"/>
              <a:t>My heart and soul shall yearn for your face</a:t>
            </a:r>
          </a:p>
          <a:p>
            <a:pPr>
              <a:buNone/>
            </a:pPr>
            <a:r>
              <a:rPr lang="en-US" sz="6600" dirty="0"/>
              <a:t>Be gracious to me and answer my </a:t>
            </a:r>
            <a:r>
              <a:rPr lang="en-US" sz="6600" dirty="0">
                <a:hlinkClick r:id="rId2" action="ppaction://hlinksldjump"/>
              </a:rPr>
              <a:t>plea</a:t>
            </a:r>
            <a:endParaRPr lang="en-US" sz="6600" dirty="0"/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6600" dirty="0"/>
              <a:t>Do not with your goodness from me</a:t>
            </a:r>
          </a:p>
          <a:p>
            <a:pPr>
              <a:buNone/>
            </a:pPr>
            <a:r>
              <a:rPr lang="en-US" sz="6600" dirty="0"/>
              <a:t>Oh Lord may your love be deep in my </a:t>
            </a:r>
            <a:r>
              <a:rPr lang="en-US" sz="6600" dirty="0">
                <a:hlinkClick r:id="rId2" action="ppaction://hlinksldjump"/>
              </a:rPr>
              <a:t>heart</a:t>
            </a:r>
            <a:endParaRPr lang="en-US" sz="6600" dirty="0"/>
          </a:p>
        </p:txBody>
      </p:sp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6000" dirty="0"/>
              <a:t>To you I pray have pity on me</a:t>
            </a:r>
          </a:p>
          <a:p>
            <a:pPr>
              <a:buNone/>
            </a:pPr>
            <a:r>
              <a:rPr lang="en-US" sz="6000" dirty="0"/>
              <a:t>My God I have sinned against your great </a:t>
            </a:r>
            <a:r>
              <a:rPr lang="en-US" sz="6000" dirty="0">
                <a:hlinkClick r:id="rId2" action="ppaction://hlinksldjump"/>
              </a:rPr>
              <a:t>love</a:t>
            </a:r>
            <a:endParaRPr lang="en-US" sz="6000" dirty="0"/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7200" dirty="0"/>
              <a:t>Mercy I cry o Lord wash me clean</a:t>
            </a:r>
          </a:p>
          <a:p>
            <a:pPr>
              <a:buNone/>
            </a:pPr>
            <a:r>
              <a:rPr lang="en-US" sz="7200" dirty="0"/>
              <a:t>And </a:t>
            </a:r>
            <a:r>
              <a:rPr lang="en-US" sz="7200" dirty="0" err="1"/>
              <a:t>whitter</a:t>
            </a:r>
            <a:r>
              <a:rPr lang="en-US" sz="7200" dirty="0"/>
              <a:t> than snow my </a:t>
            </a:r>
            <a:r>
              <a:rPr lang="en-US" sz="7200" dirty="0" err="1"/>
              <a:t>spiririt</a:t>
            </a:r>
            <a:r>
              <a:rPr lang="en-US" sz="7200" dirty="0"/>
              <a:t> shall </a:t>
            </a:r>
            <a:r>
              <a:rPr lang="en-US" sz="7200" dirty="0">
                <a:hlinkClick r:id="rId2" action="ppaction://hlinksldjump"/>
              </a:rPr>
              <a:t>be</a:t>
            </a:r>
            <a:endParaRPr lang="en-US" sz="7200" dirty="0"/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6600" dirty="0"/>
              <a:t>Give mi again the joy of your help</a:t>
            </a:r>
          </a:p>
          <a:p>
            <a:pPr>
              <a:buNone/>
            </a:pPr>
            <a:r>
              <a:rPr lang="en-US" sz="6600" dirty="0"/>
              <a:t>Now open my lips your praise I will </a:t>
            </a:r>
            <a:r>
              <a:rPr lang="en-US" sz="6600" dirty="0">
                <a:hlinkClick r:id="rId2" action="ppaction://hlinksldjump"/>
              </a:rPr>
              <a:t>sing</a:t>
            </a:r>
            <a:endParaRPr lang="en-US" sz="6600" dirty="0"/>
          </a:p>
        </p:txBody>
      </p:sp>
    </p:spTree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sz="6600" dirty="0"/>
              <a:t> Happy is he ,forgiven by God</a:t>
            </a:r>
          </a:p>
          <a:p>
            <a:pPr>
              <a:buNone/>
            </a:pPr>
            <a:r>
              <a:rPr lang="en-US" sz="6600" dirty="0"/>
              <a:t>His sins blotted out guilt is no </a:t>
            </a:r>
            <a:r>
              <a:rPr lang="en-US" sz="6600" dirty="0">
                <a:hlinkClick r:id="rId2" action="ppaction://hlinksldjump"/>
              </a:rPr>
              <a:t>more</a:t>
            </a:r>
            <a:endParaRPr lang="en-US" sz="6600" dirty="0"/>
          </a:p>
        </p:txBody>
      </p: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6600" dirty="0"/>
              <a:t>You are my joy my refuge and </a:t>
            </a:r>
            <a:r>
              <a:rPr lang="en-US" sz="6600" dirty="0" err="1"/>
              <a:t>strengh</a:t>
            </a:r>
            <a:endParaRPr lang="en-US" sz="6600" dirty="0"/>
          </a:p>
          <a:p>
            <a:pPr>
              <a:buNone/>
            </a:pPr>
            <a:r>
              <a:rPr lang="en-US" sz="6600" dirty="0"/>
              <a:t>Let all upright hearts give praise to the </a:t>
            </a:r>
            <a:r>
              <a:rPr lang="en-US" sz="6600" dirty="0">
                <a:hlinkClick r:id="rId2" action="ppaction://hlinksldjump"/>
              </a:rPr>
              <a:t>lord</a:t>
            </a:r>
            <a:endParaRPr lang="en-US" sz="6600" dirty="0"/>
          </a:p>
        </p:txBody>
      </p:sp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7200" dirty="0"/>
              <a:t>My soul will sing my heart will rejoice</a:t>
            </a:r>
          </a:p>
          <a:p>
            <a:pPr>
              <a:buNone/>
            </a:pPr>
            <a:r>
              <a:rPr lang="en-US" sz="7200" dirty="0"/>
              <a:t>The blessings of God will fill all my </a:t>
            </a:r>
            <a:r>
              <a:rPr lang="en-US" sz="7200" dirty="0">
                <a:hlinkClick r:id="rId2" action="ppaction://hlinksldjump"/>
              </a:rPr>
              <a:t>days</a:t>
            </a:r>
            <a:endParaRPr lang="en-US" sz="7200" dirty="0"/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</TotalTime>
  <Words>181</Words>
  <Application>Microsoft Office PowerPoint</Application>
  <PresentationFormat>On-screen Show (4:3)</PresentationFormat>
  <Paragraphs>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OWAMAANI Claret</dc:creator>
  <cp:lastModifiedBy>HP</cp:lastModifiedBy>
  <cp:revision>17</cp:revision>
  <dcterms:created xsi:type="dcterms:W3CDTF">2006-08-16T00:00:00Z</dcterms:created>
  <dcterms:modified xsi:type="dcterms:W3CDTF">2024-03-20T09:32:31Z</dcterms:modified>
</cp:coreProperties>
</file>