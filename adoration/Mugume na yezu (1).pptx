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44226-0FB8-48B6-BD45-7E9437236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CD5A5E-7983-47B3-BD5C-258D20895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CBF82-301B-4D07-BA35-9F6B87A43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477A98-1CF1-44BF-B719-9545B1884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DD3B2-7317-4791-9F70-95596E176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01628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80912-E8A8-46D4-9F5D-B8BC7F003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C9BCA-13CF-4A4E-84CD-2E5444B7B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859B2-128C-496F-B40E-C6E57090F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2ACFD-D4A1-49B5-B0C6-DA355805A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33225-C0A9-406E-B590-ED856E71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437313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D05C-F374-4F44-8E39-EE4E1E91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DD6F3-B4D3-4108-9B9F-37E8A5C1FB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EDE20-9DD7-47A3-9C3E-204E55933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6F26B-3D07-48E7-AE27-190600AD4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842C7-E839-466E-9D62-9990DE916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74822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26626-5BC7-4C88-87F8-7414736C2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F7667-D435-4F05-9DCB-6C649ABD25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6D5C9-F8A8-4552-A190-4C81820DE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A60F8-2763-4BFD-80AA-AF0C9CEB5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40E457-7ED9-479B-AA01-BA64EE727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32142-EB7E-494D-8BB7-2C105FBB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936770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389C-E34D-4C22-97D0-56E37AA22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0A9F3-3E9C-4726-81ED-FB7395DDD9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8F3B69-44B6-4D35-B0F0-283FD8243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56A5C-9089-40D5-A83C-AC68003872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14B914-3593-4AA5-9307-74C999190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BEB0FB-D03C-465C-8855-D7F814422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46B2D4-B9FB-4EE1-B072-EFE81801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192B8F-5FAC-459C-AB3C-C749844F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383206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0FDE-6154-4AB9-A6FE-30128D40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64EBEE-AC05-4FD5-B8E6-77DF14B53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0121B0-1A94-43C8-9FF5-CAA29AD10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D32269-D5F0-4F8C-B9A4-814CD79FF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9263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02ED40-4DD0-4E5E-BD9D-3A5C8734F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0D789D-B596-4A9F-8714-7C24B1C97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2BBF9-C297-4BBC-B01E-E43670B8D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6019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A6CE-3EBA-4A1C-BF1C-EECA34B3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7E8C9-E346-4434-83A5-6023BE468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BF566-450C-4ED2-981A-ADC427C9B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19E60B-2C34-4817-9C86-1D6643DDB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AF4A7D-6911-4661-A3F4-D47E3ACCA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32A26A-39F6-4FB4-91DF-35369F2E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73800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8E20B-3A74-4782-8651-405A054E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B144A9-A4B1-4668-9CF4-21D58BD26B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4D3B2-FBA6-4AB0-BA45-DDBF245DE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DC8FA-98DE-483D-8CEF-28E0F6211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361F83-0D8F-428B-86AE-E1F6ACAE8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86479-23F7-42A6-AF96-A40DC4E4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52851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8397-32A6-45BD-B710-971B375F9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AA8A64-8089-4009-9BDB-B59FAF9FF7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21089-59F7-4ED5-916A-10E6005D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75A58-6D10-405C-A982-0A0A2907C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B2274-7A0A-48EF-91F3-8FAF740F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731745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A0061-A1C2-4188-81B0-5264AC5858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BA7B0-01D4-4EE3-9D32-CB5598230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86F40-9C83-4CF4-9C5C-E0898D604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C1647-3C6B-4020-B516-A68F2122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5B6C3-6504-492A-8F51-D849364A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628869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75B74F-724C-4388-8CA3-434F1CAB2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102510-5E04-4CEC-B37C-74BDDB57D2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17BC8-91C2-40D5-94C5-EAE749317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881A06-D19F-4E8C-9D4E-EBBA0F435729}" type="datetimeFigureOut">
              <a:rPr lang="en-UG" smtClean="0"/>
              <a:t>17/02/2024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562AC-A76D-417D-AE81-72C9E010E3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965E5-E29A-406D-B2C4-AF97A2D12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49165-A570-4324-A268-984D3E0A2979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8833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1C44-E62F-4C76-B8A3-36E6BF4E8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                  MUGUME NA YEZU</a:t>
            </a:r>
            <a:endParaRPr lang="en-UG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2D06C-70CE-414B-BF40-2C4092C41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                                     </a:t>
            </a:r>
            <a:r>
              <a:rPr lang="en-US" dirty="0" err="1"/>
              <a:t>Mugume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yezu</a:t>
            </a:r>
            <a:r>
              <a:rPr lang="en-US" dirty="0"/>
              <a:t> a </a:t>
            </a:r>
            <a:r>
              <a:rPr lang="en-US" dirty="0" err="1">
                <a:hlinkClick r:id="rId2" action="ppaction://hlinksldjump"/>
              </a:rPr>
              <a:t>bu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</a:t>
            </a:r>
            <a:r>
              <a:rPr lang="en-US" dirty="0" err="1">
                <a:hlinkClick r:id="rId3" action="ppaction://hlinksldjump"/>
              </a:rPr>
              <a:t>Yaa</a:t>
            </a:r>
            <a:r>
              <a:rPr lang="en-US" dirty="0">
                <a:hlinkClick r:id="rId3" action="ppaction://hlinksldjump"/>
              </a:rPr>
              <a:t>-</a:t>
            </a:r>
            <a:r>
              <a:rPr lang="en-US" dirty="0" err="1">
                <a:hlinkClick r:id="rId3" action="ppaction://hlinksldjump"/>
              </a:rPr>
              <a:t>fere</a:t>
            </a:r>
            <a:r>
              <a:rPr lang="en-US" dirty="0">
                <a:hlinkClick r:id="rId3" action="ppaction://hlinksldjump"/>
              </a:rPr>
              <a:t>-re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</a:t>
            </a:r>
            <a:r>
              <a:rPr lang="en-US" dirty="0">
                <a:hlinkClick r:id="rId4" action="ppaction://hlinksldjump"/>
              </a:rPr>
              <a:t>Mu-</a:t>
            </a:r>
            <a:r>
              <a:rPr lang="en-US" dirty="0" err="1">
                <a:hlinkClick r:id="rId4" action="ppaction://hlinksldjump"/>
              </a:rPr>
              <a:t>gi</a:t>
            </a:r>
            <a:r>
              <a:rPr lang="en-US" dirty="0">
                <a:hlinkClick r:id="rId4" action="ppaction://hlinksldjump"/>
              </a:rPr>
              <a:t>-</a:t>
            </a:r>
            <a:r>
              <a:rPr lang="en-US" dirty="0" err="1">
                <a:hlinkClick r:id="rId4" action="ppaction://hlinksldjump"/>
              </a:rPr>
              <a:t>nywe</a:t>
            </a:r>
            <a:r>
              <a:rPr lang="en-US" dirty="0">
                <a:hlinkClick r:id="rId4" action="ppaction://hlinksldjump"/>
              </a:rPr>
              <a:t>-mu-</a:t>
            </a:r>
            <a:r>
              <a:rPr lang="en-US" dirty="0" err="1">
                <a:hlinkClick r:id="rId4" action="ppaction://hlinksldjump"/>
              </a:rPr>
              <a:t>gye</a:t>
            </a:r>
            <a:r>
              <a:rPr lang="en-US" dirty="0">
                <a:hlinkClick r:id="rId4" action="ppaction://hlinksldjump"/>
              </a:rPr>
              <a:t>-</a:t>
            </a:r>
            <a:r>
              <a:rPr lang="en-US" dirty="0" err="1">
                <a:hlinkClick r:id="rId4" action="ppaction://hlinksldjump"/>
              </a:rPr>
              <a:t>gyee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                   </a:t>
            </a:r>
            <a:r>
              <a:rPr lang="en-US" dirty="0" err="1">
                <a:hlinkClick r:id="rId5" action="ppaction://hlinksldjump"/>
              </a:rPr>
              <a:t>eyi-taabajwereire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170120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DFED2-23C6-49EB-A665-94CF28775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1 Aba-ha </a:t>
            </a:r>
            <a:r>
              <a:rPr lang="en-US" b="1" dirty="0" err="1"/>
              <a:t>kwa</a:t>
            </a:r>
            <a:r>
              <a:rPr lang="en-US" b="1" dirty="0"/>
              <a:t> be be-</a:t>
            </a:r>
            <a:r>
              <a:rPr lang="en-US" b="1" dirty="0" err="1"/>
              <a:t>mpu</a:t>
            </a:r>
            <a:r>
              <a:rPr lang="en-US" b="1" dirty="0"/>
              <a:t> </a:t>
            </a:r>
            <a:r>
              <a:rPr lang="en-US" b="1" dirty="0" err="1"/>
              <a:t>ri</a:t>
            </a:r>
            <a:r>
              <a:rPr lang="en-US" b="1" dirty="0"/>
              <a:t> </a:t>
            </a:r>
            <a:r>
              <a:rPr lang="en-US" b="1" dirty="0" err="1"/>
              <a:t>nzi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Mugye-nde</a:t>
            </a:r>
            <a:r>
              <a:rPr lang="en-US" b="1" dirty="0"/>
              <a:t> </a:t>
            </a:r>
            <a:r>
              <a:rPr lang="en-US" b="1" dirty="0" err="1"/>
              <a:t>na</a:t>
            </a:r>
            <a:r>
              <a:rPr lang="en-US" b="1" dirty="0"/>
              <a:t> we mu-</a:t>
            </a:r>
            <a:r>
              <a:rPr lang="en-US" b="1" dirty="0" err="1"/>
              <a:t>shaa</a:t>
            </a:r>
            <a:r>
              <a:rPr lang="en-US" b="1" dirty="0"/>
              <a:t>-she </a:t>
            </a:r>
            <a:r>
              <a:rPr lang="en-US" b="1" dirty="0" err="1"/>
              <a:t>nkawe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Ha-za mu-</a:t>
            </a:r>
            <a:r>
              <a:rPr lang="en-US" b="1" dirty="0" err="1"/>
              <a:t>gu</a:t>
            </a:r>
            <a:r>
              <a:rPr lang="en-US" b="1" dirty="0"/>
              <a:t>-me</a:t>
            </a:r>
          </a:p>
          <a:p>
            <a:pPr marL="0" indent="0">
              <a:buNone/>
            </a:pPr>
            <a:r>
              <a:rPr lang="en-US" b="1" dirty="0" err="1"/>
              <a:t>Muria</a:t>
            </a:r>
            <a:r>
              <a:rPr lang="en-US" b="1" dirty="0"/>
              <a:t> </a:t>
            </a:r>
            <a:r>
              <a:rPr lang="en-US" b="1" dirty="0" err="1">
                <a:hlinkClick r:id="rId2" action="ppaction://hlinksldjump"/>
              </a:rPr>
              <a:t>befu</a:t>
            </a:r>
            <a:r>
              <a:rPr lang="en-US" b="1" dirty="0">
                <a:hlinkClick r:id="rId2" action="ppaction://hlinksldjump"/>
              </a:rPr>
              <a:t>-bi-</a:t>
            </a:r>
            <a:r>
              <a:rPr lang="en-US" b="1" dirty="0" err="1">
                <a:hlinkClick r:id="rId2" action="ppaction://hlinksldjump"/>
              </a:rPr>
              <a:t>zi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205584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82C1C-9A27-4C44-871E-D964477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2 </a:t>
            </a:r>
            <a:r>
              <a:rPr lang="en-US" b="1" dirty="0" err="1"/>
              <a:t>Wmishumba</a:t>
            </a:r>
            <a:r>
              <a:rPr lang="en-US" b="1" dirty="0"/>
              <a:t> ye </a:t>
            </a:r>
            <a:r>
              <a:rPr lang="en-US" b="1" dirty="0" err="1"/>
              <a:t>yeshagama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Munyweisibwemu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Muhaagiremu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Kandi </a:t>
            </a:r>
            <a:r>
              <a:rPr lang="en-US" b="1" dirty="0" err="1"/>
              <a:t>mumurye</a:t>
            </a:r>
            <a:r>
              <a:rPr lang="en-US" b="1" dirty="0"/>
              <a:t> </a:t>
            </a:r>
            <a:r>
              <a:rPr lang="en-US" b="1" dirty="0" err="1"/>
              <a:t>niwe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Mwecwa</a:t>
            </a:r>
            <a:r>
              <a:rPr lang="en-US" b="1" dirty="0"/>
              <a:t> </a:t>
            </a:r>
            <a:r>
              <a:rPr lang="en-US" b="1" dirty="0" err="1">
                <a:hlinkClick r:id="rId2" action="ppaction://hlinksldjump"/>
              </a:rPr>
              <a:t>nyama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2450720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2C603-F2DE-43E5-84CA-8EFED5F9E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3 </a:t>
            </a:r>
            <a:r>
              <a:rPr lang="en-US" b="1" dirty="0" err="1"/>
              <a:t>Omu</a:t>
            </a:r>
            <a:r>
              <a:rPr lang="en-US" b="1" dirty="0"/>
              <a:t> </a:t>
            </a:r>
            <a:r>
              <a:rPr lang="en-US" b="1" dirty="0" err="1"/>
              <a:t>kyambu</a:t>
            </a:r>
            <a:r>
              <a:rPr lang="en-US" b="1" dirty="0"/>
              <a:t> </a:t>
            </a:r>
            <a:r>
              <a:rPr lang="en-US" b="1" dirty="0" err="1"/>
              <a:t>kye</a:t>
            </a:r>
            <a:r>
              <a:rPr lang="en-US" b="1" dirty="0"/>
              <a:t> </a:t>
            </a:r>
            <a:r>
              <a:rPr lang="en-US" b="1" dirty="0" err="1"/>
              <a:t>ky-shagama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Abaibikyemu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Aaboogyezemu</a:t>
            </a:r>
            <a:r>
              <a:rPr lang="en-US" b="1" dirty="0"/>
              <a:t>,</a:t>
            </a:r>
          </a:p>
          <a:p>
            <a:pPr marL="0" indent="0">
              <a:buNone/>
            </a:pPr>
            <a:r>
              <a:rPr lang="en-US" b="1" dirty="0" err="1"/>
              <a:t>Mutyo</a:t>
            </a:r>
            <a:r>
              <a:rPr lang="en-US" b="1" dirty="0"/>
              <a:t> </a:t>
            </a:r>
            <a:r>
              <a:rPr lang="en-US" b="1" dirty="0" err="1"/>
              <a:t>mwesibwe</a:t>
            </a:r>
            <a:r>
              <a:rPr lang="en-US" b="1" dirty="0"/>
              <a:t> </a:t>
            </a:r>
            <a:r>
              <a:rPr lang="en-US" b="1" dirty="0" err="1">
                <a:hlinkClick r:id="rId2" action="ppaction://hlinksldjump"/>
              </a:rPr>
              <a:t>mubenkeshagama</a:t>
            </a:r>
            <a:endParaRPr lang="en-US" b="1" dirty="0"/>
          </a:p>
          <a:p>
            <a:pPr marL="0" indent="0">
              <a:buNone/>
            </a:pP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386409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1B15C-7A59-48F4-B8AD-EAED9B893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4 </a:t>
            </a:r>
            <a:r>
              <a:rPr lang="en-US" b="1" dirty="0" err="1"/>
              <a:t>Emitunga</a:t>
            </a:r>
            <a:r>
              <a:rPr lang="en-US" b="1" dirty="0"/>
              <a:t> ye </a:t>
            </a:r>
            <a:r>
              <a:rPr lang="en-US" b="1" dirty="0" err="1"/>
              <a:t>yeshagama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Mugyenderemu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Mugyeterwemu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Bwere</a:t>
            </a:r>
            <a:r>
              <a:rPr lang="en-US" b="1" dirty="0"/>
              <a:t> bwa </a:t>
            </a:r>
            <a:r>
              <a:rPr lang="en-US" b="1" dirty="0" err="1"/>
              <a:t>yezu</a:t>
            </a:r>
            <a:r>
              <a:rPr lang="en-US" b="1" dirty="0"/>
              <a:t> </a:t>
            </a:r>
            <a:r>
              <a:rPr lang="en-US" b="1" dirty="0" err="1"/>
              <a:t>mugize</a:t>
            </a:r>
            <a:r>
              <a:rPr lang="en-US" b="1" dirty="0"/>
              <a:t> </a:t>
            </a:r>
            <a:r>
              <a:rPr lang="en-US" b="1" dirty="0" err="1">
                <a:hlinkClick r:id="rId2" action="ppaction://hlinksldjump"/>
              </a:rPr>
              <a:t>kurama</a:t>
            </a:r>
            <a:endParaRPr lang="en-UG" b="1" dirty="0"/>
          </a:p>
        </p:txBody>
      </p:sp>
    </p:spTree>
    <p:extLst>
      <p:ext uri="{BB962C8B-B14F-4D97-AF65-F5344CB8AC3E}">
        <p14:creationId xmlns:p14="http://schemas.microsoft.com/office/powerpoint/2010/main" val="202662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65</Words>
  <Application>Microsoft Office PowerPoint</Application>
  <PresentationFormat>Widescreen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Algerian</vt:lpstr>
      <vt:lpstr>Arial</vt:lpstr>
      <vt:lpstr>Calibri</vt:lpstr>
      <vt:lpstr>Calibri Light</vt:lpstr>
      <vt:lpstr>Office Theme</vt:lpstr>
      <vt:lpstr>                  MUGUME NA YEZU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19</cp:revision>
  <dcterms:created xsi:type="dcterms:W3CDTF">2024-02-17T17:37:10Z</dcterms:created>
  <dcterms:modified xsi:type="dcterms:W3CDTF">2024-02-17T17:59:22Z</dcterms:modified>
</cp:coreProperties>
</file>