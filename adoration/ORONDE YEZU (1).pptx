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7" r:id="rId4"/>
    <p:sldId id="259" r:id="rId5"/>
    <p:sldId id="268" r:id="rId6"/>
    <p:sldId id="260" r:id="rId7"/>
    <p:sldId id="265" r:id="rId8"/>
    <p:sldId id="261" r:id="rId9"/>
    <p:sldId id="266" r:id="rId10"/>
    <p:sldId id="262" r:id="rId11"/>
    <p:sldId id="263" r:id="rId12"/>
    <p:sldId id="26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9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1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4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0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9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6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8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AD3E0-0B95-4144-BBB3-3382EE5A984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C79B3-4E39-4ECD-9A66-41ED9AAD5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ORONDE YEZU</a:t>
            </a:r>
            <a:br>
              <a:rPr lang="en-GB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</a:br>
            <a:r>
              <a:rPr lang="en-GB" b="1" dirty="0" smtClean="0">
                <a:latin typeface="Arial Black" panose="020B0A04020102020204" pitchFamily="34" charset="0"/>
              </a:rPr>
              <a:t/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err="1" smtClean="0">
                <a:latin typeface="Arial Black" panose="020B0A04020102020204" pitchFamily="34" charset="0"/>
              </a:rPr>
              <a:t>Oronde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Yezu,obone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Yezu,onywane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Yezu,Nyakurunga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eizooba,buzima,Orwakana</a:t>
            </a:r>
            <a:r>
              <a:rPr lang="en-GB" b="1" dirty="0">
                <a:latin typeface="Arial Black" panose="020B0A04020102020204" pitchFamily="34" charset="0"/>
              </a:rPr>
              <a:t>   </a:t>
            </a:r>
            <a:r>
              <a:rPr lang="en-GB" b="1" dirty="0" err="1">
                <a:latin typeface="Arial Black" panose="020B0A04020102020204" pitchFamily="34" charset="0"/>
              </a:rPr>
              <a:t>Orurikwera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8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 1</a:t>
            </a:r>
            <a:r>
              <a:rPr lang="en-GB" b="1" dirty="0">
                <a:latin typeface="Arial Black" panose="020B0A04020102020204" pitchFamily="34" charset="0"/>
              </a:rPr>
              <a:t>  .</a:t>
            </a:r>
            <a:r>
              <a:rPr lang="en-GB" b="1" dirty="0" err="1">
                <a:latin typeface="Arial Black" panose="020B0A04020102020204" pitchFamily="34" charset="0"/>
              </a:rPr>
              <a:t>Eizooba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ry’orwakana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akagira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entumwa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ze</a:t>
            </a:r>
            <a:r>
              <a:rPr lang="en-GB" b="1" dirty="0">
                <a:latin typeface="Arial Black" panose="020B0A04020102020204" pitchFamily="34" charset="0"/>
              </a:rPr>
              <a:t>,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  </a:t>
            </a:r>
            <a:r>
              <a:rPr lang="en-GB" b="1" dirty="0" err="1">
                <a:latin typeface="Arial Black" panose="020B0A04020102020204" pitchFamily="34" charset="0"/>
              </a:rPr>
              <a:t>Obunyamurya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nabatona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mukore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nkanye</a:t>
            </a:r>
            <a:r>
              <a:rPr lang="en-GB" b="1" dirty="0" smtClean="0">
                <a:latin typeface="Arial Black" panose="020B0A04020102020204" pitchFamily="34" charset="0"/>
              </a:rPr>
              <a:t/>
            </a:r>
            <a:br>
              <a:rPr lang="en-GB" b="1" dirty="0" smtClean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8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b="1" dirty="0" err="1">
                <a:latin typeface="Arial Black" panose="020B0A04020102020204" pitchFamily="34" charset="0"/>
              </a:rPr>
              <a:t>Omanye</a:t>
            </a:r>
            <a:r>
              <a:rPr lang="en-GB" b="1" dirty="0">
                <a:latin typeface="Arial Black" panose="020B0A04020102020204" pitchFamily="34" charset="0"/>
              </a:rPr>
              <a:t> Yezu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Okunde</a:t>
            </a:r>
            <a:r>
              <a:rPr lang="en-GB" b="1" dirty="0">
                <a:latin typeface="Arial Black" panose="020B0A04020102020204" pitchFamily="34" charset="0"/>
              </a:rPr>
              <a:t> Yezu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Orangye</a:t>
            </a:r>
            <a:r>
              <a:rPr lang="en-GB" b="1" dirty="0">
                <a:latin typeface="Arial Black" panose="020B0A04020102020204" pitchFamily="34" charset="0"/>
              </a:rPr>
              <a:t> Yezu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Nyakurungwa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eizooba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buzima</a:t>
            </a:r>
            <a:r>
              <a:rPr lang="en-GB" b="1" dirty="0">
                <a:latin typeface="Arial Black" panose="020B0A04020102020204" pitchFamily="34" charset="0"/>
              </a:rPr>
              <a:t/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Orwakana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orwera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orurikwera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92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2  </a:t>
            </a:r>
            <a:r>
              <a:rPr lang="en-GB" dirty="0" smtClean="0">
                <a:latin typeface="Arial Black" panose="020B0A04020102020204" pitchFamily="34" charset="0"/>
              </a:rPr>
              <a:t>.</a:t>
            </a:r>
            <a:r>
              <a:rPr lang="en-GB" b="1" dirty="0" err="1">
                <a:latin typeface="Arial Black" panose="020B0A04020102020204" pitchFamily="34" charset="0"/>
              </a:rPr>
              <a:t>O</a:t>
            </a:r>
            <a:r>
              <a:rPr lang="en-GB" b="1" dirty="0" err="1" smtClean="0">
                <a:latin typeface="Arial Black" panose="020B0A04020102020204" pitchFamily="34" charset="0"/>
              </a:rPr>
              <a:t>kaha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n’entumwa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ze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omugaati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gw’amagara,yaabariisa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boona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hamwe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mukore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nkanye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endParaRPr lang="en-GB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87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Iwe</a:t>
            </a:r>
            <a:r>
              <a:rPr lang="en-US" dirty="0" smtClean="0">
                <a:latin typeface="Arial Black" panose="020B0A04020102020204" pitchFamily="34" charset="0"/>
              </a:rPr>
              <a:t> rya Yezu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Oigute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Otsinde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Nyakurunga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eizooba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Orwakana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orurikwera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86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3   .</a:t>
            </a:r>
            <a:r>
              <a:rPr lang="en-GB" b="1" dirty="0" err="1">
                <a:latin typeface="Arial Black" panose="020B0A04020102020204" pitchFamily="34" charset="0"/>
              </a:rPr>
              <a:t>Obwo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nyaviini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nayo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akabaha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kubanywaho,obwo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eri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nyashagama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ye,mukore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nkanye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38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Otungye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Orerwe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Oshabe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Nyakurunga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eizooba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buzima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Orwakana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orurikwera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33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b="1" dirty="0">
                <a:latin typeface="Arial Black" panose="020B0A04020102020204" pitchFamily="34" charset="0"/>
              </a:rPr>
              <a:t>4  .</a:t>
            </a:r>
            <a:r>
              <a:rPr lang="en-GB" b="1" dirty="0" err="1">
                <a:latin typeface="Arial Black" panose="020B0A04020102020204" pitchFamily="34" charset="0"/>
              </a:rPr>
              <a:t>Akaha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nezo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ntumwa</a:t>
            </a:r>
            <a:r>
              <a:rPr lang="en-GB" b="1" dirty="0">
                <a:latin typeface="Arial Black" panose="020B0A04020102020204" pitchFamily="34" charset="0"/>
              </a:rPr>
              <a:t>  </a:t>
            </a:r>
            <a:r>
              <a:rPr lang="en-GB" b="1" dirty="0" err="1">
                <a:latin typeface="Arial Black" panose="020B0A04020102020204" pitchFamily="34" charset="0"/>
              </a:rPr>
              <a:t>kugamba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namahame.Ogu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mwoga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nagubaha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mukore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nkanye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83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b="1" dirty="0">
                <a:latin typeface="Arial Black" panose="020B0A04020102020204" pitchFamily="34" charset="0"/>
              </a:rPr>
              <a:t/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  </a:t>
            </a:r>
            <a:r>
              <a:rPr lang="en-GB" b="1" dirty="0" err="1">
                <a:latin typeface="Arial Black" panose="020B0A04020102020204" pitchFamily="34" charset="0"/>
              </a:rPr>
              <a:t>Turamye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Yezu,tuhaise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Yezu,twebingye</a:t>
            </a:r>
            <a:r>
              <a:rPr lang="en-GB" b="1" dirty="0">
                <a:latin typeface="Arial Black" panose="020B0A04020102020204" pitchFamily="34" charset="0"/>
              </a:rPr>
              <a:t>      </a:t>
            </a:r>
            <a:r>
              <a:rPr lang="en-GB" b="1" dirty="0" err="1">
                <a:latin typeface="Arial Black" panose="020B0A04020102020204" pitchFamily="34" charset="0"/>
              </a:rPr>
              <a:t>Yezu,Nyakurunga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eizooba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buzima,Orwakana</a:t>
            </a:r>
            <a:r>
              <a:rPr lang="en-GB" b="1" dirty="0">
                <a:latin typeface="Arial Black" panose="020B0A04020102020204" pitchFamily="34" charset="0"/>
              </a:rPr>
              <a:t>       </a:t>
            </a:r>
            <a:r>
              <a:rPr lang="en-GB" b="1" dirty="0" err="1">
                <a:latin typeface="Arial Black" panose="020B0A04020102020204" pitchFamily="34" charset="0"/>
              </a:rPr>
              <a:t>Orurikwera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9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5   .</a:t>
            </a:r>
            <a:r>
              <a:rPr lang="en-GB" b="1" dirty="0" err="1">
                <a:latin typeface="Arial Black" panose="020B0A04020102020204" pitchFamily="34" charset="0"/>
              </a:rPr>
              <a:t>Omusaseridooti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nuwe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omugambi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wamahame,omwoga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mukuru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naayeta</a:t>
            </a:r>
            <a:r>
              <a:rPr lang="en-GB" b="1" dirty="0">
                <a:latin typeface="Arial Black" panose="020B0A04020102020204" pitchFamily="34" charset="0"/>
              </a:rPr>
              <a:t> Yezu.</a:t>
            </a:r>
            <a:r>
              <a:rPr lang="en-GB" dirty="0">
                <a:latin typeface="Arial Black" panose="020B0A04020102020204" pitchFamily="34" charset="0"/>
              </a:rPr>
              <a:t/>
            </a:r>
            <a:br>
              <a:rPr lang="en-GB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8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Tumushangye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Tumuramye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Tumutunde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Nyakurunga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eizooba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buzima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Orwakana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orwera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orurikwera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007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6</a:t>
            </a:r>
            <a:r>
              <a:rPr lang="en-US" dirty="0" smtClean="0">
                <a:latin typeface="Arial Black" panose="020B0A04020102020204" pitchFamily="34" charset="0"/>
              </a:rPr>
              <a:t>. </a:t>
            </a:r>
            <a:r>
              <a:rPr lang="en-US" dirty="0" err="1" smtClean="0">
                <a:latin typeface="Arial Black" panose="020B0A04020102020204" pitchFamily="34" charset="0"/>
              </a:rPr>
              <a:t>Omujuni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Omuhanda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gw’amagara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Akataho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entumwa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Mukore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nkanye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34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Otuyambe</a:t>
            </a:r>
            <a:r>
              <a:rPr lang="en-US" dirty="0" smtClean="0">
                <a:latin typeface="Arial Black" panose="020B0A04020102020204" pitchFamily="34" charset="0"/>
              </a:rPr>
              <a:t> Yezu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ei</a:t>
            </a:r>
            <a:r>
              <a:rPr lang="en-US" dirty="0" smtClean="0">
                <a:latin typeface="Arial Black" panose="020B0A04020102020204" pitchFamily="34" charset="0"/>
              </a:rPr>
              <a:t> ori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Owasho</a:t>
            </a:r>
            <a:r>
              <a:rPr lang="en-US" dirty="0" smtClean="0">
                <a:latin typeface="Arial Black" panose="020B0A04020102020204" pitchFamily="34" charset="0"/>
              </a:rPr>
              <a:t> yoona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Tugigambe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buzima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Orwakana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orurikwera</a:t>
            </a:r>
            <a:r>
              <a:rPr lang="en-US" dirty="0" smtClean="0">
                <a:latin typeface="Arial Black" panose="020B0A04020102020204" pitchFamily="34" charset="0"/>
              </a:rPr>
              <a:t>.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51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74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Office Theme</vt:lpstr>
      <vt:lpstr>ORONDE YEZU  Oronde Yezu,obone Yezu,onywane Yezu,Nyakurunga eizooba,buzima,Orwakana   Orurikwera</vt:lpstr>
      <vt:lpstr> 1  .Eizooba ry’orwakana akagira entumwa ze,        Obunyamurya nabatona mukore nkanye </vt:lpstr>
      <vt:lpstr>Omanye Yezu Okunde Yezu Orangye Yezu Nyakurungwa eizooba buzima Orwakana orwera orurikwera</vt:lpstr>
      <vt:lpstr>2  .Okaha n’entumwa ze omugaati gw’amagara,yaabariisa boona hamwe mukore nkanye.</vt:lpstr>
      <vt:lpstr>Iwe rya Yezu  Oigute Yezu  Otsinde Yezu Nyakurunga eizooba Orwakana orwera orurikwera</vt:lpstr>
      <vt:lpstr>3   .Obwo nyaviini nayo akabaha kubanywaho,obwo eri nyashagama ye,mukore nkanye. </vt:lpstr>
      <vt:lpstr>Otungye Yezu Orerwe Yezu Oshabe Yezu Nyakurunga eizooba buzima Orwakana orwera orurikwera</vt:lpstr>
      <vt:lpstr>4  .Akaha nezo ntumwa  kugamba namahame.Ogu mwoga nagubaha mukore nkanye. </vt:lpstr>
      <vt:lpstr>        Turamye Yezu,tuhaise Yezu,twebingye      Yezu,Nyakurunga eizooba buzima,Orwakana       Orurikwera. </vt:lpstr>
      <vt:lpstr>5   .Omusaseridooti nuwe omugambi wamahame,omwoga gwe mukuru naayeta Yezu. </vt:lpstr>
      <vt:lpstr>Tumushangye Yezu Tumuramye Yezu Tumutunde Yezu Nyakurunga eizooba buzima Orwakana orwera orurikwera </vt:lpstr>
      <vt:lpstr>6. Omujuni waitu haza Omuhanda gw’amagara Akataho entumwa Mukore nkanye </vt:lpstr>
      <vt:lpstr>Otuyambe Yezu Okwija ei ori Owasho yoona Tugigambe bwera buzima Orwakana orwera orurikwera.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ORONDE YEZU  Oronde Yezu,obone Yezu,onywane Yezu,Nyakurunga eizooba,buzima,Orwakana   Orurikwera</dc:title>
  <dc:creator>Admin</dc:creator>
  <cp:lastModifiedBy>Admin</cp:lastModifiedBy>
  <cp:revision>5</cp:revision>
  <dcterms:created xsi:type="dcterms:W3CDTF">2023-04-05T19:49:27Z</dcterms:created>
  <dcterms:modified xsi:type="dcterms:W3CDTF">2023-04-05T21:07:09Z</dcterms:modified>
</cp:coreProperties>
</file>