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58" r:id="rId5"/>
    <p:sldId id="264" r:id="rId6"/>
    <p:sldId id="259" r:id="rId7"/>
    <p:sldId id="265" r:id="rId8"/>
    <p:sldId id="260" r:id="rId9"/>
    <p:sldId id="266" r:id="rId10"/>
    <p:sldId id="261" r:id="rId11"/>
    <p:sldId id="267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07F8C-5EE5-48C0-8C19-F557F7C26EA2}" type="datetimeFigureOut">
              <a:rPr lang="en-US" smtClean="0"/>
              <a:t>6/14/2023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C55AE-9FC7-43B8-87D6-E4C7554C2FBE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07F8C-5EE5-48C0-8C19-F557F7C26EA2}" type="datetimeFigureOut">
              <a:rPr lang="en-US" smtClean="0"/>
              <a:t>6/14/2023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C55AE-9FC7-43B8-87D6-E4C7554C2FBE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07F8C-5EE5-48C0-8C19-F557F7C26EA2}" type="datetimeFigureOut">
              <a:rPr lang="en-US" smtClean="0"/>
              <a:t>6/14/2023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C55AE-9FC7-43B8-87D6-E4C7554C2FBE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07F8C-5EE5-48C0-8C19-F557F7C26EA2}" type="datetimeFigureOut">
              <a:rPr lang="en-US" smtClean="0"/>
              <a:t>6/14/2023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C55AE-9FC7-43B8-87D6-E4C7554C2FBE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07F8C-5EE5-48C0-8C19-F557F7C26EA2}" type="datetimeFigureOut">
              <a:rPr lang="en-US" smtClean="0"/>
              <a:t>6/14/2023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C55AE-9FC7-43B8-87D6-E4C7554C2FBE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07F8C-5EE5-48C0-8C19-F557F7C26EA2}" type="datetimeFigureOut">
              <a:rPr lang="en-US" smtClean="0"/>
              <a:t>6/14/2023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C55AE-9FC7-43B8-87D6-E4C7554C2FBE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07F8C-5EE5-48C0-8C19-F557F7C26EA2}" type="datetimeFigureOut">
              <a:rPr lang="en-US" smtClean="0"/>
              <a:t>6/14/2023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C55AE-9FC7-43B8-87D6-E4C7554C2FBE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07F8C-5EE5-48C0-8C19-F557F7C26EA2}" type="datetimeFigureOut">
              <a:rPr lang="en-US" smtClean="0"/>
              <a:t>6/14/2023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C55AE-9FC7-43B8-87D6-E4C7554C2FBE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07F8C-5EE5-48C0-8C19-F557F7C26EA2}" type="datetimeFigureOut">
              <a:rPr lang="en-US" smtClean="0"/>
              <a:t>6/14/2023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C55AE-9FC7-43B8-87D6-E4C7554C2FBE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07F8C-5EE5-48C0-8C19-F557F7C26EA2}" type="datetimeFigureOut">
              <a:rPr lang="en-US" smtClean="0"/>
              <a:t>6/14/2023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C55AE-9FC7-43B8-87D6-E4C7554C2FBE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07F8C-5EE5-48C0-8C19-F557F7C26EA2}" type="datetimeFigureOut">
              <a:rPr lang="en-US" smtClean="0"/>
              <a:t>6/14/2023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C55AE-9FC7-43B8-87D6-E4C7554C2FBE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07F8C-5EE5-48C0-8C19-F557F7C26EA2}" type="datetimeFigureOut">
              <a:rPr lang="en-US" smtClean="0"/>
              <a:t>6/14/2023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BC55AE-9FC7-43B8-87D6-E4C7554C2FBE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6858000"/>
          </a:xfrm>
        </p:spPr>
        <p:txBody>
          <a:bodyPr>
            <a:normAutofit fontScale="90000"/>
          </a:bodyPr>
          <a:lstStyle/>
          <a:p>
            <a:r>
              <a:rPr lang="en-GB" sz="6000" b="1" dirty="0" smtClean="0">
                <a:solidFill>
                  <a:srgbClr val="FF0000"/>
                </a:solidFill>
                <a:latin typeface="Arial Rounded MT Bold" panose="020F0704030504030204" pitchFamily="34" charset="0"/>
              </a:rPr>
              <a:t>NINKUSIIMA YEZU WANGYE</a:t>
            </a:r>
            <a:br>
              <a:rPr lang="en-GB" sz="6000" b="1" dirty="0" smtClean="0">
                <a:solidFill>
                  <a:srgbClr val="FF0000"/>
                </a:solidFill>
                <a:latin typeface="Arial Rounded MT Bold" panose="020F0704030504030204" pitchFamily="34" charset="0"/>
              </a:rPr>
            </a:br>
            <a:r>
              <a:rPr lang="en-GB" sz="6000" b="1" dirty="0" smtClean="0">
                <a:solidFill>
                  <a:srgbClr val="FF0000"/>
                </a:solidFill>
                <a:latin typeface="Arial Rounded MT Bold" panose="020F0704030504030204" pitchFamily="34" charset="0"/>
              </a:rPr>
              <a:t>CHRS</a:t>
            </a:r>
            <a:r>
              <a:rPr lang="en-GB" sz="6000" b="1" dirty="0" smtClean="0">
                <a:latin typeface="Arial Rounded MT Bold" panose="020F0704030504030204" pitchFamily="34" charset="0"/>
              </a:rPr>
              <a:t/>
            </a:r>
            <a:br>
              <a:rPr lang="en-GB" sz="6000" b="1" dirty="0" smtClean="0">
                <a:latin typeface="Arial Rounded MT Bold" panose="020F0704030504030204" pitchFamily="34" charset="0"/>
              </a:rPr>
            </a:br>
            <a:r>
              <a:rPr lang="en-GB" sz="6000" b="1" dirty="0" err="1" smtClean="0">
                <a:latin typeface="Arial Rounded MT Bold" panose="020F0704030504030204" pitchFamily="34" charset="0"/>
              </a:rPr>
              <a:t>Ninkusiima</a:t>
            </a:r>
            <a:r>
              <a:rPr lang="en-GB" sz="6000" b="1" dirty="0" smtClean="0">
                <a:latin typeface="Arial Rounded MT Bold" panose="020F0704030504030204" pitchFamily="34" charset="0"/>
              </a:rPr>
              <a:t> Yezu </a:t>
            </a:r>
            <a:r>
              <a:rPr lang="en-GB" sz="6000" b="1" dirty="0" err="1" smtClean="0">
                <a:latin typeface="Arial Rounded MT Bold" panose="020F0704030504030204" pitchFamily="34" charset="0"/>
              </a:rPr>
              <a:t>wangye</a:t>
            </a:r>
            <a:r>
              <a:rPr lang="en-GB" sz="6000" b="1" dirty="0" smtClean="0">
                <a:latin typeface="Arial Rounded MT Bold" panose="020F0704030504030204" pitchFamily="34" charset="0"/>
              </a:rPr>
              <a:t> </a:t>
            </a:r>
            <a:r>
              <a:rPr lang="en-GB" sz="6000" b="1" dirty="0" err="1" smtClean="0">
                <a:latin typeface="Arial Rounded MT Bold" panose="020F0704030504030204" pitchFamily="34" charset="0"/>
              </a:rPr>
              <a:t>nikwebaza</a:t>
            </a:r>
            <a:r>
              <a:rPr lang="en-GB" sz="6000" b="1" dirty="0" smtClean="0">
                <a:latin typeface="Arial Rounded MT Bold" panose="020F0704030504030204" pitchFamily="34" charset="0"/>
              </a:rPr>
              <a:t> ,</a:t>
            </a:r>
            <a:r>
              <a:rPr lang="en-GB" sz="6000" b="1" dirty="0" err="1" smtClean="0">
                <a:latin typeface="Arial Rounded MT Bold" panose="020F0704030504030204" pitchFamily="34" charset="0"/>
              </a:rPr>
              <a:t>Iwe</a:t>
            </a:r>
            <a:r>
              <a:rPr lang="en-GB" sz="6000" b="1" dirty="0" smtClean="0">
                <a:latin typeface="Arial Rounded MT Bold" panose="020F0704030504030204" pitchFamily="34" charset="0"/>
              </a:rPr>
              <a:t> ori </a:t>
            </a:r>
            <a:r>
              <a:rPr lang="en-GB" sz="6000" b="1" dirty="0" err="1" smtClean="0">
                <a:latin typeface="Arial Rounded MT Bold" panose="020F0704030504030204" pitchFamily="34" charset="0"/>
              </a:rPr>
              <a:t>omukundwa</a:t>
            </a:r>
            <a:r>
              <a:rPr lang="en-GB" sz="6000" b="1" dirty="0" smtClean="0">
                <a:latin typeface="Arial Rounded MT Bold" panose="020F0704030504030204" pitchFamily="34" charset="0"/>
              </a:rPr>
              <a:t> </a:t>
            </a:r>
            <a:r>
              <a:rPr lang="en-GB" sz="6000" b="1" dirty="0" err="1" smtClean="0">
                <a:latin typeface="Arial Rounded MT Bold" panose="020F0704030504030204" pitchFamily="34" charset="0"/>
              </a:rPr>
              <a:t>wangye</a:t>
            </a:r>
            <a:r>
              <a:rPr lang="en-GB" sz="6000" b="1" dirty="0" smtClean="0">
                <a:latin typeface="Arial Rounded MT Bold" panose="020F0704030504030204" pitchFamily="34" charset="0"/>
              </a:rPr>
              <a:t> </a:t>
            </a:r>
            <a:r>
              <a:rPr lang="en-GB" sz="6000" b="1" dirty="0" err="1" smtClean="0">
                <a:latin typeface="Arial Rounded MT Bold" panose="020F0704030504030204" pitchFamily="34" charset="0"/>
              </a:rPr>
              <a:t>ninkusiima</a:t>
            </a:r>
            <a:r>
              <a:rPr lang="en-GB" sz="6000" b="1" dirty="0" smtClean="0">
                <a:latin typeface="Arial Rounded MT Bold" panose="020F0704030504030204" pitchFamily="34" charset="0"/>
              </a:rPr>
              <a:t/>
            </a:r>
            <a:br>
              <a:rPr lang="en-GB" sz="6000" b="1" dirty="0" smtClean="0">
                <a:latin typeface="Arial Rounded MT Bold" panose="020F0704030504030204" pitchFamily="34" charset="0"/>
              </a:rPr>
            </a:br>
            <a:r>
              <a:rPr lang="en-GB" sz="6000" b="1" dirty="0" smtClean="0">
                <a:latin typeface="Arial Rounded MT Bold" panose="020F0704030504030204" pitchFamily="34" charset="0"/>
              </a:rPr>
              <a:t>X2</a:t>
            </a:r>
            <a:endParaRPr lang="en-GB" sz="6000" b="1" dirty="0"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GB" sz="6600" b="1" dirty="0" smtClean="0">
              <a:latin typeface="Arial Rounded MT Bold" panose="020F0704030504030204" pitchFamily="34" charset="0"/>
            </a:endParaRPr>
          </a:p>
          <a:p>
            <a:pPr marL="0" indent="0" algn="ctr">
              <a:buNone/>
            </a:pPr>
            <a:r>
              <a:rPr lang="en-GB" sz="6600" b="1" dirty="0" smtClean="0">
                <a:latin typeface="Arial Rounded MT Bold" panose="020F0704030504030204" pitchFamily="34" charset="0"/>
              </a:rPr>
              <a:t>1.Ahabwa </a:t>
            </a:r>
            <a:r>
              <a:rPr lang="en-GB" sz="6600" b="1" dirty="0" err="1" smtClean="0">
                <a:latin typeface="Arial Rounded MT Bold" panose="020F0704030504030204" pitchFamily="34" charset="0"/>
              </a:rPr>
              <a:t>Mutima</a:t>
            </a:r>
            <a:r>
              <a:rPr lang="en-GB" sz="6600" b="1" dirty="0" smtClean="0">
                <a:latin typeface="Arial Rounded MT Bold" panose="020F0704030504030204" pitchFamily="34" charset="0"/>
              </a:rPr>
              <a:t> </a:t>
            </a:r>
            <a:r>
              <a:rPr lang="en-GB" sz="6600" b="1" dirty="0" err="1" smtClean="0">
                <a:latin typeface="Arial Rounded MT Bold" panose="020F0704030504030204" pitchFamily="34" charset="0"/>
              </a:rPr>
              <a:t>waawe,ninkusiima</a:t>
            </a:r>
            <a:r>
              <a:rPr lang="en-GB" sz="6600" b="1" dirty="0" smtClean="0">
                <a:latin typeface="Arial Rounded MT Bold" panose="020F0704030504030204" pitchFamily="34" charset="0"/>
              </a:rPr>
              <a:t>,</a:t>
            </a:r>
          </a:p>
          <a:p>
            <a:pPr marL="0" indent="0" algn="ctr">
              <a:buNone/>
            </a:pPr>
            <a:r>
              <a:rPr lang="en-GB" sz="6600" b="1" dirty="0" err="1" smtClean="0">
                <a:latin typeface="Arial Rounded MT Bold" panose="020F0704030504030204" pitchFamily="34" charset="0"/>
              </a:rPr>
              <a:t>Namaani</a:t>
            </a:r>
            <a:r>
              <a:rPr lang="en-GB" sz="6600" b="1" dirty="0" smtClean="0">
                <a:latin typeface="Arial Rounded MT Bold" panose="020F0704030504030204" pitchFamily="34" charset="0"/>
              </a:rPr>
              <a:t> </a:t>
            </a:r>
            <a:r>
              <a:rPr lang="en-GB" sz="6600" b="1" dirty="0" err="1" smtClean="0">
                <a:latin typeface="Arial Rounded MT Bold" panose="020F0704030504030204" pitchFamily="34" charset="0"/>
              </a:rPr>
              <a:t>gaawe,ninkusiima</a:t>
            </a:r>
            <a:endParaRPr lang="en-GB" sz="6600" b="1" dirty="0"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r>
              <a:rPr lang="en-GB" sz="6000" b="1" dirty="0" smtClean="0">
                <a:solidFill>
                  <a:srgbClr val="FF0000"/>
                </a:solidFill>
                <a:latin typeface="Arial Rounded MT Bold" panose="020F0704030504030204" pitchFamily="34" charset="0"/>
              </a:rPr>
              <a:t>CHRS</a:t>
            </a:r>
            <a:r>
              <a:rPr lang="en-GB" sz="6000" b="1" dirty="0" smtClean="0">
                <a:latin typeface="Arial Rounded MT Bold" panose="020F0704030504030204" pitchFamily="34" charset="0"/>
              </a:rPr>
              <a:t/>
            </a:r>
            <a:br>
              <a:rPr lang="en-GB" sz="6000" b="1" dirty="0" smtClean="0">
                <a:latin typeface="Arial Rounded MT Bold" panose="020F0704030504030204" pitchFamily="34" charset="0"/>
              </a:rPr>
            </a:br>
            <a:r>
              <a:rPr lang="en-GB" sz="6000" b="1" dirty="0" err="1" smtClean="0">
                <a:latin typeface="Arial Rounded MT Bold" panose="020F0704030504030204" pitchFamily="34" charset="0"/>
              </a:rPr>
              <a:t>Ninkusiima</a:t>
            </a:r>
            <a:r>
              <a:rPr lang="en-GB" sz="6000" b="1" dirty="0" smtClean="0">
                <a:latin typeface="Arial Rounded MT Bold" panose="020F0704030504030204" pitchFamily="34" charset="0"/>
              </a:rPr>
              <a:t> Yezu </a:t>
            </a:r>
            <a:r>
              <a:rPr lang="en-GB" sz="6000" b="1" dirty="0" err="1" smtClean="0">
                <a:latin typeface="Arial Rounded MT Bold" panose="020F0704030504030204" pitchFamily="34" charset="0"/>
              </a:rPr>
              <a:t>wangye</a:t>
            </a:r>
            <a:r>
              <a:rPr lang="en-GB" sz="6000" b="1" dirty="0" smtClean="0">
                <a:latin typeface="Arial Rounded MT Bold" panose="020F0704030504030204" pitchFamily="34" charset="0"/>
              </a:rPr>
              <a:t> </a:t>
            </a:r>
            <a:r>
              <a:rPr lang="en-GB" sz="6000" b="1" dirty="0" err="1" smtClean="0">
                <a:latin typeface="Arial Rounded MT Bold" panose="020F0704030504030204" pitchFamily="34" charset="0"/>
              </a:rPr>
              <a:t>nikwebaza</a:t>
            </a:r>
            <a:r>
              <a:rPr lang="en-GB" sz="6000" b="1" dirty="0" smtClean="0">
                <a:latin typeface="Arial Rounded MT Bold" panose="020F0704030504030204" pitchFamily="34" charset="0"/>
              </a:rPr>
              <a:t> ,</a:t>
            </a:r>
            <a:r>
              <a:rPr lang="en-GB" sz="6000" b="1" dirty="0" err="1" smtClean="0">
                <a:latin typeface="Arial Rounded MT Bold" panose="020F0704030504030204" pitchFamily="34" charset="0"/>
              </a:rPr>
              <a:t>Iwe</a:t>
            </a:r>
            <a:r>
              <a:rPr lang="en-GB" sz="6000" b="1" dirty="0" smtClean="0">
                <a:latin typeface="Arial Rounded MT Bold" panose="020F0704030504030204" pitchFamily="34" charset="0"/>
              </a:rPr>
              <a:t> ori </a:t>
            </a:r>
            <a:r>
              <a:rPr lang="en-GB" sz="6000" b="1" dirty="0" err="1" smtClean="0">
                <a:latin typeface="Arial Rounded MT Bold" panose="020F0704030504030204" pitchFamily="34" charset="0"/>
              </a:rPr>
              <a:t>omukundwa</a:t>
            </a:r>
            <a:r>
              <a:rPr lang="en-GB" sz="6000" b="1" dirty="0" smtClean="0">
                <a:latin typeface="Arial Rounded MT Bold" panose="020F0704030504030204" pitchFamily="34" charset="0"/>
              </a:rPr>
              <a:t> </a:t>
            </a:r>
            <a:r>
              <a:rPr lang="en-GB" sz="6000" b="1" dirty="0" err="1" smtClean="0">
                <a:latin typeface="Arial Rounded MT Bold" panose="020F0704030504030204" pitchFamily="34" charset="0"/>
              </a:rPr>
              <a:t>wangye</a:t>
            </a:r>
            <a:r>
              <a:rPr lang="en-GB" sz="6000" b="1" dirty="0" smtClean="0">
                <a:latin typeface="Arial Rounded MT Bold" panose="020F0704030504030204" pitchFamily="34" charset="0"/>
              </a:rPr>
              <a:t> </a:t>
            </a:r>
            <a:r>
              <a:rPr lang="en-GB" sz="6000" b="1" dirty="0" err="1" smtClean="0">
                <a:latin typeface="Arial Rounded MT Bold" panose="020F0704030504030204" pitchFamily="34" charset="0"/>
              </a:rPr>
              <a:t>ninkusiima</a:t>
            </a:r>
            <a:r>
              <a:rPr lang="en-GB" sz="6000" b="1" dirty="0" smtClean="0">
                <a:latin typeface="Arial Rounded MT Bold" panose="020F0704030504030204" pitchFamily="34" charset="0"/>
              </a:rPr>
              <a:t/>
            </a:r>
            <a:br>
              <a:rPr lang="en-GB" sz="6000" b="1" dirty="0" smtClean="0">
                <a:latin typeface="Arial Rounded MT Bold" panose="020F0704030504030204" pitchFamily="34" charset="0"/>
              </a:rPr>
            </a:br>
            <a:r>
              <a:rPr lang="en-GB" sz="6000" b="1" dirty="0" smtClean="0">
                <a:latin typeface="Arial Rounded MT Bold" panose="020F0704030504030204" pitchFamily="34" charset="0"/>
              </a:rPr>
              <a:t>X2</a:t>
            </a:r>
            <a:endParaRPr lang="en-GB" sz="6000" b="1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337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GB" sz="6000" b="1" dirty="0" smtClean="0">
              <a:latin typeface="Arial Rounded MT Bold" panose="020F0704030504030204" pitchFamily="34" charset="0"/>
            </a:endParaRPr>
          </a:p>
          <a:p>
            <a:pPr marL="0" indent="0" algn="ctr">
              <a:buNone/>
            </a:pPr>
            <a:r>
              <a:rPr lang="en-GB" sz="6000" b="1" dirty="0" smtClean="0">
                <a:latin typeface="Arial Rounded MT Bold" panose="020F0704030504030204" pitchFamily="34" charset="0"/>
              </a:rPr>
              <a:t>2.Ahabwa </a:t>
            </a:r>
            <a:r>
              <a:rPr lang="en-GB" sz="6000" b="1" dirty="0" err="1" smtClean="0">
                <a:latin typeface="Arial Rounded MT Bold" panose="020F0704030504030204" pitchFamily="34" charset="0"/>
              </a:rPr>
              <a:t>rukundo</a:t>
            </a:r>
            <a:r>
              <a:rPr lang="en-GB" sz="6000" b="1" dirty="0" smtClean="0">
                <a:latin typeface="Arial Rounded MT Bold" panose="020F0704030504030204" pitchFamily="34" charset="0"/>
              </a:rPr>
              <a:t> </a:t>
            </a:r>
            <a:r>
              <a:rPr lang="en-GB" sz="6000" b="1" dirty="0" err="1" smtClean="0">
                <a:latin typeface="Arial Rounded MT Bold" panose="020F0704030504030204" pitchFamily="34" charset="0"/>
              </a:rPr>
              <a:t>yaawe,ninkusiima</a:t>
            </a:r>
            <a:r>
              <a:rPr lang="en-GB" sz="6000" b="1" dirty="0" smtClean="0">
                <a:latin typeface="Arial Rounded MT Bold" panose="020F0704030504030204" pitchFamily="34" charset="0"/>
              </a:rPr>
              <a:t>,</a:t>
            </a:r>
          </a:p>
          <a:p>
            <a:pPr marL="0" indent="0" algn="ctr">
              <a:buNone/>
            </a:pPr>
            <a:r>
              <a:rPr lang="en-GB" sz="6000" b="1" dirty="0" err="1" smtClean="0">
                <a:latin typeface="Arial Rounded MT Bold" panose="020F0704030504030204" pitchFamily="34" charset="0"/>
              </a:rPr>
              <a:t>N’embabazi</a:t>
            </a:r>
            <a:r>
              <a:rPr lang="en-GB" sz="6000" b="1" dirty="0" smtClean="0">
                <a:latin typeface="Arial Rounded MT Bold" panose="020F0704030504030204" pitchFamily="34" charset="0"/>
              </a:rPr>
              <a:t> </a:t>
            </a:r>
            <a:r>
              <a:rPr lang="en-GB" sz="6000" b="1" dirty="0" err="1" smtClean="0">
                <a:latin typeface="Arial Rounded MT Bold" panose="020F0704030504030204" pitchFamily="34" charset="0"/>
              </a:rPr>
              <a:t>zaawe,ninkusiima</a:t>
            </a:r>
            <a:r>
              <a:rPr lang="en-GB" sz="6000" b="1" dirty="0" smtClean="0">
                <a:latin typeface="Arial Rounded MT Bold" panose="020F0704030504030204" pitchFamily="34" charset="0"/>
              </a:rPr>
              <a:t>.</a:t>
            </a:r>
            <a:endParaRPr lang="en-GB" sz="6000" b="1" dirty="0"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r>
              <a:rPr lang="en-GB" sz="6000" b="1" dirty="0" smtClean="0">
                <a:solidFill>
                  <a:srgbClr val="FF0000"/>
                </a:solidFill>
                <a:latin typeface="Arial Rounded MT Bold" panose="020F0704030504030204" pitchFamily="34" charset="0"/>
              </a:rPr>
              <a:t>CHRS</a:t>
            </a:r>
            <a:r>
              <a:rPr lang="en-GB" sz="6000" b="1" dirty="0" smtClean="0">
                <a:latin typeface="Arial Rounded MT Bold" panose="020F0704030504030204" pitchFamily="34" charset="0"/>
              </a:rPr>
              <a:t/>
            </a:r>
            <a:br>
              <a:rPr lang="en-GB" sz="6000" b="1" dirty="0" smtClean="0">
                <a:latin typeface="Arial Rounded MT Bold" panose="020F0704030504030204" pitchFamily="34" charset="0"/>
              </a:rPr>
            </a:br>
            <a:r>
              <a:rPr lang="en-GB" sz="6000" b="1" dirty="0" err="1" smtClean="0">
                <a:latin typeface="Arial Rounded MT Bold" panose="020F0704030504030204" pitchFamily="34" charset="0"/>
              </a:rPr>
              <a:t>Ninkusiima</a:t>
            </a:r>
            <a:r>
              <a:rPr lang="en-GB" sz="6000" b="1" dirty="0" smtClean="0">
                <a:latin typeface="Arial Rounded MT Bold" panose="020F0704030504030204" pitchFamily="34" charset="0"/>
              </a:rPr>
              <a:t> Yezu </a:t>
            </a:r>
            <a:r>
              <a:rPr lang="en-GB" sz="6000" b="1" dirty="0" err="1" smtClean="0">
                <a:latin typeface="Arial Rounded MT Bold" panose="020F0704030504030204" pitchFamily="34" charset="0"/>
              </a:rPr>
              <a:t>wangye</a:t>
            </a:r>
            <a:r>
              <a:rPr lang="en-GB" sz="6000" b="1" dirty="0" smtClean="0">
                <a:latin typeface="Arial Rounded MT Bold" panose="020F0704030504030204" pitchFamily="34" charset="0"/>
              </a:rPr>
              <a:t> </a:t>
            </a:r>
            <a:r>
              <a:rPr lang="en-GB" sz="6000" b="1" dirty="0" err="1" smtClean="0">
                <a:latin typeface="Arial Rounded MT Bold" panose="020F0704030504030204" pitchFamily="34" charset="0"/>
              </a:rPr>
              <a:t>nikwebaza</a:t>
            </a:r>
            <a:r>
              <a:rPr lang="en-GB" sz="6000" b="1" dirty="0" smtClean="0">
                <a:latin typeface="Arial Rounded MT Bold" panose="020F0704030504030204" pitchFamily="34" charset="0"/>
              </a:rPr>
              <a:t> ,</a:t>
            </a:r>
            <a:r>
              <a:rPr lang="en-GB" sz="6000" b="1" dirty="0" err="1" smtClean="0">
                <a:latin typeface="Arial Rounded MT Bold" panose="020F0704030504030204" pitchFamily="34" charset="0"/>
              </a:rPr>
              <a:t>Iwe</a:t>
            </a:r>
            <a:r>
              <a:rPr lang="en-GB" sz="6000" b="1" dirty="0" smtClean="0">
                <a:latin typeface="Arial Rounded MT Bold" panose="020F0704030504030204" pitchFamily="34" charset="0"/>
              </a:rPr>
              <a:t> ori </a:t>
            </a:r>
            <a:r>
              <a:rPr lang="en-GB" sz="6000" b="1" dirty="0" err="1" smtClean="0">
                <a:latin typeface="Arial Rounded MT Bold" panose="020F0704030504030204" pitchFamily="34" charset="0"/>
              </a:rPr>
              <a:t>omukundwa</a:t>
            </a:r>
            <a:r>
              <a:rPr lang="en-GB" sz="6000" b="1" dirty="0" smtClean="0">
                <a:latin typeface="Arial Rounded MT Bold" panose="020F0704030504030204" pitchFamily="34" charset="0"/>
              </a:rPr>
              <a:t> </a:t>
            </a:r>
            <a:r>
              <a:rPr lang="en-GB" sz="6000" b="1" dirty="0" err="1" smtClean="0">
                <a:latin typeface="Arial Rounded MT Bold" panose="020F0704030504030204" pitchFamily="34" charset="0"/>
              </a:rPr>
              <a:t>wangye</a:t>
            </a:r>
            <a:r>
              <a:rPr lang="en-GB" sz="6000" b="1" dirty="0" smtClean="0">
                <a:latin typeface="Arial Rounded MT Bold" panose="020F0704030504030204" pitchFamily="34" charset="0"/>
              </a:rPr>
              <a:t> </a:t>
            </a:r>
            <a:r>
              <a:rPr lang="en-GB" sz="6000" b="1" dirty="0" err="1" smtClean="0">
                <a:latin typeface="Arial Rounded MT Bold" panose="020F0704030504030204" pitchFamily="34" charset="0"/>
              </a:rPr>
              <a:t>ninkusiima</a:t>
            </a:r>
            <a:r>
              <a:rPr lang="en-GB" sz="6000" b="1" dirty="0" smtClean="0">
                <a:latin typeface="Arial Rounded MT Bold" panose="020F0704030504030204" pitchFamily="34" charset="0"/>
              </a:rPr>
              <a:t/>
            </a:r>
            <a:br>
              <a:rPr lang="en-GB" sz="6000" b="1" dirty="0" smtClean="0">
                <a:latin typeface="Arial Rounded MT Bold" panose="020F0704030504030204" pitchFamily="34" charset="0"/>
              </a:rPr>
            </a:br>
            <a:r>
              <a:rPr lang="en-GB" sz="6000" b="1" dirty="0" smtClean="0">
                <a:latin typeface="Arial Rounded MT Bold" panose="020F0704030504030204" pitchFamily="34" charset="0"/>
              </a:rPr>
              <a:t>X2</a:t>
            </a:r>
            <a:endParaRPr lang="en-GB" sz="6000" b="1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8108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GB" sz="6600" b="1" dirty="0" smtClean="0">
                <a:latin typeface="Arial Rounded MT Bold" panose="020F0704030504030204" pitchFamily="34" charset="0"/>
              </a:rPr>
              <a:t> </a:t>
            </a:r>
          </a:p>
          <a:p>
            <a:pPr algn="ctr">
              <a:buNone/>
            </a:pPr>
            <a:r>
              <a:rPr lang="en-GB" sz="6600" b="1" dirty="0" smtClean="0">
                <a:latin typeface="Arial Rounded MT Bold" panose="020F0704030504030204" pitchFamily="34" charset="0"/>
              </a:rPr>
              <a:t>3.Ahabw’obusingye </a:t>
            </a:r>
            <a:r>
              <a:rPr lang="en-GB" sz="6600" b="1" dirty="0" err="1" smtClean="0">
                <a:latin typeface="Arial Rounded MT Bold" panose="020F0704030504030204" pitchFamily="34" charset="0"/>
              </a:rPr>
              <a:t>bwawe,ninkusiima</a:t>
            </a:r>
            <a:r>
              <a:rPr lang="en-GB" sz="6600" b="1" dirty="0" smtClean="0">
                <a:latin typeface="Arial Rounded MT Bold" panose="020F0704030504030204" pitchFamily="34" charset="0"/>
              </a:rPr>
              <a:t>,</a:t>
            </a:r>
          </a:p>
          <a:p>
            <a:pPr algn="ctr">
              <a:buNone/>
            </a:pPr>
            <a:r>
              <a:rPr lang="en-GB" sz="6600" b="1" dirty="0" err="1" smtClean="0">
                <a:latin typeface="Arial Rounded MT Bold" panose="020F0704030504030204" pitchFamily="34" charset="0"/>
              </a:rPr>
              <a:t>Hamwe</a:t>
            </a:r>
            <a:r>
              <a:rPr lang="en-GB" sz="6600" b="1" dirty="0" smtClean="0">
                <a:latin typeface="Arial Rounded MT Bold" panose="020F0704030504030204" pitchFamily="34" charset="0"/>
              </a:rPr>
              <a:t> </a:t>
            </a:r>
            <a:r>
              <a:rPr lang="en-GB" sz="6600" b="1" dirty="0" err="1" smtClean="0">
                <a:latin typeface="Arial Rounded MT Bold" panose="020F0704030504030204" pitchFamily="34" charset="0"/>
              </a:rPr>
              <a:t>n’oburinzi</a:t>
            </a:r>
            <a:r>
              <a:rPr lang="en-GB" sz="6600" b="1" dirty="0" smtClean="0">
                <a:latin typeface="Arial Rounded MT Bold" panose="020F0704030504030204" pitchFamily="34" charset="0"/>
              </a:rPr>
              <a:t> </a:t>
            </a:r>
            <a:r>
              <a:rPr lang="en-GB" sz="6600" b="1" dirty="0" err="1" smtClean="0">
                <a:latin typeface="Arial Rounded MT Bold" panose="020F0704030504030204" pitchFamily="34" charset="0"/>
              </a:rPr>
              <a:t>bwawe,ninkusiima</a:t>
            </a:r>
            <a:r>
              <a:rPr lang="en-GB" sz="6600" b="1" dirty="0" smtClean="0">
                <a:latin typeface="Arial Rounded MT Bold" panose="020F0704030504030204" pitchFamily="34" charset="0"/>
              </a:rPr>
              <a:t>.</a:t>
            </a:r>
            <a:endParaRPr lang="en-GB" sz="6600" b="1" dirty="0"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r>
              <a:rPr lang="en-GB" sz="6000" b="1" dirty="0" smtClean="0">
                <a:solidFill>
                  <a:srgbClr val="FF0000"/>
                </a:solidFill>
                <a:latin typeface="Arial Rounded MT Bold" panose="020F0704030504030204" pitchFamily="34" charset="0"/>
              </a:rPr>
              <a:t>CHRS</a:t>
            </a:r>
            <a:r>
              <a:rPr lang="en-GB" sz="6000" b="1" dirty="0" smtClean="0">
                <a:latin typeface="Arial Rounded MT Bold" panose="020F0704030504030204" pitchFamily="34" charset="0"/>
              </a:rPr>
              <a:t/>
            </a:r>
            <a:br>
              <a:rPr lang="en-GB" sz="6000" b="1" dirty="0" smtClean="0">
                <a:latin typeface="Arial Rounded MT Bold" panose="020F0704030504030204" pitchFamily="34" charset="0"/>
              </a:rPr>
            </a:br>
            <a:r>
              <a:rPr lang="en-GB" sz="6000" b="1" dirty="0" err="1" smtClean="0">
                <a:latin typeface="Arial Rounded MT Bold" panose="020F0704030504030204" pitchFamily="34" charset="0"/>
              </a:rPr>
              <a:t>Ninkusiima</a:t>
            </a:r>
            <a:r>
              <a:rPr lang="en-GB" sz="6000" b="1" dirty="0" smtClean="0">
                <a:latin typeface="Arial Rounded MT Bold" panose="020F0704030504030204" pitchFamily="34" charset="0"/>
              </a:rPr>
              <a:t> Yezu </a:t>
            </a:r>
            <a:r>
              <a:rPr lang="en-GB" sz="6000" b="1" dirty="0" err="1" smtClean="0">
                <a:latin typeface="Arial Rounded MT Bold" panose="020F0704030504030204" pitchFamily="34" charset="0"/>
              </a:rPr>
              <a:t>wangye</a:t>
            </a:r>
            <a:r>
              <a:rPr lang="en-GB" sz="6000" b="1" dirty="0" smtClean="0">
                <a:latin typeface="Arial Rounded MT Bold" panose="020F0704030504030204" pitchFamily="34" charset="0"/>
              </a:rPr>
              <a:t> </a:t>
            </a:r>
            <a:r>
              <a:rPr lang="en-GB" sz="6000" b="1" dirty="0" err="1" smtClean="0">
                <a:latin typeface="Arial Rounded MT Bold" panose="020F0704030504030204" pitchFamily="34" charset="0"/>
              </a:rPr>
              <a:t>nikwebaza</a:t>
            </a:r>
            <a:r>
              <a:rPr lang="en-GB" sz="6000" b="1" dirty="0" smtClean="0">
                <a:latin typeface="Arial Rounded MT Bold" panose="020F0704030504030204" pitchFamily="34" charset="0"/>
              </a:rPr>
              <a:t> ,</a:t>
            </a:r>
            <a:r>
              <a:rPr lang="en-GB" sz="6000" b="1" dirty="0" err="1" smtClean="0">
                <a:latin typeface="Arial Rounded MT Bold" panose="020F0704030504030204" pitchFamily="34" charset="0"/>
              </a:rPr>
              <a:t>Iwe</a:t>
            </a:r>
            <a:r>
              <a:rPr lang="en-GB" sz="6000" b="1" dirty="0" smtClean="0">
                <a:latin typeface="Arial Rounded MT Bold" panose="020F0704030504030204" pitchFamily="34" charset="0"/>
              </a:rPr>
              <a:t> ori </a:t>
            </a:r>
            <a:r>
              <a:rPr lang="en-GB" sz="6000" b="1" dirty="0" err="1" smtClean="0">
                <a:latin typeface="Arial Rounded MT Bold" panose="020F0704030504030204" pitchFamily="34" charset="0"/>
              </a:rPr>
              <a:t>omukundwa</a:t>
            </a:r>
            <a:r>
              <a:rPr lang="en-GB" sz="6000" b="1" dirty="0" smtClean="0">
                <a:latin typeface="Arial Rounded MT Bold" panose="020F0704030504030204" pitchFamily="34" charset="0"/>
              </a:rPr>
              <a:t> </a:t>
            </a:r>
            <a:r>
              <a:rPr lang="en-GB" sz="6000" b="1" dirty="0" err="1" smtClean="0">
                <a:latin typeface="Arial Rounded MT Bold" panose="020F0704030504030204" pitchFamily="34" charset="0"/>
              </a:rPr>
              <a:t>wangye</a:t>
            </a:r>
            <a:r>
              <a:rPr lang="en-GB" sz="6000" b="1" dirty="0" smtClean="0">
                <a:latin typeface="Arial Rounded MT Bold" panose="020F0704030504030204" pitchFamily="34" charset="0"/>
              </a:rPr>
              <a:t> </a:t>
            </a:r>
            <a:r>
              <a:rPr lang="en-GB" sz="6000" b="1" dirty="0" err="1" smtClean="0">
                <a:latin typeface="Arial Rounded MT Bold" panose="020F0704030504030204" pitchFamily="34" charset="0"/>
              </a:rPr>
              <a:t>ninkusiima</a:t>
            </a:r>
            <a:r>
              <a:rPr lang="en-GB" sz="6000" b="1" dirty="0" smtClean="0">
                <a:latin typeface="Arial Rounded MT Bold" panose="020F0704030504030204" pitchFamily="34" charset="0"/>
              </a:rPr>
              <a:t/>
            </a:r>
            <a:br>
              <a:rPr lang="en-GB" sz="6000" b="1" dirty="0" smtClean="0">
                <a:latin typeface="Arial Rounded MT Bold" panose="020F0704030504030204" pitchFamily="34" charset="0"/>
              </a:rPr>
            </a:br>
            <a:r>
              <a:rPr lang="en-GB" sz="6000" b="1" dirty="0" smtClean="0">
                <a:latin typeface="Arial Rounded MT Bold" panose="020F0704030504030204" pitchFamily="34" charset="0"/>
              </a:rPr>
              <a:t>X2</a:t>
            </a:r>
            <a:endParaRPr lang="en-GB" sz="6000" b="1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6800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GB" sz="6600" b="1" dirty="0" smtClean="0">
              <a:latin typeface="Arial Rounded MT Bold" panose="020F0704030504030204" pitchFamily="34" charset="0"/>
            </a:endParaRPr>
          </a:p>
          <a:p>
            <a:pPr marL="0" indent="0" algn="ctr">
              <a:buNone/>
            </a:pPr>
            <a:r>
              <a:rPr lang="en-GB" sz="6600" b="1" dirty="0" smtClean="0">
                <a:latin typeface="Arial Rounded MT Bold" panose="020F0704030504030204" pitchFamily="34" charset="0"/>
              </a:rPr>
              <a:t>4.Ahabwa </a:t>
            </a:r>
            <a:r>
              <a:rPr lang="en-GB" sz="6600" b="1" dirty="0" err="1" smtClean="0">
                <a:latin typeface="Arial Rounded MT Bold" panose="020F0704030504030204" pitchFamily="34" charset="0"/>
              </a:rPr>
              <a:t>banywani</a:t>
            </a:r>
            <a:r>
              <a:rPr lang="en-GB" sz="6600" b="1" dirty="0" smtClean="0">
                <a:latin typeface="Arial Rounded MT Bold" panose="020F0704030504030204" pitchFamily="34" charset="0"/>
              </a:rPr>
              <a:t> </a:t>
            </a:r>
            <a:r>
              <a:rPr lang="en-GB" sz="6600" b="1" dirty="0" err="1" smtClean="0">
                <a:latin typeface="Arial Rounded MT Bold" panose="020F0704030504030204" pitchFamily="34" charset="0"/>
              </a:rPr>
              <a:t>bangye,ninkusiima</a:t>
            </a:r>
            <a:endParaRPr lang="en-GB" sz="6600" b="1" dirty="0" smtClean="0">
              <a:latin typeface="Arial Rounded MT Bold" panose="020F0704030504030204" pitchFamily="34" charset="0"/>
            </a:endParaRPr>
          </a:p>
          <a:p>
            <a:pPr marL="0" indent="0" algn="ctr">
              <a:buNone/>
            </a:pPr>
            <a:r>
              <a:rPr lang="en-GB" sz="6600" b="1" dirty="0" err="1" smtClean="0">
                <a:latin typeface="Arial Rounded MT Bold" panose="020F0704030504030204" pitchFamily="34" charset="0"/>
              </a:rPr>
              <a:t>Hamwe</a:t>
            </a:r>
            <a:r>
              <a:rPr lang="en-GB" sz="6600" b="1" dirty="0" smtClean="0">
                <a:latin typeface="Arial Rounded MT Bold" panose="020F0704030504030204" pitchFamily="34" charset="0"/>
              </a:rPr>
              <a:t> </a:t>
            </a:r>
            <a:r>
              <a:rPr lang="en-GB" sz="6600" b="1" dirty="0" err="1" smtClean="0">
                <a:latin typeface="Arial Rounded MT Bold" panose="020F0704030504030204" pitchFamily="34" charset="0"/>
              </a:rPr>
              <a:t>nabazaire</a:t>
            </a:r>
            <a:r>
              <a:rPr lang="en-GB" sz="6600" b="1" dirty="0" smtClean="0">
                <a:latin typeface="Arial Rounded MT Bold" panose="020F0704030504030204" pitchFamily="34" charset="0"/>
              </a:rPr>
              <a:t> </a:t>
            </a:r>
            <a:r>
              <a:rPr lang="en-GB" sz="6600" b="1" dirty="0" err="1" smtClean="0">
                <a:latin typeface="Arial Rounded MT Bold" panose="020F0704030504030204" pitchFamily="34" charset="0"/>
              </a:rPr>
              <a:t>bangye,ninkusiima</a:t>
            </a:r>
            <a:r>
              <a:rPr lang="en-GB" sz="6600" b="1" dirty="0" smtClean="0">
                <a:latin typeface="Arial Rounded MT Bold" panose="020F0704030504030204" pitchFamily="34" charset="0"/>
              </a:rPr>
              <a:t>.</a:t>
            </a:r>
            <a:endParaRPr lang="en-GB" sz="6600" b="1" dirty="0"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r>
              <a:rPr lang="en-GB" sz="6000" b="1" dirty="0" smtClean="0">
                <a:solidFill>
                  <a:srgbClr val="FF0000"/>
                </a:solidFill>
                <a:latin typeface="Arial Rounded MT Bold" panose="020F0704030504030204" pitchFamily="34" charset="0"/>
              </a:rPr>
              <a:t>CHRS</a:t>
            </a:r>
            <a:r>
              <a:rPr lang="en-GB" sz="6000" b="1" dirty="0" smtClean="0">
                <a:latin typeface="Arial Rounded MT Bold" panose="020F0704030504030204" pitchFamily="34" charset="0"/>
              </a:rPr>
              <a:t/>
            </a:r>
            <a:br>
              <a:rPr lang="en-GB" sz="6000" b="1" dirty="0" smtClean="0">
                <a:latin typeface="Arial Rounded MT Bold" panose="020F0704030504030204" pitchFamily="34" charset="0"/>
              </a:rPr>
            </a:br>
            <a:r>
              <a:rPr lang="en-GB" sz="6000" b="1" dirty="0" err="1" smtClean="0">
                <a:latin typeface="Arial Rounded MT Bold" panose="020F0704030504030204" pitchFamily="34" charset="0"/>
              </a:rPr>
              <a:t>Ninkusiima</a:t>
            </a:r>
            <a:r>
              <a:rPr lang="en-GB" sz="6000" b="1" dirty="0" smtClean="0">
                <a:latin typeface="Arial Rounded MT Bold" panose="020F0704030504030204" pitchFamily="34" charset="0"/>
              </a:rPr>
              <a:t> Yezu </a:t>
            </a:r>
            <a:r>
              <a:rPr lang="en-GB" sz="6000" b="1" dirty="0" err="1" smtClean="0">
                <a:latin typeface="Arial Rounded MT Bold" panose="020F0704030504030204" pitchFamily="34" charset="0"/>
              </a:rPr>
              <a:t>wangye</a:t>
            </a:r>
            <a:r>
              <a:rPr lang="en-GB" sz="6000" b="1" dirty="0" smtClean="0">
                <a:latin typeface="Arial Rounded MT Bold" panose="020F0704030504030204" pitchFamily="34" charset="0"/>
              </a:rPr>
              <a:t> </a:t>
            </a:r>
            <a:r>
              <a:rPr lang="en-GB" sz="6000" b="1" dirty="0" err="1" smtClean="0">
                <a:latin typeface="Arial Rounded MT Bold" panose="020F0704030504030204" pitchFamily="34" charset="0"/>
              </a:rPr>
              <a:t>nikwebaza</a:t>
            </a:r>
            <a:r>
              <a:rPr lang="en-GB" sz="6000" b="1" dirty="0" smtClean="0">
                <a:latin typeface="Arial Rounded MT Bold" panose="020F0704030504030204" pitchFamily="34" charset="0"/>
              </a:rPr>
              <a:t> ,</a:t>
            </a:r>
            <a:r>
              <a:rPr lang="en-GB" sz="6000" b="1" dirty="0" err="1" smtClean="0">
                <a:latin typeface="Arial Rounded MT Bold" panose="020F0704030504030204" pitchFamily="34" charset="0"/>
              </a:rPr>
              <a:t>Iwe</a:t>
            </a:r>
            <a:r>
              <a:rPr lang="en-GB" sz="6000" b="1" dirty="0" smtClean="0">
                <a:latin typeface="Arial Rounded MT Bold" panose="020F0704030504030204" pitchFamily="34" charset="0"/>
              </a:rPr>
              <a:t> ori </a:t>
            </a:r>
            <a:r>
              <a:rPr lang="en-GB" sz="6000" b="1" dirty="0" err="1" smtClean="0">
                <a:latin typeface="Arial Rounded MT Bold" panose="020F0704030504030204" pitchFamily="34" charset="0"/>
              </a:rPr>
              <a:t>omukundwa</a:t>
            </a:r>
            <a:r>
              <a:rPr lang="en-GB" sz="6000" b="1" dirty="0" smtClean="0">
                <a:latin typeface="Arial Rounded MT Bold" panose="020F0704030504030204" pitchFamily="34" charset="0"/>
              </a:rPr>
              <a:t> </a:t>
            </a:r>
            <a:r>
              <a:rPr lang="en-GB" sz="6000" b="1" dirty="0" err="1" smtClean="0">
                <a:latin typeface="Arial Rounded MT Bold" panose="020F0704030504030204" pitchFamily="34" charset="0"/>
              </a:rPr>
              <a:t>wangye</a:t>
            </a:r>
            <a:r>
              <a:rPr lang="en-GB" sz="6000" b="1" dirty="0" smtClean="0">
                <a:latin typeface="Arial Rounded MT Bold" panose="020F0704030504030204" pitchFamily="34" charset="0"/>
              </a:rPr>
              <a:t> </a:t>
            </a:r>
            <a:r>
              <a:rPr lang="en-GB" sz="6000" b="1" dirty="0" err="1" smtClean="0">
                <a:latin typeface="Arial Rounded MT Bold" panose="020F0704030504030204" pitchFamily="34" charset="0"/>
              </a:rPr>
              <a:t>ninkusiima</a:t>
            </a:r>
            <a:r>
              <a:rPr lang="en-GB" sz="6000" b="1" dirty="0" smtClean="0">
                <a:latin typeface="Arial Rounded MT Bold" panose="020F0704030504030204" pitchFamily="34" charset="0"/>
              </a:rPr>
              <a:t/>
            </a:r>
            <a:br>
              <a:rPr lang="en-GB" sz="6000" b="1" dirty="0" smtClean="0">
                <a:latin typeface="Arial Rounded MT Bold" panose="020F0704030504030204" pitchFamily="34" charset="0"/>
              </a:rPr>
            </a:br>
            <a:r>
              <a:rPr lang="en-GB" sz="6000" b="1" dirty="0" smtClean="0">
                <a:latin typeface="Arial Rounded MT Bold" panose="020F0704030504030204" pitchFamily="34" charset="0"/>
              </a:rPr>
              <a:t>X2</a:t>
            </a:r>
            <a:endParaRPr lang="en-GB" sz="6000" b="1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877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algn="ctr">
              <a:buNone/>
            </a:pPr>
            <a:endParaRPr lang="en-GB" sz="6000" b="1" dirty="0" smtClean="0">
              <a:latin typeface="Arial Rounded MT Bold" panose="020F0704030504030204" pitchFamily="34" charset="0"/>
            </a:endParaRPr>
          </a:p>
          <a:p>
            <a:pPr algn="ctr">
              <a:buNone/>
            </a:pPr>
            <a:r>
              <a:rPr lang="en-GB" sz="6000" b="1" dirty="0" smtClean="0">
                <a:latin typeface="Arial Rounded MT Bold" panose="020F0704030504030204" pitchFamily="34" charset="0"/>
              </a:rPr>
              <a:t>5 </a:t>
            </a:r>
            <a:r>
              <a:rPr lang="en-GB" sz="6000" b="1" dirty="0" smtClean="0">
                <a:latin typeface="Arial Rounded MT Bold" panose="020F0704030504030204" pitchFamily="34" charset="0"/>
              </a:rPr>
              <a:t>.</a:t>
            </a:r>
            <a:r>
              <a:rPr lang="en-GB" sz="6000" b="1" dirty="0" err="1" smtClean="0">
                <a:latin typeface="Arial Rounded MT Bold" panose="020F0704030504030204" pitchFamily="34" charset="0"/>
              </a:rPr>
              <a:t>Ahabw’obukuru</a:t>
            </a:r>
            <a:r>
              <a:rPr lang="en-GB" sz="6000" b="1" dirty="0" smtClean="0">
                <a:latin typeface="Arial Rounded MT Bold" panose="020F0704030504030204" pitchFamily="34" charset="0"/>
              </a:rPr>
              <a:t> </a:t>
            </a:r>
            <a:r>
              <a:rPr lang="en-GB" sz="6000" b="1" dirty="0" err="1" smtClean="0">
                <a:latin typeface="Arial Rounded MT Bold" panose="020F0704030504030204" pitchFamily="34" charset="0"/>
              </a:rPr>
              <a:t>bwawe,ninkusiima,Hamwe</a:t>
            </a:r>
            <a:r>
              <a:rPr lang="en-GB" sz="6000" b="1" dirty="0" smtClean="0">
                <a:latin typeface="Arial Rounded MT Bold" panose="020F0704030504030204" pitchFamily="34" charset="0"/>
              </a:rPr>
              <a:t> </a:t>
            </a:r>
            <a:r>
              <a:rPr lang="en-GB" sz="6000" b="1" dirty="0" err="1" smtClean="0">
                <a:latin typeface="Arial Rounded MT Bold" panose="020F0704030504030204" pitchFamily="34" charset="0"/>
              </a:rPr>
              <a:t>n’obuhwezi</a:t>
            </a:r>
            <a:r>
              <a:rPr lang="en-GB" sz="6000" b="1" dirty="0" smtClean="0">
                <a:latin typeface="Arial Rounded MT Bold" panose="020F0704030504030204" pitchFamily="34" charset="0"/>
              </a:rPr>
              <a:t> </a:t>
            </a:r>
            <a:r>
              <a:rPr lang="en-GB" sz="6000" b="1" dirty="0" err="1" smtClean="0">
                <a:latin typeface="Arial Rounded MT Bold" panose="020F0704030504030204" pitchFamily="34" charset="0"/>
              </a:rPr>
              <a:t>bwawe,ninkusiima</a:t>
            </a:r>
            <a:r>
              <a:rPr lang="en-GB" sz="6000" b="1" dirty="0" smtClean="0">
                <a:latin typeface="Arial Rounded MT Bold" panose="020F0704030504030204" pitchFamily="34" charset="0"/>
              </a:rPr>
              <a:t>.</a:t>
            </a:r>
            <a:endParaRPr lang="en-GB" sz="6000" b="1" dirty="0"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r>
              <a:rPr lang="en-GB" sz="6000" b="1" dirty="0" smtClean="0">
                <a:solidFill>
                  <a:srgbClr val="FF0000"/>
                </a:solidFill>
                <a:latin typeface="Arial Rounded MT Bold" panose="020F0704030504030204" pitchFamily="34" charset="0"/>
              </a:rPr>
              <a:t>CHRS</a:t>
            </a:r>
            <a:r>
              <a:rPr lang="en-GB" sz="6000" b="1" dirty="0" smtClean="0">
                <a:latin typeface="Arial Rounded MT Bold" panose="020F0704030504030204" pitchFamily="34" charset="0"/>
              </a:rPr>
              <a:t/>
            </a:r>
            <a:br>
              <a:rPr lang="en-GB" sz="6000" b="1" dirty="0" smtClean="0">
                <a:latin typeface="Arial Rounded MT Bold" panose="020F0704030504030204" pitchFamily="34" charset="0"/>
              </a:rPr>
            </a:br>
            <a:r>
              <a:rPr lang="en-GB" sz="6000" b="1" dirty="0" err="1" smtClean="0">
                <a:latin typeface="Arial Rounded MT Bold" panose="020F0704030504030204" pitchFamily="34" charset="0"/>
              </a:rPr>
              <a:t>Ninkusiima</a:t>
            </a:r>
            <a:r>
              <a:rPr lang="en-GB" sz="6000" b="1" dirty="0" smtClean="0">
                <a:latin typeface="Arial Rounded MT Bold" panose="020F0704030504030204" pitchFamily="34" charset="0"/>
              </a:rPr>
              <a:t> Yezu </a:t>
            </a:r>
            <a:r>
              <a:rPr lang="en-GB" sz="6000" b="1" dirty="0" err="1" smtClean="0">
                <a:latin typeface="Arial Rounded MT Bold" panose="020F0704030504030204" pitchFamily="34" charset="0"/>
              </a:rPr>
              <a:t>wangye</a:t>
            </a:r>
            <a:r>
              <a:rPr lang="en-GB" sz="6000" b="1" dirty="0" smtClean="0">
                <a:latin typeface="Arial Rounded MT Bold" panose="020F0704030504030204" pitchFamily="34" charset="0"/>
              </a:rPr>
              <a:t> </a:t>
            </a:r>
            <a:r>
              <a:rPr lang="en-GB" sz="6000" b="1" dirty="0" err="1" smtClean="0">
                <a:latin typeface="Arial Rounded MT Bold" panose="020F0704030504030204" pitchFamily="34" charset="0"/>
              </a:rPr>
              <a:t>nikwebaza</a:t>
            </a:r>
            <a:r>
              <a:rPr lang="en-GB" sz="6000" b="1" dirty="0" smtClean="0">
                <a:latin typeface="Arial Rounded MT Bold" panose="020F0704030504030204" pitchFamily="34" charset="0"/>
              </a:rPr>
              <a:t> ,</a:t>
            </a:r>
            <a:r>
              <a:rPr lang="en-GB" sz="6000" b="1" dirty="0" err="1" smtClean="0">
                <a:latin typeface="Arial Rounded MT Bold" panose="020F0704030504030204" pitchFamily="34" charset="0"/>
              </a:rPr>
              <a:t>Iwe</a:t>
            </a:r>
            <a:r>
              <a:rPr lang="en-GB" sz="6000" b="1" dirty="0" smtClean="0">
                <a:latin typeface="Arial Rounded MT Bold" panose="020F0704030504030204" pitchFamily="34" charset="0"/>
              </a:rPr>
              <a:t> ori </a:t>
            </a:r>
            <a:r>
              <a:rPr lang="en-GB" sz="6000" b="1" dirty="0" err="1" smtClean="0">
                <a:latin typeface="Arial Rounded MT Bold" panose="020F0704030504030204" pitchFamily="34" charset="0"/>
              </a:rPr>
              <a:t>omukundwa</a:t>
            </a:r>
            <a:r>
              <a:rPr lang="en-GB" sz="6000" b="1" dirty="0" smtClean="0">
                <a:latin typeface="Arial Rounded MT Bold" panose="020F0704030504030204" pitchFamily="34" charset="0"/>
              </a:rPr>
              <a:t> </a:t>
            </a:r>
            <a:r>
              <a:rPr lang="en-GB" sz="6000" b="1" dirty="0" err="1" smtClean="0">
                <a:latin typeface="Arial Rounded MT Bold" panose="020F0704030504030204" pitchFamily="34" charset="0"/>
              </a:rPr>
              <a:t>wangye</a:t>
            </a:r>
            <a:r>
              <a:rPr lang="en-GB" sz="6000" b="1" dirty="0" smtClean="0">
                <a:latin typeface="Arial Rounded MT Bold" panose="020F0704030504030204" pitchFamily="34" charset="0"/>
              </a:rPr>
              <a:t> </a:t>
            </a:r>
            <a:r>
              <a:rPr lang="en-GB" sz="6000" b="1" dirty="0" err="1" smtClean="0">
                <a:latin typeface="Arial Rounded MT Bold" panose="020F0704030504030204" pitchFamily="34" charset="0"/>
              </a:rPr>
              <a:t>ninkusiima</a:t>
            </a:r>
            <a:r>
              <a:rPr lang="en-GB" sz="6000" b="1" dirty="0" smtClean="0">
                <a:latin typeface="Arial Rounded MT Bold" panose="020F0704030504030204" pitchFamily="34" charset="0"/>
              </a:rPr>
              <a:t/>
            </a:r>
            <a:br>
              <a:rPr lang="en-GB" sz="6000" b="1" dirty="0" smtClean="0">
                <a:latin typeface="Arial Rounded MT Bold" panose="020F0704030504030204" pitchFamily="34" charset="0"/>
              </a:rPr>
            </a:br>
            <a:r>
              <a:rPr lang="en-GB" sz="6000" b="1" dirty="0" smtClean="0">
                <a:latin typeface="Arial Rounded MT Bold" panose="020F0704030504030204" pitchFamily="34" charset="0"/>
              </a:rPr>
              <a:t>X2</a:t>
            </a:r>
            <a:endParaRPr lang="en-GB" sz="6000" b="1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16958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algn="ctr">
              <a:buNone/>
            </a:pPr>
            <a:endParaRPr lang="en-GB" sz="6000" b="1" dirty="0" smtClean="0">
              <a:latin typeface="Arial Rounded MT Bold" panose="020F0704030504030204" pitchFamily="34" charset="0"/>
            </a:endParaRPr>
          </a:p>
          <a:p>
            <a:pPr algn="ctr">
              <a:buNone/>
            </a:pPr>
            <a:r>
              <a:rPr lang="en-GB" sz="6000" b="1" dirty="0" smtClean="0">
                <a:latin typeface="Arial Rounded MT Bold" panose="020F0704030504030204" pitchFamily="34" charset="0"/>
              </a:rPr>
              <a:t>6  </a:t>
            </a:r>
            <a:r>
              <a:rPr lang="en-GB" sz="6000" b="1" dirty="0" smtClean="0">
                <a:latin typeface="Arial Rounded MT Bold" panose="020F0704030504030204" pitchFamily="34" charset="0"/>
              </a:rPr>
              <a:t>.</a:t>
            </a:r>
            <a:r>
              <a:rPr lang="en-GB" sz="6000" b="1" dirty="0" err="1" smtClean="0">
                <a:latin typeface="Arial Rounded MT Bold" panose="020F0704030504030204" pitchFamily="34" charset="0"/>
              </a:rPr>
              <a:t>Ahabw’oburiisa</a:t>
            </a:r>
            <a:r>
              <a:rPr lang="en-GB" sz="6000" b="1" dirty="0" smtClean="0">
                <a:latin typeface="Arial Rounded MT Bold" panose="020F0704030504030204" pitchFamily="34" charset="0"/>
              </a:rPr>
              <a:t> </a:t>
            </a:r>
            <a:r>
              <a:rPr lang="en-GB" sz="6000" b="1" dirty="0" err="1" smtClean="0">
                <a:latin typeface="Arial Rounded MT Bold" panose="020F0704030504030204" pitchFamily="34" charset="0"/>
              </a:rPr>
              <a:t>bwawe,ninkusiima,Hamwe</a:t>
            </a:r>
            <a:r>
              <a:rPr lang="en-GB" sz="6000" b="1" dirty="0" smtClean="0">
                <a:latin typeface="Arial Rounded MT Bold" panose="020F0704030504030204" pitchFamily="34" charset="0"/>
              </a:rPr>
              <a:t> </a:t>
            </a:r>
            <a:r>
              <a:rPr lang="en-GB" sz="6000" b="1" dirty="0" err="1" smtClean="0">
                <a:latin typeface="Arial Rounded MT Bold" panose="020F0704030504030204" pitchFamily="34" charset="0"/>
              </a:rPr>
              <a:t>n’ekigambo</a:t>
            </a:r>
            <a:r>
              <a:rPr lang="en-GB" sz="6000" b="1" dirty="0" smtClean="0">
                <a:latin typeface="Arial Rounded MT Bold" panose="020F0704030504030204" pitchFamily="34" charset="0"/>
              </a:rPr>
              <a:t> </a:t>
            </a:r>
            <a:r>
              <a:rPr lang="en-GB" sz="6000" b="1" dirty="0" err="1" smtClean="0">
                <a:latin typeface="Arial Rounded MT Bold" panose="020F0704030504030204" pitchFamily="34" charset="0"/>
              </a:rPr>
              <a:t>kyawe,ninkusiima</a:t>
            </a:r>
            <a:r>
              <a:rPr lang="en-GB" sz="6000" b="1" dirty="0" smtClean="0">
                <a:latin typeface="Arial Rounded MT Bold" panose="020F0704030504030204" pitchFamily="34" charset="0"/>
              </a:rPr>
              <a:t>.</a:t>
            </a:r>
            <a:endParaRPr lang="en-GB" sz="6000" b="1" dirty="0"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50</Words>
  <Application>Microsoft Office PowerPoint</Application>
  <PresentationFormat>On-screen Show (4:3)</PresentationFormat>
  <Paragraphs>22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Arial Rounded MT Bold</vt:lpstr>
      <vt:lpstr>Calibri</vt:lpstr>
      <vt:lpstr>Office Theme</vt:lpstr>
      <vt:lpstr>NINKUSIIMA YEZU WANGYE CHRS Ninkusiima Yezu wangye nikwebaza ,Iwe ori omukundwa wangye ninkusiima X2</vt:lpstr>
      <vt:lpstr>PowerPoint Presentation</vt:lpstr>
      <vt:lpstr>CHRS Ninkusiima Yezu wangye nikwebaza ,Iwe ori omukundwa wangye ninkusiima X2</vt:lpstr>
      <vt:lpstr>PowerPoint Presentation</vt:lpstr>
      <vt:lpstr>CHRS Ninkusiima Yezu wangye nikwebaza ,Iwe ori omukundwa wangye ninkusiima X2</vt:lpstr>
      <vt:lpstr>PowerPoint Presentation</vt:lpstr>
      <vt:lpstr>CHRS Ninkusiima Yezu wangye nikwebaza ,Iwe ori omukundwa wangye ninkusiima X2</vt:lpstr>
      <vt:lpstr>PowerPoint Presentation</vt:lpstr>
      <vt:lpstr>CHRS Ninkusiima Yezu wangye nikwebaza ,Iwe ori omukundwa wangye ninkusiima X2</vt:lpstr>
      <vt:lpstr>PowerPoint Presentation</vt:lpstr>
      <vt:lpstr>CHRS Ninkusiima Yezu wangye nikwebaza ,Iwe ori omukundwa wangye ninkusiima X2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Ninkusiima Yezu wangye nikwebaza ,Iwe ori omukundwa wangye ninkusiima</dc:title>
  <dc:creator>dell</dc:creator>
  <cp:lastModifiedBy>Admin</cp:lastModifiedBy>
  <cp:revision>18</cp:revision>
  <dcterms:created xsi:type="dcterms:W3CDTF">2014-08-10T05:52:31Z</dcterms:created>
  <dcterms:modified xsi:type="dcterms:W3CDTF">2023-06-14T15:40:36Z</dcterms:modified>
</cp:coreProperties>
</file>