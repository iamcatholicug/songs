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E6E2-550D-4F41-BEF0-9085F90682A8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B902-EF50-487B-8C80-F190CE31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0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E6E2-550D-4F41-BEF0-9085F90682A8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B902-EF50-487B-8C80-F190CE31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4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E6E2-550D-4F41-BEF0-9085F90682A8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B902-EF50-487B-8C80-F190CE31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23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E6E2-550D-4F41-BEF0-9085F90682A8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B902-EF50-487B-8C80-F190CE31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9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E6E2-550D-4F41-BEF0-9085F90682A8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B902-EF50-487B-8C80-F190CE31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E6E2-550D-4F41-BEF0-9085F90682A8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B902-EF50-487B-8C80-F190CE31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214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E6E2-550D-4F41-BEF0-9085F90682A8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B902-EF50-487B-8C80-F190CE31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42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E6E2-550D-4F41-BEF0-9085F90682A8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B902-EF50-487B-8C80-F190CE31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6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E6E2-550D-4F41-BEF0-9085F90682A8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B902-EF50-487B-8C80-F190CE31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88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E6E2-550D-4F41-BEF0-9085F90682A8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B902-EF50-487B-8C80-F190CE31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28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E6E2-550D-4F41-BEF0-9085F90682A8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B902-EF50-487B-8C80-F190CE31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3E6E2-550D-4F41-BEF0-9085F90682A8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1B902-EF50-487B-8C80-F190CE31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1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u="sng" dirty="0" smtClean="0">
                <a:solidFill>
                  <a:srgbClr val="C00000"/>
                </a:solidFill>
                <a:latin typeface="Algerian" panose="04020705040A02060702" pitchFamily="82" charset="0"/>
              </a:rPr>
              <a:t>YEZU YANZINDUKIRA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CHRS:</a:t>
            </a:r>
            <a:r>
              <a:rPr lang="en-US" dirty="0" smtClean="0">
                <a:latin typeface="Arial Black" panose="020B0A04020102020204" pitchFamily="34" charset="0"/>
              </a:rPr>
              <a:t> Yezu </a:t>
            </a:r>
            <a:r>
              <a:rPr lang="en-US" dirty="0" err="1" smtClean="0">
                <a:latin typeface="Arial Black" panose="020B0A04020102020204" pitchFamily="34" charset="0"/>
              </a:rPr>
              <a:t>yanzindukira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mutima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mwije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mumunsimire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mumundamize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5748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1. </a:t>
            </a:r>
            <a:r>
              <a:rPr lang="en-US" dirty="0" err="1">
                <a:latin typeface="Arial Black" panose="020B0A04020102020204" pitchFamily="34" charset="0"/>
              </a:rPr>
              <a:t>Omubiri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gwangye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guhindukire</a:t>
            </a: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Enju</a:t>
            </a:r>
            <a:r>
              <a:rPr lang="en-US" dirty="0">
                <a:latin typeface="Arial Black" panose="020B0A04020102020204" pitchFamily="34" charset="0"/>
              </a:rPr>
              <a:t> ya </a:t>
            </a:r>
            <a:r>
              <a:rPr lang="en-US" dirty="0" err="1">
                <a:latin typeface="Arial Black" panose="020B0A04020102020204" pitchFamily="34" charset="0"/>
              </a:rPr>
              <a:t>Ruhanga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buzimazima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09505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2. </a:t>
            </a:r>
            <a:r>
              <a:rPr lang="en-US" dirty="0" err="1" smtClean="0">
                <a:latin typeface="Arial Black" panose="020B0A04020102020204" pitchFamily="34" charset="0"/>
              </a:rPr>
              <a:t>Orurimi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rwangye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rutukuzibwe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eshagama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nungi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yomurokozi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9627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3. </a:t>
            </a:r>
            <a:r>
              <a:rPr lang="en-US" dirty="0" err="1">
                <a:latin typeface="Arial Black" panose="020B0A04020102020204" pitchFamily="34" charset="0"/>
              </a:rPr>
              <a:t>Imwe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ba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Malaika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timukinkira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mureeba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Ruhanga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nyowe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niimurya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64354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4.Abahikiriire </a:t>
            </a:r>
            <a:r>
              <a:rPr lang="en-US" dirty="0" err="1" smtClean="0">
                <a:latin typeface="Arial Black" panose="020B0A04020102020204" pitchFamily="34" charset="0"/>
              </a:rPr>
              <a:t>mukuniregye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omugyenyi</a:t>
            </a:r>
            <a:r>
              <a:rPr lang="en-US" dirty="0" smtClean="0">
                <a:latin typeface="Arial Black" panose="020B0A04020102020204" pitchFamily="34" charset="0"/>
              </a:rPr>
              <a:t> Yezu </a:t>
            </a:r>
            <a:r>
              <a:rPr lang="en-US" dirty="0" err="1" smtClean="0">
                <a:latin typeface="Arial Black" panose="020B0A04020102020204" pitchFamily="34" charset="0"/>
              </a:rPr>
              <a:t>o’womwiguru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0109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5.Ai Mukama </a:t>
            </a:r>
            <a:r>
              <a:rPr lang="en-US" dirty="0" err="1" smtClean="0">
                <a:latin typeface="Arial Black" panose="020B0A04020102020204" pitchFamily="34" charset="0"/>
              </a:rPr>
              <a:t>wangye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waija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kundeeba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ekitiinwa</a:t>
            </a:r>
            <a:r>
              <a:rPr lang="en-US" dirty="0" smtClean="0">
                <a:latin typeface="Arial Black" panose="020B0A04020102020204" pitchFamily="34" charset="0"/>
              </a:rPr>
              <a:t>  </a:t>
            </a:r>
            <a:r>
              <a:rPr lang="en-US" dirty="0" err="1" smtClean="0">
                <a:latin typeface="Arial Black" panose="020B0A04020102020204" pitchFamily="34" charset="0"/>
              </a:rPr>
              <a:t>kyangye</a:t>
            </a:r>
            <a:r>
              <a:rPr lang="en-US" dirty="0" smtClean="0">
                <a:latin typeface="Arial Black" panose="020B0A04020102020204" pitchFamily="34" charset="0"/>
              </a:rPr>
              <a:t>  </a:t>
            </a:r>
            <a:r>
              <a:rPr lang="en-US" dirty="0" err="1" smtClean="0">
                <a:latin typeface="Arial Black" panose="020B0A04020102020204" pitchFamily="34" charset="0"/>
              </a:rPr>
              <a:t>tikikinganwa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553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6.Ai </a:t>
            </a:r>
            <a:r>
              <a:rPr lang="en-US" dirty="0" err="1" smtClean="0">
                <a:latin typeface="Arial Black" panose="020B0A04020102020204" pitchFamily="34" charset="0"/>
              </a:rPr>
              <a:t>maawe</a:t>
            </a:r>
            <a:r>
              <a:rPr lang="en-US" dirty="0" smtClean="0">
                <a:latin typeface="Arial Black" panose="020B0A04020102020204" pitchFamily="34" charset="0"/>
              </a:rPr>
              <a:t> Maria </a:t>
            </a:r>
            <a:r>
              <a:rPr lang="en-US" dirty="0" err="1" smtClean="0">
                <a:latin typeface="Arial Black" panose="020B0A04020102020204" pitchFamily="34" charset="0"/>
              </a:rPr>
              <a:t>n’ambwenu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twingana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Akaija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owaawe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yaija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n’owangye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81210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41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Arial Black</vt:lpstr>
      <vt:lpstr>Calibri</vt:lpstr>
      <vt:lpstr>Calibri Light</vt:lpstr>
      <vt:lpstr>Office Theme</vt:lpstr>
      <vt:lpstr>YEZU YANZINDUKIRA CHRS: Yezu yanzindukira omu mutima mwije mumunsimire mumundamize  </vt:lpstr>
      <vt:lpstr>1. Omubiri gwangye guhindukire Enju ya Ruhanga buzimazima</vt:lpstr>
      <vt:lpstr>2. Orurimi rwangye rutukuzibwe  eshagama nungi yomurokozi  </vt:lpstr>
      <vt:lpstr>3. Imwe ba Malaika timukinkira mureeba Ruhanga nyowe niimurya</vt:lpstr>
      <vt:lpstr>4.Abahikiriire mukuniregye omugyenyi Yezu o’womwiguru </vt:lpstr>
      <vt:lpstr>5.Ai Mukama wangye waija kundeeba ekitiinwa  kyangye  tikikinganwa.</vt:lpstr>
      <vt:lpstr>6.Ai maawe Maria n’ambwenu twingana  Akaija owaawe yaija n’owangye.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YEZU YANZINDUKIRA yezu yanzindukira omu mutima mwije mumunsimire mumundamize omubiri gwangye guhindukire enju ya Ruhanga</dc:title>
  <dc:creator>Admin</dc:creator>
  <cp:lastModifiedBy>Admin</cp:lastModifiedBy>
  <cp:revision>5</cp:revision>
  <dcterms:created xsi:type="dcterms:W3CDTF">2022-06-02T20:55:54Z</dcterms:created>
  <dcterms:modified xsi:type="dcterms:W3CDTF">2023-03-03T07:43:19Z</dcterms:modified>
</cp:coreProperties>
</file>