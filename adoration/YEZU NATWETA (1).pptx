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0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31-Aug-22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circl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4400" dirty="0" err="1" smtClean="0"/>
              <a:t>Obu</a:t>
            </a:r>
            <a:r>
              <a:rPr lang="en-US" sz="4400" dirty="0" smtClean="0"/>
              <a:t> </a:t>
            </a:r>
            <a:r>
              <a:rPr lang="en-US" sz="4400" dirty="0" err="1" smtClean="0"/>
              <a:t>nibwo</a:t>
            </a:r>
            <a:r>
              <a:rPr lang="en-US" sz="4400" dirty="0" smtClean="0"/>
              <a:t> </a:t>
            </a:r>
            <a:r>
              <a:rPr lang="en-US" sz="4400" dirty="0" err="1" smtClean="0"/>
              <a:t>bwire</a:t>
            </a:r>
            <a:r>
              <a:rPr lang="en-US" sz="4400" dirty="0" smtClean="0"/>
              <a:t> </a:t>
            </a:r>
            <a:r>
              <a:rPr lang="en-US" sz="4400" dirty="0" err="1" smtClean="0"/>
              <a:t>obwokweshwijuma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Obu</a:t>
            </a:r>
            <a:r>
              <a:rPr lang="en-US" sz="4400" dirty="0" smtClean="0"/>
              <a:t> </a:t>
            </a:r>
            <a:r>
              <a:rPr lang="en-US" sz="4400" dirty="0" err="1" smtClean="0"/>
              <a:t>nibwo</a:t>
            </a:r>
            <a:r>
              <a:rPr lang="en-US" sz="4400" dirty="0" smtClean="0"/>
              <a:t> </a:t>
            </a:r>
            <a:r>
              <a:rPr lang="en-US" sz="4400" dirty="0" err="1" smtClean="0"/>
              <a:t>bwire</a:t>
            </a:r>
            <a:r>
              <a:rPr lang="en-US" sz="4400" dirty="0" smtClean="0"/>
              <a:t> </a:t>
            </a:r>
            <a:r>
              <a:rPr lang="en-US" sz="4400" dirty="0" err="1" smtClean="0"/>
              <a:t>obwokwetisa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Tugarukire</a:t>
            </a:r>
            <a:r>
              <a:rPr lang="en-US" sz="4400" dirty="0" smtClean="0"/>
              <a:t> </a:t>
            </a:r>
            <a:r>
              <a:rPr lang="en-US" sz="4400" dirty="0" err="1" smtClean="0"/>
              <a:t>Mukama</a:t>
            </a:r>
            <a:r>
              <a:rPr lang="en-US" sz="4400" dirty="0" smtClean="0"/>
              <a:t> </a:t>
            </a:r>
            <a:r>
              <a:rPr lang="en-US" sz="4400" dirty="0" err="1" smtClean="0"/>
              <a:t>nanokwekyehesa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Nomuzeire</a:t>
            </a:r>
            <a:r>
              <a:rPr lang="en-US" sz="4400" dirty="0" smtClean="0"/>
              <a:t> </a:t>
            </a:r>
            <a:r>
              <a:rPr lang="en-US" sz="4400" dirty="0" err="1" smtClean="0"/>
              <a:t>natwakira</a:t>
            </a:r>
            <a:r>
              <a:rPr lang="en-US" sz="4400" dirty="0" smtClean="0"/>
              <a:t> </a:t>
            </a:r>
            <a:r>
              <a:rPr lang="en-US" sz="4400" dirty="0" err="1" smtClean="0">
                <a:hlinkClick r:id="rId2" action="ppaction://hlinksldjump"/>
              </a:rPr>
              <a:t>twena</a:t>
            </a:r>
            <a:endParaRPr lang="en-US" sz="4400" dirty="0" smtClean="0"/>
          </a:p>
          <a:p>
            <a:endParaRPr lang="en-US" sz="44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err="1" smtClean="0"/>
              <a:t>Yezu</a:t>
            </a:r>
            <a:r>
              <a:rPr lang="en-US" sz="4000" dirty="0" smtClean="0"/>
              <a:t> </a:t>
            </a:r>
            <a:r>
              <a:rPr lang="en-US" sz="4000" dirty="0" err="1" smtClean="0"/>
              <a:t>natweta</a:t>
            </a:r>
            <a:r>
              <a:rPr lang="en-US" sz="4000" dirty="0" smtClean="0"/>
              <a:t>                   </a:t>
            </a:r>
            <a:r>
              <a:rPr lang="en-US" sz="4000" dirty="0" err="1" smtClean="0"/>
              <a:t>ngutugitahe</a:t>
            </a:r>
            <a:r>
              <a:rPr lang="en-US" sz="4000" dirty="0" smtClean="0"/>
              <a:t> owe</a:t>
            </a:r>
          </a:p>
          <a:p>
            <a:pPr>
              <a:buNone/>
            </a:pPr>
            <a:r>
              <a:rPr lang="en-US" sz="4000" dirty="0" err="1" smtClean="0"/>
              <a:t>Mukama</a:t>
            </a:r>
            <a:r>
              <a:rPr lang="en-US" sz="4000" dirty="0" smtClean="0"/>
              <a:t> </a:t>
            </a:r>
            <a:r>
              <a:rPr lang="en-US" sz="4000" dirty="0" err="1" smtClean="0"/>
              <a:t>natweta</a:t>
            </a:r>
            <a:r>
              <a:rPr lang="en-US" sz="4000" dirty="0" smtClean="0"/>
              <a:t>                                ,,</a:t>
            </a:r>
          </a:p>
          <a:p>
            <a:pPr>
              <a:buNone/>
            </a:pPr>
            <a:r>
              <a:rPr lang="en-US" sz="4000" dirty="0" err="1" smtClean="0"/>
              <a:t>Rugaba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2" action="ppaction://hlinksldjump"/>
              </a:rPr>
              <a:t>natweta</a:t>
            </a:r>
            <a:r>
              <a:rPr lang="en-US" sz="4000" dirty="0" smtClean="0"/>
              <a:t>                                   ,,</a:t>
            </a:r>
          </a:p>
          <a:p>
            <a:pPr>
              <a:buNone/>
            </a:pPr>
            <a:r>
              <a:rPr lang="en-US" sz="4000" dirty="0" err="1" smtClean="0">
                <a:hlinkClick r:id="rId3" action="ppaction://hlinksldjump"/>
              </a:rPr>
              <a:t>Mukiza</a:t>
            </a:r>
            <a:r>
              <a:rPr lang="en-US" sz="4000" dirty="0" smtClean="0"/>
              <a:t> </a:t>
            </a:r>
            <a:r>
              <a:rPr lang="en-US" sz="4000" dirty="0" err="1" smtClean="0">
                <a:hlinkClick r:id="rId4" action="ppaction://hlinksldjump"/>
              </a:rPr>
              <a:t>natweta</a:t>
            </a:r>
            <a:r>
              <a:rPr lang="en-US" sz="4000" dirty="0" smtClean="0"/>
              <a:t>                                    ,,</a:t>
            </a:r>
            <a:endParaRPr lang="en-US" sz="40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400" dirty="0" err="1" smtClean="0"/>
              <a:t>Natumanya</a:t>
            </a:r>
            <a:r>
              <a:rPr lang="en-US" sz="4400" dirty="0" smtClean="0"/>
              <a:t> </a:t>
            </a:r>
            <a:r>
              <a:rPr lang="en-US" sz="4400" dirty="0" err="1" smtClean="0"/>
              <a:t>twena</a:t>
            </a:r>
            <a:r>
              <a:rPr lang="en-US" sz="4400" dirty="0" smtClean="0"/>
              <a:t> </a:t>
            </a:r>
            <a:r>
              <a:rPr lang="en-US" sz="4400" dirty="0" err="1" smtClean="0"/>
              <a:t>Mukama</a:t>
            </a:r>
            <a:r>
              <a:rPr lang="en-US" sz="4400" dirty="0" smtClean="0"/>
              <a:t> </a:t>
            </a:r>
            <a:r>
              <a:rPr lang="en-US" sz="4400" dirty="0" err="1" smtClean="0"/>
              <a:t>mugabe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Natushaba</a:t>
            </a:r>
            <a:r>
              <a:rPr lang="en-US" sz="4400" dirty="0" smtClean="0"/>
              <a:t> </a:t>
            </a:r>
            <a:r>
              <a:rPr lang="en-US" sz="4400" dirty="0" err="1" smtClean="0"/>
              <a:t>kandi</a:t>
            </a:r>
            <a:r>
              <a:rPr lang="en-US" sz="4400" dirty="0" smtClean="0"/>
              <a:t> </a:t>
            </a:r>
            <a:r>
              <a:rPr lang="en-US" sz="4400" dirty="0" err="1" smtClean="0"/>
              <a:t>twije</a:t>
            </a:r>
            <a:r>
              <a:rPr lang="en-US" sz="4400" dirty="0" smtClean="0"/>
              <a:t> </a:t>
            </a:r>
            <a:r>
              <a:rPr lang="en-US" sz="4400" dirty="0" err="1" smtClean="0"/>
              <a:t>twena</a:t>
            </a:r>
            <a:r>
              <a:rPr lang="en-US" sz="4400" dirty="0" smtClean="0"/>
              <a:t> </a:t>
            </a:r>
            <a:r>
              <a:rPr lang="en-US" sz="4400" dirty="0" err="1" smtClean="0"/>
              <a:t>njuni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Omumagara</a:t>
            </a:r>
            <a:r>
              <a:rPr lang="en-US" sz="4400" dirty="0" smtClean="0"/>
              <a:t> </a:t>
            </a:r>
            <a:r>
              <a:rPr lang="en-US" sz="4400" dirty="0" err="1" smtClean="0"/>
              <a:t>ntambi</a:t>
            </a:r>
            <a:r>
              <a:rPr lang="en-US" sz="4400" dirty="0" smtClean="0"/>
              <a:t> </a:t>
            </a:r>
            <a:r>
              <a:rPr lang="en-US" sz="4400" dirty="0" err="1" smtClean="0"/>
              <a:t>rero</a:t>
            </a:r>
            <a:r>
              <a:rPr lang="en-US" sz="4400" dirty="0" smtClean="0"/>
              <a:t> </a:t>
            </a:r>
            <a:r>
              <a:rPr lang="en-US" sz="4400" dirty="0" err="1" smtClean="0"/>
              <a:t>atwijuze</a:t>
            </a:r>
            <a:r>
              <a:rPr lang="en-US" sz="4400" dirty="0" smtClean="0"/>
              <a:t> </a:t>
            </a:r>
            <a:r>
              <a:rPr lang="en-US" sz="4400" dirty="0" err="1" smtClean="0"/>
              <a:t>gye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Nomuzeire</a:t>
            </a:r>
            <a:r>
              <a:rPr lang="en-US" sz="4400" dirty="0" smtClean="0"/>
              <a:t> </a:t>
            </a:r>
            <a:r>
              <a:rPr lang="en-US" sz="4400" dirty="0" err="1" smtClean="0"/>
              <a:t>natwakira</a:t>
            </a:r>
            <a:r>
              <a:rPr lang="en-US" sz="4400" dirty="0" smtClean="0"/>
              <a:t> </a:t>
            </a:r>
            <a:r>
              <a:rPr lang="en-US" sz="4400" dirty="0" err="1" smtClean="0">
                <a:hlinkClick r:id="rId2" action="ppaction://hlinksldjump"/>
              </a:rPr>
              <a:t>twena</a:t>
            </a:r>
            <a:endParaRPr lang="en-US" sz="44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800" dirty="0" err="1" smtClean="0"/>
              <a:t>Ebirungi</a:t>
            </a:r>
            <a:r>
              <a:rPr lang="en-US" sz="4800" dirty="0" smtClean="0"/>
              <a:t> </a:t>
            </a:r>
            <a:r>
              <a:rPr lang="en-US" sz="4800" dirty="0" err="1" smtClean="0"/>
              <a:t>Yezu</a:t>
            </a:r>
            <a:r>
              <a:rPr lang="en-US" sz="4800" dirty="0" smtClean="0"/>
              <a:t> </a:t>
            </a:r>
            <a:r>
              <a:rPr lang="en-US" sz="4800" dirty="0" err="1" smtClean="0"/>
              <a:t>naija</a:t>
            </a:r>
            <a:r>
              <a:rPr lang="en-US" sz="4800" dirty="0" smtClean="0"/>
              <a:t> </a:t>
            </a:r>
            <a:r>
              <a:rPr lang="en-US" sz="4800" dirty="0" err="1" smtClean="0"/>
              <a:t>kwegabira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Entaama</a:t>
            </a:r>
            <a:r>
              <a:rPr lang="en-US" sz="4800" dirty="0" smtClean="0"/>
              <a:t> </a:t>
            </a:r>
            <a:r>
              <a:rPr lang="en-US" sz="4800" dirty="0" err="1" smtClean="0"/>
              <a:t>ze</a:t>
            </a:r>
            <a:r>
              <a:rPr lang="en-US" sz="4800" dirty="0" smtClean="0"/>
              <a:t> </a:t>
            </a:r>
            <a:r>
              <a:rPr lang="en-US" sz="4800" dirty="0" err="1" smtClean="0"/>
              <a:t>zoona</a:t>
            </a:r>
            <a:r>
              <a:rPr lang="en-US" sz="4800" dirty="0" smtClean="0"/>
              <a:t> </a:t>
            </a:r>
            <a:r>
              <a:rPr lang="en-US" sz="4800" dirty="0" err="1" smtClean="0"/>
              <a:t>naija</a:t>
            </a:r>
            <a:r>
              <a:rPr lang="en-US" sz="4800" dirty="0" smtClean="0"/>
              <a:t> </a:t>
            </a:r>
            <a:r>
              <a:rPr lang="en-US" sz="4800" dirty="0" err="1" smtClean="0"/>
              <a:t>kwihabura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Ezihabisa</a:t>
            </a:r>
            <a:r>
              <a:rPr lang="en-US" sz="4800" dirty="0" smtClean="0"/>
              <a:t> </a:t>
            </a:r>
            <a:r>
              <a:rPr lang="en-US" sz="4800" dirty="0" err="1" smtClean="0"/>
              <a:t>ezindi</a:t>
            </a:r>
            <a:r>
              <a:rPr lang="en-US" sz="4800" dirty="0" smtClean="0"/>
              <a:t> </a:t>
            </a:r>
            <a:r>
              <a:rPr lang="en-US" sz="4800" dirty="0" err="1" smtClean="0"/>
              <a:t>rero</a:t>
            </a:r>
            <a:r>
              <a:rPr lang="en-US" sz="4800" dirty="0" smtClean="0"/>
              <a:t> </a:t>
            </a:r>
            <a:r>
              <a:rPr lang="en-US" sz="4800" dirty="0" err="1" smtClean="0"/>
              <a:t>kwisasira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Nomuzeire</a:t>
            </a:r>
            <a:r>
              <a:rPr lang="en-US" sz="4800" dirty="0" smtClean="0"/>
              <a:t> </a:t>
            </a:r>
            <a:r>
              <a:rPr lang="en-US" sz="4800" dirty="0" err="1" smtClean="0"/>
              <a:t>natwkira</a:t>
            </a:r>
            <a:r>
              <a:rPr lang="en-US" sz="4800" dirty="0" smtClean="0"/>
              <a:t> </a:t>
            </a:r>
            <a:r>
              <a:rPr lang="en-US" sz="4800" dirty="0" err="1" smtClean="0">
                <a:hlinkClick r:id="rId2" action="ppaction://hlinksldjump"/>
              </a:rPr>
              <a:t>twena</a:t>
            </a:r>
            <a:endParaRPr lang="en-US" sz="48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dirty="0" err="1" smtClean="0"/>
              <a:t>Ohabisa</a:t>
            </a:r>
            <a:r>
              <a:rPr lang="en-US" sz="4400" dirty="0" smtClean="0"/>
              <a:t> </a:t>
            </a:r>
            <a:r>
              <a:rPr lang="en-US" sz="4400" dirty="0" err="1" smtClean="0"/>
              <a:t>abensi</a:t>
            </a:r>
            <a:r>
              <a:rPr lang="en-US" sz="4400" dirty="0" smtClean="0"/>
              <a:t> </a:t>
            </a:r>
            <a:r>
              <a:rPr lang="en-US" sz="4400" dirty="0" err="1" smtClean="0"/>
              <a:t>manya</a:t>
            </a:r>
            <a:r>
              <a:rPr lang="en-US" sz="4400" dirty="0" smtClean="0"/>
              <a:t> </a:t>
            </a:r>
            <a:r>
              <a:rPr lang="en-US" sz="4400" dirty="0" err="1" smtClean="0"/>
              <a:t>yagwerwa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Emitego</a:t>
            </a:r>
            <a:r>
              <a:rPr lang="en-US" sz="4400" dirty="0" smtClean="0"/>
              <a:t> ye </a:t>
            </a:r>
            <a:r>
              <a:rPr lang="en-US" sz="4400" dirty="0" err="1" smtClean="0"/>
              <a:t>yoona</a:t>
            </a:r>
            <a:r>
              <a:rPr lang="en-US" sz="4400" dirty="0" smtClean="0"/>
              <a:t> </a:t>
            </a:r>
            <a:r>
              <a:rPr lang="en-US" sz="4400" dirty="0" err="1" smtClean="0"/>
              <a:t>weza</a:t>
            </a:r>
            <a:r>
              <a:rPr lang="en-US" sz="4400" dirty="0" smtClean="0"/>
              <a:t> </a:t>
            </a:r>
            <a:r>
              <a:rPr lang="en-US" sz="4400" dirty="0" err="1" smtClean="0"/>
              <a:t>yarererwa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Abahabire</a:t>
            </a:r>
            <a:r>
              <a:rPr lang="en-US" sz="4400" dirty="0" smtClean="0"/>
              <a:t> </a:t>
            </a:r>
            <a:r>
              <a:rPr lang="en-US" sz="4400" dirty="0" err="1" smtClean="0"/>
              <a:t>obwira</a:t>
            </a:r>
            <a:r>
              <a:rPr lang="en-US" sz="4400" dirty="0" smtClean="0"/>
              <a:t> </a:t>
            </a:r>
            <a:r>
              <a:rPr lang="en-US" sz="4400" dirty="0" err="1" smtClean="0"/>
              <a:t>hati</a:t>
            </a:r>
            <a:r>
              <a:rPr lang="en-US" sz="4400" dirty="0" smtClean="0"/>
              <a:t> </a:t>
            </a:r>
            <a:r>
              <a:rPr lang="en-US" sz="4400" dirty="0" err="1" smtClean="0"/>
              <a:t>twhaburwa</a:t>
            </a:r>
            <a:endParaRPr lang="en-US" sz="4400" dirty="0" smtClean="0"/>
          </a:p>
          <a:p>
            <a:pPr>
              <a:buNone/>
            </a:pPr>
            <a:r>
              <a:rPr lang="en-US" sz="4400" dirty="0" err="1" smtClean="0"/>
              <a:t>Nomuzeire</a:t>
            </a:r>
            <a:r>
              <a:rPr lang="en-US" sz="4400" dirty="0" smtClean="0"/>
              <a:t> </a:t>
            </a:r>
            <a:r>
              <a:rPr lang="en-US" sz="4400" dirty="0" err="1" smtClean="0"/>
              <a:t>natwakira</a:t>
            </a:r>
            <a:r>
              <a:rPr lang="en-US" sz="4400" dirty="0" smtClean="0"/>
              <a:t> </a:t>
            </a:r>
            <a:r>
              <a:rPr lang="en-US" sz="4400" dirty="0" err="1" smtClean="0">
                <a:hlinkClick r:id="rId2" action="ppaction://hlinksldjump"/>
              </a:rPr>
              <a:t>twena</a:t>
            </a:r>
            <a:endParaRPr lang="en-US" sz="44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10</TotalTime>
  <Words>81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Technic</vt:lpstr>
      <vt:lpstr>1</vt:lpstr>
      <vt:lpstr>CHRS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</dc:title>
  <dc:creator>OWAMAANI Claret</dc:creator>
  <cp:lastModifiedBy>user</cp:lastModifiedBy>
  <cp:revision>9</cp:revision>
  <dcterms:created xsi:type="dcterms:W3CDTF">2006-08-16T00:00:00Z</dcterms:created>
  <dcterms:modified xsi:type="dcterms:W3CDTF">2022-08-31T04:58:14Z</dcterms:modified>
</cp:coreProperties>
</file>