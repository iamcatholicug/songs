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ADFC7-1756-4770-85F8-0519E0CF1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8BC1E-F588-4902-96BD-CCAB33A6D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18DEE-6ECE-4322-A963-27934570F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65BE-11BF-4E7D-9D45-0EB5DDE3AD54}" type="datetimeFigureOut">
              <a:rPr lang="en-UG" smtClean="0"/>
              <a:t>15/03/2024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DCCF4-AA9C-4588-A7B0-107D8B3F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79591-EE0B-4623-B811-99A21358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3730-6460-4FD5-8D74-F856AF83B873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282572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69BF-7051-4CC1-A340-BBC586B66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41F26-F540-4E85-BB3D-DC3C2EBED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7ADCF-3FEC-49B1-AF8C-2D2904EC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65BE-11BF-4E7D-9D45-0EB5DDE3AD54}" type="datetimeFigureOut">
              <a:rPr lang="en-UG" smtClean="0"/>
              <a:t>15/03/2024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7835D-F1DD-4CF3-B1ED-ABA1B47EF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FABD2-1BFC-45B8-8910-3AA009B94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3730-6460-4FD5-8D74-F856AF83B873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84662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3807-F7C9-4CDA-B693-1875A0E29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B37A5-7CB3-4948-A3A3-D599382CD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C027F-6D94-4931-9178-DE8D97F49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65BE-11BF-4E7D-9D45-0EB5DDE3AD54}" type="datetimeFigureOut">
              <a:rPr lang="en-UG" smtClean="0"/>
              <a:t>15/03/2024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D7D47-2625-4B1B-B847-B8AFD05BA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E0CF6-856A-4F33-B5CF-1BCA49396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3730-6460-4FD5-8D74-F856AF83B873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507989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6B6C5-DC13-4213-819F-849AAAC6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2F4C6-9F02-4D3A-BC00-5CE9AAF549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872AD2-494C-4955-869C-571472923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C4D4B-69B1-4EE2-87EB-120C55CD9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65BE-11BF-4E7D-9D45-0EB5DDE3AD54}" type="datetimeFigureOut">
              <a:rPr lang="en-UG" smtClean="0"/>
              <a:t>15/03/2024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197C7-3865-414D-9B70-93144B82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EE57F-D125-4A0B-88FE-18E6C47EF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3730-6460-4FD5-8D74-F856AF83B873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596553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123BD-887A-4BC0-BDB2-FE50BE45E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58994-FC07-48A6-8319-B839D1E76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18BC2-C2E3-457B-B60B-9B7A267A7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8FBDE5-085A-42DC-979D-1DD6BD883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00F95F-0DD4-423D-80B0-D88E02430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944ABC-3BBD-47FB-B27E-A522FB62F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65BE-11BF-4E7D-9D45-0EB5DDE3AD54}" type="datetimeFigureOut">
              <a:rPr lang="en-UG" smtClean="0"/>
              <a:t>15/03/2024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65370C-2B86-41A3-B726-77EE31028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E0C3A-F840-4F4E-99DB-BB4F0CD4F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3730-6460-4FD5-8D74-F856AF83B873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826652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9D706-783B-4F19-AF8E-13CE01CA0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EC2EAA-8F00-4847-87D1-3A0BA7F07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65BE-11BF-4E7D-9D45-0EB5DDE3AD54}" type="datetimeFigureOut">
              <a:rPr lang="en-UG" smtClean="0"/>
              <a:t>15/03/2024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C4E4F3-0898-4049-897C-FA97A8F03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72923-2D45-4F39-9F1D-3F7CAF32C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3730-6460-4FD5-8D74-F856AF83B873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65268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3D85A4-FCE2-49AB-A2B7-125CA70E3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65BE-11BF-4E7D-9D45-0EB5DDE3AD54}" type="datetimeFigureOut">
              <a:rPr lang="en-UG" smtClean="0"/>
              <a:t>15/03/2024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ECF7BE-38CF-44AA-9183-54836843B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46DFE-089D-44F6-B670-FEECC77A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3730-6460-4FD5-8D74-F856AF83B873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86988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E2068-961E-49F6-9266-37D0DDA13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27B2F-9B42-487F-8B54-9A318D035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96375-E631-42E1-AB96-AE79AEA2F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19D98-A9CF-4F65-BE1F-40E830A04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65BE-11BF-4E7D-9D45-0EB5DDE3AD54}" type="datetimeFigureOut">
              <a:rPr lang="en-UG" smtClean="0"/>
              <a:t>15/03/2024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BB07A-923E-4CFE-A349-C30FEA7B6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D9382-D1D9-432F-A906-E0EF7BAFD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3730-6460-4FD5-8D74-F856AF83B873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608683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906EE-384C-4B19-B4C0-ECADD51B8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E50177-BD61-4C6E-84C7-F7009403C8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6E06B-090B-4052-967B-BAB48D394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2CE2F-78AF-4624-9BCE-1E566A630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65BE-11BF-4E7D-9D45-0EB5DDE3AD54}" type="datetimeFigureOut">
              <a:rPr lang="en-UG" smtClean="0"/>
              <a:t>15/03/2024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00228-6AFF-4FA4-A7D7-EE86BA0A1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10BE0-8DE1-45B9-83EF-3E6B357F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3730-6460-4FD5-8D74-F856AF83B873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22626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08067-2397-453C-B41A-4E40D604D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730DC2-62DD-4C95-859E-11DE8E487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04B89-83CF-4ECE-AAE5-3E3E7EDA4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65BE-11BF-4E7D-9D45-0EB5DDE3AD54}" type="datetimeFigureOut">
              <a:rPr lang="en-UG" smtClean="0"/>
              <a:t>15/03/2024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2AEC6-3551-4ECC-813F-45D771CA1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259F8-EC1B-4348-9ACA-3E469A32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3730-6460-4FD5-8D74-F856AF83B873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199895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FEA156-3489-4372-81D8-C2DAAE8D42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3E42A-2C12-4620-9BA2-0F717F01C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0EACF-64EF-49AB-9696-43E71313E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65BE-11BF-4E7D-9D45-0EB5DDE3AD54}" type="datetimeFigureOut">
              <a:rPr lang="en-UG" smtClean="0"/>
              <a:t>15/03/2024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41EF2-0FC9-40FE-B5F3-BFA0D8E5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6A290-8281-4C70-93EB-4FBBBE6C2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3730-6460-4FD5-8D74-F856AF83B873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728616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C2F67-0E90-4916-AD07-28FADB89C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95320-0908-419F-ABDB-D042FE487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43BE-1010-4FCB-8E04-0EFE460E3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165BE-11BF-4E7D-9D45-0EB5DDE3AD54}" type="datetimeFigureOut">
              <a:rPr lang="en-UG" smtClean="0"/>
              <a:t>15/03/2024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9ACF0-A675-4678-8281-7A65D32BC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7362A-FDDD-4829-AAB8-8897EEE6E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03730-6460-4FD5-8D74-F856AF83B873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88140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6C361-748B-41E4-9454-3DF1E9B46E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Castellar" panose="020A0402060406010301" pitchFamily="18" charset="0"/>
              </a:rPr>
              <a:t>TUKUSIIME YEZU</a:t>
            </a:r>
            <a:endParaRPr lang="en-UG" b="1" dirty="0">
              <a:latin typeface="Castellar" panose="020A0402060406010301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E0D523-B08B-4398-B4D7-79E7C93F1E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</a:t>
            </a:r>
          </a:p>
          <a:p>
            <a:r>
              <a:rPr lang="en-US" sz="4000" dirty="0"/>
              <a:t>Abantu boona Yezu wabacunguura</a:t>
            </a:r>
          </a:p>
          <a:p>
            <a:r>
              <a:rPr lang="en-US" sz="4000" dirty="0"/>
              <a:t>Amahe gokuziimu wagahemura</a:t>
            </a:r>
            <a:endParaRPr lang="en-UG" sz="4000" dirty="0"/>
          </a:p>
        </p:txBody>
      </p:sp>
    </p:spTree>
    <p:extLst>
      <p:ext uri="{BB962C8B-B14F-4D97-AF65-F5344CB8AC3E}">
        <p14:creationId xmlns:p14="http://schemas.microsoft.com/office/powerpoint/2010/main" val="54262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B209-854F-4E89-B473-7F441E1EC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chrs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8948A-536F-4CF1-B30D-90B06116E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6000" dirty="0"/>
              <a:t>Tukusiime, Yezu omujumura ngoma </a:t>
            </a:r>
          </a:p>
          <a:p>
            <a:r>
              <a:rPr lang="en-US" sz="6000" dirty="0"/>
              <a:t>okusinga rufu narureeta kugoma</a:t>
            </a:r>
          </a:p>
          <a:p>
            <a:r>
              <a:rPr lang="en-US" sz="6000" dirty="0"/>
              <a:t> omubafu warugamu n’orufu waarutwihamu</a:t>
            </a:r>
            <a:r>
              <a:rPr lang="en-US" dirty="0"/>
              <a:t>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597652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8EA9-4D0E-45F6-92FD-3821E6FC5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3D521-3261-4782-9989-F3532C5E1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Warwana n’omubisha, wamusingura:</a:t>
            </a:r>
          </a:p>
          <a:p>
            <a:r>
              <a:rPr lang="en-US" sz="6600" dirty="0"/>
              <a:t> engoma yobukama wagigarura</a:t>
            </a:r>
            <a:endParaRPr lang="en-UG" sz="6600" dirty="0"/>
          </a:p>
        </p:txBody>
      </p:sp>
    </p:spTree>
    <p:extLst>
      <p:ext uri="{BB962C8B-B14F-4D97-AF65-F5344CB8AC3E}">
        <p14:creationId xmlns:p14="http://schemas.microsoft.com/office/powerpoint/2010/main" val="1628021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9757-4BD1-4C4C-A629-7FE33FBE2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E5824-7ED2-409A-8B56-B084DE3DC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Omwitsi waitu rufu mbwenu yainara </a:t>
            </a:r>
          </a:p>
          <a:p>
            <a:r>
              <a:rPr lang="en-US" sz="6000" dirty="0"/>
              <a:t>Enyambi nobuta bwe byamuragara</a:t>
            </a:r>
            <a:endParaRPr lang="en-UG" sz="6000" dirty="0"/>
          </a:p>
        </p:txBody>
      </p:sp>
    </p:spTree>
    <p:extLst>
      <p:ext uri="{BB962C8B-B14F-4D97-AF65-F5344CB8AC3E}">
        <p14:creationId xmlns:p14="http://schemas.microsoft.com/office/powerpoint/2010/main" val="1260253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4DD9C-86B5-439D-944A-069D075B2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63650-73C0-43A8-9A39-6F4812C89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Entaama zoona Yezu wazitambira</a:t>
            </a:r>
          </a:p>
          <a:p>
            <a:r>
              <a:rPr lang="en-US" sz="6600" dirty="0"/>
              <a:t>Wakunda kworobya sho yazisaasira</a:t>
            </a:r>
            <a:endParaRPr lang="en-UG" sz="6600" dirty="0"/>
          </a:p>
        </p:txBody>
      </p:sp>
    </p:spTree>
    <p:extLst>
      <p:ext uri="{BB962C8B-B14F-4D97-AF65-F5344CB8AC3E}">
        <p14:creationId xmlns:p14="http://schemas.microsoft.com/office/powerpoint/2010/main" val="4171028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55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Castellar</vt:lpstr>
      <vt:lpstr>Office Theme</vt:lpstr>
      <vt:lpstr>TUKUSIIME YEZU</vt:lpstr>
      <vt:lpstr>chrs</vt:lpstr>
      <vt:lpstr>2</vt:lpstr>
      <vt:lpstr>3</vt:lpstr>
      <vt:lpstr>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TUKUSIIME YEZU</dc:title>
  <dc:creator>HP</dc:creator>
  <cp:lastModifiedBy>HP</cp:lastModifiedBy>
  <cp:revision>3</cp:revision>
  <dcterms:created xsi:type="dcterms:W3CDTF">2024-03-15T13:15:33Z</dcterms:created>
  <dcterms:modified xsi:type="dcterms:W3CDTF">2024-03-15T13:39:54Z</dcterms:modified>
</cp:coreProperties>
</file>