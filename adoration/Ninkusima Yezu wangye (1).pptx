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397E0-2340-4F6B-81B8-DDBDC6798A42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9128-DA9A-493C-B5FE-F2A269E12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887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397E0-2340-4F6B-81B8-DDBDC6798A42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9128-DA9A-493C-B5FE-F2A269E12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077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397E0-2340-4F6B-81B8-DDBDC6798A42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9128-DA9A-493C-B5FE-F2A269E12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34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397E0-2340-4F6B-81B8-DDBDC6798A42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9128-DA9A-493C-B5FE-F2A269E12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82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397E0-2340-4F6B-81B8-DDBDC6798A42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9128-DA9A-493C-B5FE-F2A269E12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40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397E0-2340-4F6B-81B8-DDBDC6798A42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9128-DA9A-493C-B5FE-F2A269E12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622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397E0-2340-4F6B-81B8-DDBDC6798A42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9128-DA9A-493C-B5FE-F2A269E12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112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397E0-2340-4F6B-81B8-DDBDC6798A42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9128-DA9A-493C-B5FE-F2A269E12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78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397E0-2340-4F6B-81B8-DDBDC6798A42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9128-DA9A-493C-B5FE-F2A269E12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794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397E0-2340-4F6B-81B8-DDBDC6798A42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9128-DA9A-493C-B5FE-F2A269E12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249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397E0-2340-4F6B-81B8-DDBDC6798A42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9128-DA9A-493C-B5FE-F2A269E12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082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397E0-2340-4F6B-81B8-DDBDC6798A42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89128-DA9A-493C-B5FE-F2A269E12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311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lvl="0" algn="ctr">
              <a:lnSpc>
                <a:spcPct val="150000"/>
              </a:lnSpc>
            </a:pPr>
            <a:r>
              <a:rPr lang="en-US" b="1" dirty="0" smtClean="0">
                <a:solidFill>
                  <a:srgbClr val="FFC000"/>
                </a:solidFill>
              </a:rPr>
              <a:t> </a:t>
            </a:r>
            <a:r>
              <a:rPr lang="en-US" b="1" dirty="0" smtClean="0">
                <a:solidFill>
                  <a:srgbClr val="FFC000"/>
                </a:solidFill>
              </a:rPr>
              <a:t/>
            </a:r>
            <a:br>
              <a:rPr lang="en-US" b="1" dirty="0" smtClean="0">
                <a:solidFill>
                  <a:srgbClr val="FFC000"/>
                </a:solidFill>
              </a:rPr>
            </a:br>
            <a:r>
              <a:rPr lang="en-US" sz="4000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NINKUSIMA YESU WANGYE</a:t>
            </a:r>
            <a:r>
              <a:rPr lang="en-US" sz="7200" b="1" dirty="0">
                <a:solidFill>
                  <a:srgbClr val="FFC000"/>
                </a:solidFill>
                <a:latin typeface="Lucida Console" panose="020B0609040504020204" pitchFamily="49" charset="0"/>
              </a:rPr>
              <a:t/>
            </a:r>
            <a:br>
              <a:rPr lang="en-US" sz="7200" b="1" dirty="0">
                <a:solidFill>
                  <a:srgbClr val="FFC000"/>
                </a:solidFill>
                <a:latin typeface="Lucida Console" panose="020B0609040504020204" pitchFamily="49" charset="0"/>
              </a:rPr>
            </a:b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US" sz="4800" b="1" dirty="0" err="1" smtClean="0">
                <a:latin typeface="Arial Black" panose="020B0A04020102020204" pitchFamily="34" charset="0"/>
              </a:rPr>
              <a:t>Ninkusiima</a:t>
            </a:r>
            <a:r>
              <a:rPr lang="en-US" sz="4800" b="1" dirty="0" smtClean="0">
                <a:latin typeface="Arial Black" panose="020B0A04020102020204" pitchFamily="34" charset="0"/>
              </a:rPr>
              <a:t> Yesu </a:t>
            </a:r>
            <a:r>
              <a:rPr lang="en-US" sz="4800" b="1" dirty="0" err="1" smtClean="0">
                <a:latin typeface="Arial Black" panose="020B0A04020102020204" pitchFamily="34" charset="0"/>
              </a:rPr>
              <a:t>wange</a:t>
            </a:r>
            <a:r>
              <a:rPr lang="en-US" sz="4800" b="1" dirty="0" smtClean="0">
                <a:latin typeface="Arial Black" panose="020B0A04020102020204" pitchFamily="34" charset="0"/>
              </a:rPr>
              <a:t/>
            </a:r>
            <a:br>
              <a:rPr lang="en-US" sz="4800" b="1" dirty="0" smtClean="0">
                <a:latin typeface="Arial Black" panose="020B0A04020102020204" pitchFamily="34" charset="0"/>
              </a:rPr>
            </a:br>
            <a:r>
              <a:rPr lang="en-US" sz="4800" b="1" dirty="0" err="1" smtClean="0">
                <a:latin typeface="Arial Black" panose="020B0A04020102020204" pitchFamily="34" charset="0"/>
              </a:rPr>
              <a:t>Ninkwebaza</a:t>
            </a:r>
            <a:r>
              <a:rPr lang="en-US" sz="4800" b="1" dirty="0" smtClean="0">
                <a:latin typeface="Arial Black" panose="020B0A04020102020204" pitchFamily="34" charset="0"/>
              </a:rPr>
              <a:t/>
            </a:r>
            <a:br>
              <a:rPr lang="en-US" sz="4800" b="1" dirty="0" smtClean="0">
                <a:latin typeface="Arial Black" panose="020B0A04020102020204" pitchFamily="34" charset="0"/>
              </a:rPr>
            </a:br>
            <a:r>
              <a:rPr lang="en-US" sz="4800" b="1" dirty="0" err="1" smtClean="0">
                <a:latin typeface="Arial Black" panose="020B0A04020102020204" pitchFamily="34" charset="0"/>
              </a:rPr>
              <a:t>Iwe</a:t>
            </a:r>
            <a:r>
              <a:rPr lang="en-US" sz="4800" b="1" dirty="0" smtClean="0">
                <a:latin typeface="Arial Black" panose="020B0A04020102020204" pitchFamily="34" charset="0"/>
              </a:rPr>
              <a:t> </a:t>
            </a:r>
            <a:r>
              <a:rPr lang="en-US" sz="4800" b="1" dirty="0" err="1" smtClean="0">
                <a:latin typeface="Arial Black" panose="020B0A04020102020204" pitchFamily="34" charset="0"/>
              </a:rPr>
              <a:t>ori</a:t>
            </a:r>
            <a:r>
              <a:rPr lang="en-US" sz="4800" b="1" dirty="0" smtClean="0">
                <a:latin typeface="Arial Black" panose="020B0A04020102020204" pitchFamily="34" charset="0"/>
              </a:rPr>
              <a:t> </a:t>
            </a:r>
            <a:r>
              <a:rPr lang="en-US" sz="4800" b="1" dirty="0" err="1" smtClean="0">
                <a:latin typeface="Arial Black" panose="020B0A04020102020204" pitchFamily="34" charset="0"/>
              </a:rPr>
              <a:t>omukundwa</a:t>
            </a:r>
            <a:r>
              <a:rPr lang="en-US" sz="4800" b="1" dirty="0" smtClean="0">
                <a:latin typeface="Arial Black" panose="020B0A04020102020204" pitchFamily="34" charset="0"/>
              </a:rPr>
              <a:t> </a:t>
            </a:r>
            <a:r>
              <a:rPr lang="en-US" sz="4800" b="1" dirty="0" err="1" smtClean="0">
                <a:latin typeface="Arial Black" panose="020B0A04020102020204" pitchFamily="34" charset="0"/>
              </a:rPr>
              <a:t>wange</a:t>
            </a:r>
            <a:r>
              <a:rPr lang="en-US" sz="4800" b="1" dirty="0" smtClean="0">
                <a:latin typeface="Arial Black" panose="020B0A04020102020204" pitchFamily="34" charset="0"/>
              </a:rPr>
              <a:t/>
            </a:r>
            <a:br>
              <a:rPr lang="en-US" sz="4800" b="1" dirty="0" smtClean="0">
                <a:latin typeface="Arial Black" panose="020B0A04020102020204" pitchFamily="34" charset="0"/>
              </a:rPr>
            </a:br>
            <a:r>
              <a:rPr lang="en-US" sz="4800" b="1" dirty="0" err="1" smtClean="0">
                <a:latin typeface="Arial Black" panose="020B0A04020102020204" pitchFamily="34" charset="0"/>
              </a:rPr>
              <a:t>Ninkusima</a:t>
            </a:r>
            <a:endParaRPr lang="en-US" sz="4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0260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lvl="0" algn="ctr"/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1.</a:t>
            </a:r>
            <a:r>
              <a:rPr lang="en-US" b="1" dirty="0" smtClean="0">
                <a:latin typeface="Arial Black" panose="020B0A04020102020204" pitchFamily="34" charset="0"/>
              </a:rPr>
              <a:t>Ahabwa </a:t>
            </a:r>
            <a:r>
              <a:rPr lang="en-US" b="1" dirty="0" err="1" smtClean="0">
                <a:latin typeface="Arial Black" panose="020B0A04020102020204" pitchFamily="34" charset="0"/>
              </a:rPr>
              <a:t>mutima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waawe</a:t>
            </a:r>
            <a:r>
              <a:rPr lang="en-US" b="1" dirty="0" smtClean="0">
                <a:latin typeface="Arial Black" panose="020B0A04020102020204" pitchFamily="34" charset="0"/>
              </a:rPr>
              <a:t/>
            </a:r>
            <a:br>
              <a:rPr lang="en-US" b="1" dirty="0" smtClean="0">
                <a:latin typeface="Arial Black" panose="020B0A04020102020204" pitchFamily="34" charset="0"/>
              </a:rPr>
            </a:br>
            <a:r>
              <a:rPr lang="en-US" b="1" dirty="0" err="1" smtClean="0">
                <a:latin typeface="Arial Black" panose="020B0A04020102020204" pitchFamily="34" charset="0"/>
              </a:rPr>
              <a:t>Ahabw’amaani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gaawe</a:t>
            </a:r>
            <a:r>
              <a:rPr lang="en-US" b="1" dirty="0" smtClean="0">
                <a:latin typeface="Arial Black" panose="020B0A04020102020204" pitchFamily="34" charset="0"/>
              </a:rPr>
              <a:t/>
            </a:r>
            <a:br>
              <a:rPr lang="en-US" b="1" dirty="0" smtClean="0">
                <a:latin typeface="Arial Black" panose="020B0A04020102020204" pitchFamily="34" charset="0"/>
              </a:rPr>
            </a:br>
            <a:r>
              <a:rPr lang="en-US" b="1" dirty="0">
                <a:latin typeface="Arial Black" panose="020B0A04020102020204" pitchFamily="34" charset="0"/>
              </a:rPr>
              <a:t/>
            </a:r>
            <a:br>
              <a:rPr lang="en-US" b="1" dirty="0">
                <a:latin typeface="Arial Black" panose="020B0A04020102020204" pitchFamily="34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2.</a:t>
            </a:r>
            <a:r>
              <a:rPr lang="en-US" b="1" dirty="0" smtClean="0">
                <a:latin typeface="Arial Black" panose="020B0A04020102020204" pitchFamily="34" charset="0"/>
              </a:rPr>
              <a:t>Ahabwa </a:t>
            </a:r>
            <a:r>
              <a:rPr lang="en-US" b="1" dirty="0" err="1" smtClean="0">
                <a:latin typeface="Arial Black" panose="020B0A04020102020204" pitchFamily="34" charset="0"/>
              </a:rPr>
              <a:t>rukundo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yaawe</a:t>
            </a:r>
            <a:r>
              <a:rPr lang="en-US" b="1" dirty="0">
                <a:latin typeface="Arial Black" panose="020B0A04020102020204" pitchFamily="34" charset="0"/>
              </a:rPr>
              <a:t/>
            </a:r>
            <a:br>
              <a:rPr lang="en-US" b="1" dirty="0">
                <a:latin typeface="Arial Black" panose="020B0A04020102020204" pitchFamily="34" charset="0"/>
              </a:rPr>
            </a:br>
            <a:r>
              <a:rPr lang="en-US" b="1" dirty="0" err="1" smtClean="0">
                <a:latin typeface="Arial Black" panose="020B0A04020102020204" pitchFamily="34" charset="0"/>
              </a:rPr>
              <a:t>N’embabazi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zaawe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8232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lvl="0" algn="ctr">
              <a:lnSpc>
                <a:spcPct val="150000"/>
              </a:lnSpc>
            </a:pP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3.</a:t>
            </a:r>
            <a:r>
              <a:rPr lang="en-US" b="1" dirty="0" smtClean="0">
                <a:latin typeface="Arial Black" panose="020B0A04020102020204" pitchFamily="34" charset="0"/>
              </a:rPr>
              <a:t>Ahabw’obusingye </a:t>
            </a:r>
            <a:r>
              <a:rPr lang="en-US" b="1" dirty="0" err="1" smtClean="0">
                <a:latin typeface="Arial Black" panose="020B0A04020102020204" pitchFamily="34" charset="0"/>
              </a:rPr>
              <a:t>bwawe</a:t>
            </a:r>
            <a:r>
              <a:rPr lang="en-US" b="1" dirty="0" smtClean="0">
                <a:latin typeface="Arial Black" panose="020B0A04020102020204" pitchFamily="34" charset="0"/>
              </a:rPr>
              <a:t/>
            </a:r>
            <a:br>
              <a:rPr lang="en-US" b="1" dirty="0" smtClean="0">
                <a:latin typeface="Arial Black" panose="020B0A04020102020204" pitchFamily="34" charset="0"/>
              </a:rPr>
            </a:br>
            <a:r>
              <a:rPr lang="en-US" b="1" dirty="0" err="1" smtClean="0">
                <a:latin typeface="Arial Black" panose="020B0A04020102020204" pitchFamily="34" charset="0"/>
              </a:rPr>
              <a:t>Hamwe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n’oburinzi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bwaawe</a:t>
            </a:r>
            <a:r>
              <a:rPr lang="en-US" b="1" dirty="0" smtClean="0">
                <a:latin typeface="Arial Black" panose="020B0A04020102020204" pitchFamily="34" charset="0"/>
              </a:rPr>
              <a:t/>
            </a:r>
            <a:br>
              <a:rPr lang="en-US" b="1" dirty="0" smtClean="0">
                <a:latin typeface="Arial Black" panose="020B0A04020102020204" pitchFamily="34" charset="0"/>
              </a:rPr>
            </a:br>
            <a:r>
              <a:rPr lang="en-US" b="1" dirty="0">
                <a:latin typeface="Arial Black" panose="020B0A04020102020204" pitchFamily="34" charset="0"/>
              </a:rPr>
              <a:t/>
            </a:r>
            <a:br>
              <a:rPr lang="en-US" b="1" dirty="0">
                <a:latin typeface="Arial Black" panose="020B0A04020102020204" pitchFamily="34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4.</a:t>
            </a:r>
            <a:r>
              <a:rPr lang="en-US" b="1" dirty="0" smtClean="0">
                <a:latin typeface="Arial Black" panose="020B0A04020102020204" pitchFamily="34" charset="0"/>
              </a:rPr>
              <a:t>Ahabwa </a:t>
            </a:r>
            <a:r>
              <a:rPr lang="en-US" b="1" dirty="0" err="1" smtClean="0">
                <a:latin typeface="Arial Black" panose="020B0A04020102020204" pitchFamily="34" charset="0"/>
              </a:rPr>
              <a:t>banywani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bangye</a:t>
            </a:r>
            <a:r>
              <a:rPr lang="en-US" b="1" dirty="0" smtClean="0">
                <a:latin typeface="Arial Black" panose="020B0A04020102020204" pitchFamily="34" charset="0"/>
              </a:rPr>
              <a:t/>
            </a:r>
            <a:br>
              <a:rPr lang="en-US" b="1" dirty="0" smtClean="0">
                <a:latin typeface="Arial Black" panose="020B0A04020102020204" pitchFamily="34" charset="0"/>
              </a:rPr>
            </a:br>
            <a:r>
              <a:rPr lang="en-US" b="1" dirty="0" err="1" smtClean="0">
                <a:latin typeface="Arial Black" panose="020B0A04020102020204" pitchFamily="34" charset="0"/>
              </a:rPr>
              <a:t>Ahabw’abazaire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bangye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5252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lvl="0" algn="ctr">
              <a:lnSpc>
                <a:spcPct val="150000"/>
              </a:lnSpc>
            </a:pP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5.</a:t>
            </a:r>
            <a:r>
              <a:rPr lang="en-US" b="1" dirty="0" smtClean="0">
                <a:latin typeface="Arial Black" panose="020B0A04020102020204" pitchFamily="34" charset="0"/>
              </a:rPr>
              <a:t>Ahabw’obukuru </a:t>
            </a:r>
            <a:r>
              <a:rPr lang="en-US" b="1" dirty="0" err="1" smtClean="0">
                <a:latin typeface="Arial Black" panose="020B0A04020102020204" pitchFamily="34" charset="0"/>
              </a:rPr>
              <a:t>bwawe</a:t>
            </a:r>
            <a:r>
              <a:rPr lang="en-US" b="1" dirty="0" smtClean="0">
                <a:latin typeface="Arial Black" panose="020B0A04020102020204" pitchFamily="34" charset="0"/>
              </a:rPr>
              <a:t/>
            </a:r>
            <a:br>
              <a:rPr lang="en-US" b="1" dirty="0" smtClean="0">
                <a:latin typeface="Arial Black" panose="020B0A04020102020204" pitchFamily="34" charset="0"/>
              </a:rPr>
            </a:br>
            <a:r>
              <a:rPr lang="en-US" b="1" dirty="0" err="1" smtClean="0">
                <a:latin typeface="Arial Black" panose="020B0A04020102020204" pitchFamily="34" charset="0"/>
              </a:rPr>
              <a:t>Hmwe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n’obuhwezi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bwawe</a:t>
            </a:r>
            <a:r>
              <a:rPr lang="en-US" b="1" dirty="0" smtClean="0">
                <a:latin typeface="Arial Black" panose="020B0A04020102020204" pitchFamily="34" charset="0"/>
              </a:rPr>
              <a:t/>
            </a:r>
            <a:br>
              <a:rPr lang="en-US" b="1" dirty="0" smtClean="0">
                <a:latin typeface="Arial Black" panose="020B0A04020102020204" pitchFamily="34" charset="0"/>
              </a:rPr>
            </a:br>
            <a:r>
              <a:rPr lang="en-US" b="1" dirty="0" smtClean="0">
                <a:latin typeface="Arial Black" panose="020B0A04020102020204" pitchFamily="34" charset="0"/>
              </a:rPr>
              <a:t/>
            </a:r>
            <a:br>
              <a:rPr lang="en-US" b="1" dirty="0" smtClean="0">
                <a:latin typeface="Arial Black" panose="020B0A04020102020204" pitchFamily="34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6.</a:t>
            </a:r>
            <a:r>
              <a:rPr lang="en-US" b="1" dirty="0" smtClean="0">
                <a:latin typeface="Arial Black" panose="020B0A04020102020204" pitchFamily="34" charset="0"/>
              </a:rPr>
              <a:t>Ahabw’oburiisa </a:t>
            </a:r>
            <a:r>
              <a:rPr lang="en-US" b="1" dirty="0" err="1" smtClean="0">
                <a:latin typeface="Arial Black" panose="020B0A04020102020204" pitchFamily="34" charset="0"/>
              </a:rPr>
              <a:t>bwawe</a:t>
            </a:r>
            <a:r>
              <a:rPr lang="en-US" b="1" dirty="0" smtClean="0">
                <a:latin typeface="Arial Black" panose="020B0A04020102020204" pitchFamily="34" charset="0"/>
              </a:rPr>
              <a:t/>
            </a:r>
            <a:br>
              <a:rPr lang="en-US" b="1" dirty="0" smtClean="0">
                <a:latin typeface="Arial Black" panose="020B0A04020102020204" pitchFamily="34" charset="0"/>
              </a:rPr>
            </a:br>
            <a:r>
              <a:rPr lang="en-US" b="1" dirty="0" err="1" smtClean="0">
                <a:latin typeface="Arial Black" panose="020B0A04020102020204" pitchFamily="34" charset="0"/>
              </a:rPr>
              <a:t>Hamwe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n’ekigambo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kyawe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1286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2000" b="1" dirty="0" err="1" smtClean="0">
                <a:solidFill>
                  <a:srgbClr val="FF0000"/>
                </a:solidFill>
                <a:latin typeface="Wide Latin" panose="020A0A07050505020404" pitchFamily="18" charset="0"/>
              </a:rPr>
              <a:t>Chrs</a:t>
            </a:r>
            <a:r>
              <a:rPr lang="en-US" sz="2000" b="1" dirty="0" smtClean="0">
                <a:solidFill>
                  <a:srgbClr val="FF0000"/>
                </a:solidFill>
                <a:latin typeface="Wide Latin" panose="020A0A07050505020404" pitchFamily="18" charset="0"/>
              </a:rPr>
              <a:t>:</a:t>
            </a:r>
            <a:r>
              <a:rPr lang="en-US" b="1" dirty="0" smtClean="0">
                <a:latin typeface="Arial Black" panose="020B0A04020102020204" pitchFamily="34" charset="0"/>
              </a:rPr>
              <a:t/>
            </a:r>
            <a:br>
              <a:rPr lang="en-US" b="1" dirty="0" smtClean="0">
                <a:latin typeface="Arial Black" panose="020B0A04020102020204" pitchFamily="34" charset="0"/>
              </a:rPr>
            </a:br>
            <a:r>
              <a:rPr lang="en-US" b="1" dirty="0" err="1" smtClean="0">
                <a:latin typeface="Arial Black" panose="020B0A04020102020204" pitchFamily="34" charset="0"/>
              </a:rPr>
              <a:t>Ninkusiima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>
                <a:latin typeface="Arial Black" panose="020B0A04020102020204" pitchFamily="34" charset="0"/>
              </a:rPr>
              <a:t>Yesu </a:t>
            </a:r>
            <a:r>
              <a:rPr lang="en-US" b="1" dirty="0" err="1">
                <a:latin typeface="Arial Black" panose="020B0A04020102020204" pitchFamily="34" charset="0"/>
              </a:rPr>
              <a:t>wange</a:t>
            </a:r>
            <a:r>
              <a:rPr lang="en-US" b="1" dirty="0">
                <a:latin typeface="Arial Black" panose="020B0A04020102020204" pitchFamily="34" charset="0"/>
              </a:rPr>
              <a:t/>
            </a:r>
            <a:br>
              <a:rPr lang="en-US" b="1" dirty="0">
                <a:latin typeface="Arial Black" panose="020B0A04020102020204" pitchFamily="34" charset="0"/>
              </a:rPr>
            </a:br>
            <a:r>
              <a:rPr lang="en-US" b="1" dirty="0" err="1">
                <a:latin typeface="Arial Black" panose="020B0A04020102020204" pitchFamily="34" charset="0"/>
              </a:rPr>
              <a:t>Ninkwebaza</a:t>
            </a:r>
            <a:r>
              <a:rPr lang="en-US" b="1" dirty="0">
                <a:latin typeface="Arial Black" panose="020B0A04020102020204" pitchFamily="34" charset="0"/>
              </a:rPr>
              <a:t/>
            </a:r>
            <a:br>
              <a:rPr lang="en-US" b="1" dirty="0">
                <a:latin typeface="Arial Black" panose="020B0A04020102020204" pitchFamily="34" charset="0"/>
              </a:rPr>
            </a:br>
            <a:r>
              <a:rPr lang="en-US" b="1" dirty="0" err="1">
                <a:latin typeface="Arial Black" panose="020B0A04020102020204" pitchFamily="34" charset="0"/>
              </a:rPr>
              <a:t>Iwe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ori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omukundwa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wange</a:t>
            </a:r>
            <a:r>
              <a:rPr lang="en-US" b="1" dirty="0">
                <a:latin typeface="Arial Black" panose="020B0A04020102020204" pitchFamily="34" charset="0"/>
              </a:rPr>
              <a:t/>
            </a:r>
            <a:br>
              <a:rPr lang="en-US" b="1" dirty="0">
                <a:latin typeface="Arial Black" panose="020B0A04020102020204" pitchFamily="34" charset="0"/>
              </a:rPr>
            </a:br>
            <a:r>
              <a:rPr lang="en-US" b="1" dirty="0" err="1">
                <a:latin typeface="Arial Black" panose="020B0A04020102020204" pitchFamily="34" charset="0"/>
              </a:rPr>
              <a:t>Ninkusima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6963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10</Words>
  <Application>Microsoft Office PowerPoint</Application>
  <PresentationFormat>On-screen Show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Lucida Console</vt:lpstr>
      <vt:lpstr>Wide Latin</vt:lpstr>
      <vt:lpstr>Office Theme</vt:lpstr>
      <vt:lpstr>  NINKUSIMA YESU WANGYE  Ninkusiima Yesu wange Ninkwebaza Iwe ori omukundwa wange Ninkusima</vt:lpstr>
      <vt:lpstr>1.Ahabwa mutima waawe Ahabw’amaani gaawe  2.Ahabwa rukundo yaawe N’embabazi zaawe</vt:lpstr>
      <vt:lpstr>3.Ahabw’obusingye bwawe Hamwe n’oburinzi bwaawe  4.Ahabwa banywani bangye Ahabw’abazaire bangye</vt:lpstr>
      <vt:lpstr>5.Ahabw’obukuru bwawe Hmwe n’obuhwezi bwawe  6.Ahabw’oburiisa bwawe Hamwe n’ekigambo kyawe</vt:lpstr>
      <vt:lpstr>Chrs: Ninkusiima Yesu wange Ninkwebaza Iwe ori omukundwa wange Ninkusima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NINKUSIMA YESU WANGYE  Ninkusiima Yesu wange Ninkwebaza Iwe ori omukundwa wange Ninkusima</dc:title>
  <dc:creator>Admin</dc:creator>
  <cp:lastModifiedBy>Admin</cp:lastModifiedBy>
  <cp:revision>1</cp:revision>
  <dcterms:created xsi:type="dcterms:W3CDTF">2021-03-17T12:13:40Z</dcterms:created>
  <dcterms:modified xsi:type="dcterms:W3CDTF">2021-03-17T12:15:31Z</dcterms:modified>
</cp:coreProperties>
</file>