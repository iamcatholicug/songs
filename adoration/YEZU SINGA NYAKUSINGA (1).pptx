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1440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28-Aug-22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28-Aug-22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28-Aug-22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28-Aug-22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28-Aug-22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28-Aug-22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28-Aug-22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28-Aug-22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28-Aug-22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28-Aug-22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28-Aug-22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28-Aug-22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6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.xml"/><Relationship Id="rId5" Type="http://schemas.openxmlformats.org/officeDocument/2006/relationships/slide" Target="slide3.xml"/><Relationship Id="rId4" Type="http://schemas.openxmlformats.org/officeDocument/2006/relationships/slide" Target="slide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1"/>
            <a:ext cx="7772400" cy="990600"/>
          </a:xfrm>
        </p:spPr>
        <p:txBody>
          <a:bodyPr/>
          <a:lstStyle/>
          <a:p>
            <a:r>
              <a:rPr lang="en-US" dirty="0" smtClean="0"/>
              <a:t>YEZU SINGA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1143000"/>
            <a:ext cx="9144000" cy="5715000"/>
          </a:xfrm>
        </p:spPr>
        <p:txBody>
          <a:bodyPr>
            <a:noAutofit/>
          </a:bodyPr>
          <a:lstStyle/>
          <a:p>
            <a:pPr algn="l"/>
            <a:r>
              <a:rPr lang="en-US" sz="7200" b="1" dirty="0" err="1" smtClean="0">
                <a:solidFill>
                  <a:srgbClr val="FF0000"/>
                </a:solidFill>
              </a:rPr>
              <a:t>Yezu</a:t>
            </a:r>
            <a:r>
              <a:rPr lang="en-US" sz="7200" b="1" dirty="0" smtClean="0">
                <a:solidFill>
                  <a:srgbClr val="FF0000"/>
                </a:solidFill>
              </a:rPr>
              <a:t> </a:t>
            </a:r>
            <a:r>
              <a:rPr lang="en-US" sz="7200" b="1" dirty="0" err="1" smtClean="0">
                <a:solidFill>
                  <a:srgbClr val="FF0000"/>
                </a:solidFill>
              </a:rPr>
              <a:t>singa</a:t>
            </a:r>
            <a:r>
              <a:rPr lang="en-US" sz="7200" b="1" dirty="0" smtClean="0">
                <a:solidFill>
                  <a:srgbClr val="FF0000"/>
                </a:solidFill>
              </a:rPr>
              <a:t> </a:t>
            </a:r>
            <a:r>
              <a:rPr lang="en-US" sz="7200" b="1" dirty="0" err="1" smtClean="0">
                <a:solidFill>
                  <a:srgbClr val="FF0000"/>
                </a:solidFill>
              </a:rPr>
              <a:t>nyakusinga</a:t>
            </a:r>
            <a:r>
              <a:rPr lang="en-US" sz="7200" b="1" dirty="0" smtClean="0">
                <a:solidFill>
                  <a:srgbClr val="FF0000"/>
                </a:solidFill>
              </a:rPr>
              <a:t> </a:t>
            </a:r>
            <a:r>
              <a:rPr lang="en-US" sz="7200" b="1" dirty="0" err="1" smtClean="0">
                <a:solidFill>
                  <a:srgbClr val="FF0000"/>
                </a:solidFill>
              </a:rPr>
              <a:t>mugabe</a:t>
            </a:r>
            <a:r>
              <a:rPr lang="en-US" sz="7200" b="1" dirty="0" smtClean="0">
                <a:solidFill>
                  <a:srgbClr val="FF0000"/>
                </a:solidFill>
              </a:rPr>
              <a:t> </a:t>
            </a:r>
            <a:r>
              <a:rPr lang="en-US" sz="7200" b="1" dirty="0" err="1" smtClean="0">
                <a:solidFill>
                  <a:srgbClr val="FF0000"/>
                </a:solidFill>
                <a:hlinkClick r:id="rId2" action="ppaction://hlinksldjump"/>
              </a:rPr>
              <a:t>wamaziima</a:t>
            </a:r>
            <a:endParaRPr lang="en-US" sz="7200" b="1" dirty="0" smtClean="0">
              <a:solidFill>
                <a:srgbClr val="FF0000"/>
              </a:solidFill>
            </a:endParaRPr>
          </a:p>
          <a:p>
            <a:pPr algn="l"/>
            <a:r>
              <a:rPr lang="en-US" sz="7200" b="1" dirty="0" err="1" smtClean="0">
                <a:solidFill>
                  <a:srgbClr val="FF0000"/>
                </a:solidFill>
                <a:hlinkClick r:id="rId3" action="ppaction://hlinksldjump"/>
              </a:rPr>
              <a:t>Nyamuhanga</a:t>
            </a:r>
            <a:r>
              <a:rPr lang="en-US" sz="7200" b="1" dirty="0" smtClean="0">
                <a:solidFill>
                  <a:srgbClr val="FF0000"/>
                </a:solidFill>
              </a:rPr>
              <a:t> </a:t>
            </a:r>
            <a:r>
              <a:rPr lang="en-US" sz="7200" b="1" dirty="0" err="1" smtClean="0">
                <a:solidFill>
                  <a:srgbClr val="FF0000"/>
                </a:solidFill>
                <a:hlinkClick r:id="rId4" action="ppaction://hlinksldjump"/>
              </a:rPr>
              <a:t>amahanga</a:t>
            </a:r>
            <a:r>
              <a:rPr lang="en-US" sz="7200" b="1" dirty="0" smtClean="0">
                <a:solidFill>
                  <a:srgbClr val="FF0000"/>
                </a:solidFill>
              </a:rPr>
              <a:t> </a:t>
            </a:r>
            <a:r>
              <a:rPr lang="en-US" sz="7200" b="1" dirty="0" err="1" smtClean="0">
                <a:solidFill>
                  <a:srgbClr val="FF0000"/>
                </a:solidFill>
                <a:hlinkClick r:id="rId5" action="ppaction://hlinksldjump"/>
              </a:rPr>
              <a:t>ogatware</a:t>
            </a:r>
            <a:r>
              <a:rPr lang="en-US" sz="7200" b="1" dirty="0" smtClean="0">
                <a:solidFill>
                  <a:srgbClr val="FF0000"/>
                </a:solidFill>
              </a:rPr>
              <a:t> </a:t>
            </a:r>
            <a:r>
              <a:rPr lang="en-US" sz="7200" b="1" dirty="0" err="1" smtClean="0">
                <a:solidFill>
                  <a:srgbClr val="FF0000"/>
                </a:solidFill>
                <a:hlinkClick r:id="rId6" action="ppaction://hlinksldjump"/>
              </a:rPr>
              <a:t>buziima</a:t>
            </a:r>
            <a:endParaRPr lang="en-US" sz="7200" b="1" dirty="0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6000" b="1" dirty="0" err="1" smtClean="0"/>
              <a:t>Okubuure</a:t>
            </a:r>
            <a:r>
              <a:rPr lang="en-US" sz="6000" b="1" dirty="0" smtClean="0"/>
              <a:t>, </a:t>
            </a:r>
            <a:r>
              <a:rPr lang="en-US" sz="6000" b="1" dirty="0" err="1" smtClean="0"/>
              <a:t>ohabuure</a:t>
            </a:r>
            <a:r>
              <a:rPr lang="en-US" sz="6000" b="1" dirty="0" smtClean="0"/>
              <a:t> </a:t>
            </a:r>
            <a:r>
              <a:rPr lang="en-US" sz="6000" b="1" dirty="0" err="1" smtClean="0"/>
              <a:t>ensi</a:t>
            </a:r>
            <a:r>
              <a:rPr lang="en-US" sz="6000" b="1" dirty="0" smtClean="0"/>
              <a:t> </a:t>
            </a:r>
            <a:r>
              <a:rPr lang="en-US" sz="6000" b="1" dirty="0" err="1" smtClean="0"/>
              <a:t>yoona</a:t>
            </a:r>
            <a:r>
              <a:rPr lang="en-US" sz="6000" b="1" dirty="0" smtClean="0"/>
              <a:t> </a:t>
            </a:r>
            <a:r>
              <a:rPr lang="en-US" sz="6000" b="1" dirty="0" err="1" smtClean="0"/>
              <a:t>mukama</a:t>
            </a:r>
            <a:endParaRPr lang="en-US" sz="6000" b="1" dirty="0" smtClean="0"/>
          </a:p>
          <a:p>
            <a:pPr>
              <a:buNone/>
            </a:pPr>
            <a:r>
              <a:rPr lang="en-US" sz="6000" b="1" dirty="0" err="1" smtClean="0"/>
              <a:t>Zikubukye</a:t>
            </a:r>
            <a:r>
              <a:rPr lang="en-US" sz="6000" b="1" dirty="0" smtClean="0"/>
              <a:t>, </a:t>
            </a:r>
            <a:r>
              <a:rPr lang="en-US" sz="6000" b="1" dirty="0" err="1" smtClean="0"/>
              <a:t>zihabukye</a:t>
            </a:r>
            <a:r>
              <a:rPr lang="en-US" sz="6000" b="1" dirty="0" smtClean="0"/>
              <a:t>, </a:t>
            </a:r>
            <a:r>
              <a:rPr lang="en-US" sz="6000" b="1" dirty="0" err="1" smtClean="0"/>
              <a:t>zibe</a:t>
            </a:r>
            <a:r>
              <a:rPr lang="en-US" sz="6000" b="1" dirty="0" smtClean="0"/>
              <a:t> </a:t>
            </a:r>
            <a:r>
              <a:rPr lang="en-US" sz="6000" b="1" dirty="0" err="1" smtClean="0"/>
              <a:t>niwe</a:t>
            </a:r>
            <a:r>
              <a:rPr lang="en-US" sz="6000" b="1" dirty="0" smtClean="0"/>
              <a:t> </a:t>
            </a:r>
            <a:r>
              <a:rPr lang="en-US" sz="6000" b="1" dirty="0" err="1" smtClean="0">
                <a:hlinkClick r:id="rId2" action="ppaction://hlinksldjump"/>
              </a:rPr>
              <a:t>zihame</a:t>
            </a:r>
            <a:endParaRPr lang="en-US" sz="6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6000" b="1" dirty="0" err="1" smtClean="0"/>
              <a:t>Iwe</a:t>
            </a:r>
            <a:r>
              <a:rPr lang="en-US" sz="6000" b="1" dirty="0" smtClean="0"/>
              <a:t> </a:t>
            </a:r>
            <a:r>
              <a:rPr lang="en-US" sz="6000" b="1" dirty="0" err="1" smtClean="0"/>
              <a:t>reta</a:t>
            </a:r>
            <a:r>
              <a:rPr lang="en-US" sz="6000" b="1" dirty="0" smtClean="0"/>
              <a:t> </a:t>
            </a:r>
            <a:r>
              <a:rPr lang="en-US" sz="6000" b="1" dirty="0" err="1" smtClean="0"/>
              <a:t>abakweeta</a:t>
            </a:r>
            <a:r>
              <a:rPr lang="en-US" sz="6000" b="1" dirty="0" smtClean="0"/>
              <a:t> </a:t>
            </a:r>
            <a:r>
              <a:rPr lang="en-US" sz="6000" b="1" dirty="0" err="1" smtClean="0"/>
              <a:t>obatungye</a:t>
            </a:r>
            <a:r>
              <a:rPr lang="en-US" sz="6000" b="1" dirty="0" smtClean="0"/>
              <a:t> </a:t>
            </a:r>
            <a:r>
              <a:rPr lang="en-US" sz="6000" b="1" dirty="0" err="1" smtClean="0"/>
              <a:t>muhamya</a:t>
            </a:r>
            <a:r>
              <a:rPr lang="en-US" sz="6000" b="1" dirty="0" smtClean="0"/>
              <a:t> </a:t>
            </a:r>
          </a:p>
          <a:p>
            <a:pPr>
              <a:buNone/>
            </a:pPr>
            <a:r>
              <a:rPr lang="en-US" sz="6000" b="1" dirty="0" err="1" smtClean="0"/>
              <a:t>Babuukaare</a:t>
            </a:r>
            <a:r>
              <a:rPr lang="en-US" sz="6000" b="1" dirty="0" smtClean="0"/>
              <a:t> </a:t>
            </a:r>
            <a:r>
              <a:rPr lang="en-US" sz="6000" b="1" dirty="0" err="1" smtClean="0"/>
              <a:t>obatware</a:t>
            </a:r>
            <a:r>
              <a:rPr lang="en-US" sz="6000" b="1" dirty="0" smtClean="0"/>
              <a:t> </a:t>
            </a:r>
            <a:r>
              <a:rPr lang="en-US" sz="6000" b="1" dirty="0" err="1" smtClean="0"/>
              <a:t>babeniiwe</a:t>
            </a:r>
            <a:r>
              <a:rPr lang="en-US" sz="6000" b="1" dirty="0" smtClean="0"/>
              <a:t> </a:t>
            </a:r>
            <a:r>
              <a:rPr lang="en-US" sz="6000" b="1" dirty="0" err="1" smtClean="0">
                <a:hlinkClick r:id="rId2" action="ppaction://hlinksldjump"/>
              </a:rPr>
              <a:t>baramya</a:t>
            </a:r>
            <a:endParaRPr lang="en-US" sz="6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6000" b="1" dirty="0" err="1" smtClean="0"/>
              <a:t>Bacuurere</a:t>
            </a:r>
            <a:r>
              <a:rPr lang="en-US" sz="6000" b="1" dirty="0" smtClean="0"/>
              <a:t> </a:t>
            </a:r>
            <a:r>
              <a:rPr lang="en-US" sz="6000" b="1" dirty="0" err="1" smtClean="0"/>
              <a:t>obahwere</a:t>
            </a:r>
            <a:r>
              <a:rPr lang="en-US" sz="6000" b="1" dirty="0" smtClean="0"/>
              <a:t> </a:t>
            </a:r>
            <a:r>
              <a:rPr lang="en-US" sz="6000" b="1" dirty="0" err="1" smtClean="0"/>
              <a:t>abakwiine</a:t>
            </a:r>
            <a:r>
              <a:rPr lang="en-US" sz="6000" b="1" dirty="0" smtClean="0"/>
              <a:t> </a:t>
            </a:r>
            <a:r>
              <a:rPr lang="en-US" sz="6000" b="1" dirty="0" err="1" smtClean="0"/>
              <a:t>Rugaba</a:t>
            </a:r>
            <a:endParaRPr lang="en-US" sz="6000" b="1" dirty="0" smtClean="0"/>
          </a:p>
          <a:p>
            <a:pPr>
              <a:buNone/>
            </a:pPr>
            <a:r>
              <a:rPr lang="en-US" sz="6000" b="1" dirty="0" err="1" smtClean="0"/>
              <a:t>Omurungi</a:t>
            </a:r>
            <a:r>
              <a:rPr lang="en-US" sz="6000" b="1" dirty="0" smtClean="0"/>
              <a:t>, </a:t>
            </a:r>
            <a:r>
              <a:rPr lang="en-US" sz="6000" b="1" dirty="0" err="1" smtClean="0"/>
              <a:t>omutungi</a:t>
            </a:r>
            <a:r>
              <a:rPr lang="en-US" sz="6000" b="1" dirty="0" smtClean="0"/>
              <a:t>, </a:t>
            </a:r>
            <a:r>
              <a:rPr lang="en-US" sz="6000" b="1" dirty="0" err="1" smtClean="0"/>
              <a:t>babeniiwe</a:t>
            </a:r>
            <a:r>
              <a:rPr lang="en-US" sz="6000" b="1" dirty="0" smtClean="0"/>
              <a:t> </a:t>
            </a:r>
            <a:r>
              <a:rPr lang="en-US" sz="6000" b="1" dirty="0" err="1" smtClean="0">
                <a:hlinkClick r:id="rId2" action="ppaction://hlinksldjump"/>
              </a:rPr>
              <a:t>bashaba</a:t>
            </a:r>
            <a:endParaRPr lang="en-US" sz="6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sz="6000" b="1" dirty="0" err="1" smtClean="0"/>
              <a:t>Omubingye</a:t>
            </a:r>
            <a:r>
              <a:rPr lang="en-US" sz="6000" b="1" dirty="0" smtClean="0"/>
              <a:t>, </a:t>
            </a:r>
            <a:r>
              <a:rPr lang="en-US" sz="6000" b="1" dirty="0" err="1" smtClean="0"/>
              <a:t>omusingye</a:t>
            </a:r>
            <a:r>
              <a:rPr lang="en-US" sz="6000" b="1" dirty="0" smtClean="0"/>
              <a:t>, </a:t>
            </a:r>
            <a:r>
              <a:rPr lang="en-US" sz="6000" b="1" dirty="0" err="1" smtClean="0"/>
              <a:t>omucuubwa</a:t>
            </a:r>
            <a:r>
              <a:rPr lang="en-US" sz="6000" b="1" dirty="0" smtClean="0"/>
              <a:t>, </a:t>
            </a:r>
            <a:r>
              <a:rPr lang="en-US" sz="6000" b="1" dirty="0" err="1" smtClean="0"/>
              <a:t>rubura</a:t>
            </a:r>
            <a:endParaRPr lang="en-US" sz="6000" b="1" dirty="0" smtClean="0"/>
          </a:p>
          <a:p>
            <a:pPr>
              <a:buNone/>
            </a:pPr>
            <a:r>
              <a:rPr lang="en-US" sz="6000" b="1" dirty="0" err="1" smtClean="0"/>
              <a:t>Bamuhungye</a:t>
            </a:r>
            <a:r>
              <a:rPr lang="en-US" sz="6000" b="1" dirty="0" smtClean="0"/>
              <a:t>, </a:t>
            </a:r>
            <a:r>
              <a:rPr lang="en-US" sz="6000" b="1" dirty="0" err="1" smtClean="0"/>
              <a:t>obatungye</a:t>
            </a:r>
            <a:r>
              <a:rPr lang="en-US" sz="6000" b="1" dirty="0" smtClean="0"/>
              <a:t>, </a:t>
            </a:r>
            <a:r>
              <a:rPr lang="en-US" sz="6000" b="1" dirty="0" err="1" smtClean="0"/>
              <a:t>ori</a:t>
            </a:r>
            <a:r>
              <a:rPr lang="en-US" sz="6000" b="1" dirty="0" smtClean="0"/>
              <a:t> </a:t>
            </a:r>
            <a:r>
              <a:rPr lang="en-US" sz="6000" b="1" dirty="0" err="1" smtClean="0"/>
              <a:t>taine</a:t>
            </a:r>
            <a:r>
              <a:rPr lang="en-US" sz="6000" b="1" dirty="0" smtClean="0"/>
              <a:t> </a:t>
            </a:r>
            <a:r>
              <a:rPr lang="en-US" sz="6000" b="1" dirty="0" err="1" smtClean="0">
                <a:hlinkClick r:id="rId2" action="ppaction://hlinksldjump"/>
              </a:rPr>
              <a:t>bufura</a:t>
            </a:r>
            <a:endParaRPr lang="en-US" sz="6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5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6000" b="1" dirty="0" err="1" smtClean="0"/>
              <a:t>Kibahanga</a:t>
            </a:r>
            <a:r>
              <a:rPr lang="en-US" sz="6000" b="1" dirty="0" smtClean="0"/>
              <a:t>, </a:t>
            </a:r>
            <a:r>
              <a:rPr lang="en-US" sz="6000" b="1" dirty="0" err="1" smtClean="0"/>
              <a:t>otaryanga</a:t>
            </a:r>
            <a:r>
              <a:rPr lang="en-US" sz="6000" b="1" dirty="0" smtClean="0"/>
              <a:t> </a:t>
            </a:r>
            <a:r>
              <a:rPr lang="en-US" sz="6000" b="1" dirty="0" err="1" smtClean="0"/>
              <a:t>obatasya</a:t>
            </a:r>
            <a:r>
              <a:rPr lang="en-US" sz="6000" b="1" dirty="0" smtClean="0"/>
              <a:t> </a:t>
            </a:r>
            <a:r>
              <a:rPr lang="en-US" sz="6000" b="1" dirty="0" err="1" smtClean="0"/>
              <a:t>gye</a:t>
            </a:r>
            <a:r>
              <a:rPr lang="en-US" sz="6000" b="1" dirty="0" smtClean="0"/>
              <a:t> </a:t>
            </a:r>
            <a:r>
              <a:rPr lang="en-US" sz="6000" b="1" dirty="0" err="1" smtClean="0"/>
              <a:t>haza</a:t>
            </a:r>
            <a:r>
              <a:rPr lang="en-US" sz="6000" b="1" dirty="0" smtClean="0"/>
              <a:t> </a:t>
            </a:r>
            <a:r>
              <a:rPr lang="en-US" sz="6000" b="1" dirty="0" err="1" smtClean="0"/>
              <a:t>bahuugukye</a:t>
            </a:r>
            <a:r>
              <a:rPr lang="en-US" sz="6000" b="1" dirty="0" smtClean="0"/>
              <a:t> </a:t>
            </a:r>
            <a:r>
              <a:rPr lang="en-US" sz="6000" b="1" dirty="0" err="1" smtClean="0"/>
              <a:t>baruhukye</a:t>
            </a:r>
            <a:r>
              <a:rPr lang="en-US" sz="6000" b="1" dirty="0" smtClean="0"/>
              <a:t> </a:t>
            </a:r>
            <a:r>
              <a:rPr lang="en-US" sz="6000" b="1" dirty="0" err="1" smtClean="0"/>
              <a:t>ei</a:t>
            </a:r>
            <a:r>
              <a:rPr lang="en-US" sz="6000" b="1" dirty="0" smtClean="0"/>
              <a:t> </a:t>
            </a:r>
            <a:r>
              <a:rPr lang="en-US" sz="6000" b="1" dirty="0" err="1" smtClean="0"/>
              <a:t>encubwa</a:t>
            </a:r>
            <a:r>
              <a:rPr lang="en-US" sz="6000" b="1" dirty="0" smtClean="0"/>
              <a:t> </a:t>
            </a:r>
            <a:r>
              <a:rPr lang="en-US" sz="6000" b="1" dirty="0" err="1" smtClean="0">
                <a:hlinkClick r:id="rId2" action="ppaction://hlinksldjump"/>
              </a:rPr>
              <a:t>zitaha</a:t>
            </a:r>
            <a:endParaRPr lang="en-US" sz="6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73</Words>
  <Application>Microsoft Office PowerPoint</Application>
  <PresentationFormat>On-screen Show (4:3)</PresentationFormat>
  <Paragraphs>17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YEZU SINGA</vt:lpstr>
      <vt:lpstr>1</vt:lpstr>
      <vt:lpstr>2</vt:lpstr>
      <vt:lpstr>3</vt:lpstr>
      <vt:lpstr>4</vt:lpstr>
      <vt:lpstr>5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YEZU SINGA</dc:title>
  <dc:creator>OWAMAANI Claret</dc:creator>
  <cp:lastModifiedBy>user</cp:lastModifiedBy>
  <cp:revision>7</cp:revision>
  <dcterms:created xsi:type="dcterms:W3CDTF">2006-08-16T00:00:00Z</dcterms:created>
  <dcterms:modified xsi:type="dcterms:W3CDTF">2022-08-28T00:34:17Z</dcterms:modified>
</cp:coreProperties>
</file>