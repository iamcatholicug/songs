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3" r:id="rId4"/>
    <p:sldId id="259" r:id="rId5"/>
    <p:sldId id="264" r:id="rId6"/>
    <p:sldId id="260" r:id="rId7"/>
    <p:sldId id="265" r:id="rId8"/>
    <p:sldId id="261" r:id="rId9"/>
    <p:sldId id="266" r:id="rId10"/>
    <p:sldId id="262" r:id="rId11"/>
    <p:sldId id="267" r:id="rId12"/>
    <p:sldId id="268" r:id="rId13"/>
    <p:sldId id="271" r:id="rId14"/>
    <p:sldId id="269" r:id="rId15"/>
    <p:sldId id="272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9215-4240-430A-8E1D-428AB4BABE21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C27D-F07A-4AFA-9389-4F399457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86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9215-4240-430A-8E1D-428AB4BABE21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C27D-F07A-4AFA-9389-4F399457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70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9215-4240-430A-8E1D-428AB4BABE21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C27D-F07A-4AFA-9389-4F399457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29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9215-4240-430A-8E1D-428AB4BABE21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C27D-F07A-4AFA-9389-4F399457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479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9215-4240-430A-8E1D-428AB4BABE21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C27D-F07A-4AFA-9389-4F399457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0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9215-4240-430A-8E1D-428AB4BABE21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C27D-F07A-4AFA-9389-4F399457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4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9215-4240-430A-8E1D-428AB4BABE21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C27D-F07A-4AFA-9389-4F399457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06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9215-4240-430A-8E1D-428AB4BABE21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C27D-F07A-4AFA-9389-4F399457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39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9215-4240-430A-8E1D-428AB4BABE21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C27D-F07A-4AFA-9389-4F399457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61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9215-4240-430A-8E1D-428AB4BABE21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C27D-F07A-4AFA-9389-4F399457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77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9215-4240-430A-8E1D-428AB4BABE21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C27D-F07A-4AFA-9389-4F399457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2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69215-4240-430A-8E1D-428AB4BABE21}" type="datetimeFigureOut">
              <a:rPr lang="en-US" smtClean="0"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3C27D-F07A-4AFA-9389-4F399457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54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>YEZU OTUTEGYEKYE</a:t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Yezu otutegyekye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Tube abawe twena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Hangusa engoma yaawe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Kubuura ensi yoona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194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1. </a:t>
            </a:r>
            <a:r>
              <a:rPr lang="en-US" dirty="0" err="1" smtClean="0">
                <a:latin typeface="Arial Black" panose="020B0A04020102020204" pitchFamily="34" charset="0"/>
              </a:rPr>
              <a:t>N’obu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abantu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baraabe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baingi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Abakwangira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obugabe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Itwe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ai</a:t>
            </a:r>
            <a:r>
              <a:rPr lang="en-US" dirty="0" smtClean="0">
                <a:latin typeface="Arial Black" panose="020B0A04020102020204" pitchFamily="34" charset="0"/>
              </a:rPr>
              <a:t> Yesu </a:t>
            </a:r>
            <a:r>
              <a:rPr lang="en-US" dirty="0" err="1" smtClean="0">
                <a:latin typeface="Arial Black" panose="020B0A04020102020204" pitchFamily="34" charset="0"/>
              </a:rPr>
              <a:t>omucunguzi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Twatura</a:t>
            </a:r>
            <a:r>
              <a:rPr lang="en-US" dirty="0" smtClean="0">
                <a:latin typeface="Arial Black" panose="020B0A04020102020204" pitchFamily="34" charset="0"/>
              </a:rPr>
              <a:t> ku </a:t>
            </a:r>
            <a:r>
              <a:rPr lang="en-US" dirty="0" err="1" smtClean="0">
                <a:latin typeface="Arial Black" panose="020B0A04020102020204" pitchFamily="34" charset="0"/>
              </a:rPr>
              <a:t>oba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Omugabe</a:t>
            </a:r>
            <a:r>
              <a:rPr lang="en-US" dirty="0" smtClean="0">
                <a:latin typeface="Arial Black" panose="020B0A04020102020204" pitchFamily="34" charset="0"/>
              </a:rPr>
              <a:t>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024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Yezu otutegyekye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Tube abawe twena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Hangusa engoma yaawe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Kubuura ensi yoona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53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2. </a:t>
            </a:r>
            <a:r>
              <a:rPr lang="en-US" dirty="0" err="1" smtClean="0">
                <a:latin typeface="Arial Black" panose="020B0A04020102020204" pitchFamily="34" charset="0"/>
              </a:rPr>
              <a:t>Okuzaarwa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nsi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nk’omuntu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Waburwa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ekitiinwa</a:t>
            </a:r>
            <a:r>
              <a:rPr lang="en-US" dirty="0" smtClean="0">
                <a:latin typeface="Arial Black" panose="020B0A04020102020204" pitchFamily="34" charset="0"/>
              </a:rPr>
              <a:t> kyawe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Kunu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owaawe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iguru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Okagabwa</a:t>
            </a:r>
            <a:r>
              <a:rPr lang="en-US" dirty="0" smtClean="0">
                <a:latin typeface="Arial Black" panose="020B0A04020102020204" pitchFamily="34" charset="0"/>
              </a:rPr>
              <a:t> ori </a:t>
            </a:r>
            <a:r>
              <a:rPr lang="en-US" dirty="0" err="1" smtClean="0">
                <a:latin typeface="Arial Black" panose="020B0A04020102020204" pitchFamily="34" charset="0"/>
              </a:rPr>
              <a:t>Omugabe</a:t>
            </a:r>
            <a:r>
              <a:rPr lang="en-US" dirty="0" smtClean="0">
                <a:latin typeface="Arial Black" panose="020B0A04020102020204" pitchFamily="34" charset="0"/>
              </a:rPr>
              <a:t>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83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Yezu otutegyekye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Tube abawe twena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Hangusa engoma yaawe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Kubuura ensi yoona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468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3.Omu </a:t>
            </a:r>
            <a:r>
              <a:rPr lang="en-US" dirty="0" err="1" smtClean="0">
                <a:latin typeface="Arial Black" panose="020B0A04020102020204" pitchFamily="34" charset="0"/>
              </a:rPr>
              <a:t>bw’omuntu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owaakuzaire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Ni Maria </a:t>
            </a:r>
            <a:r>
              <a:rPr lang="en-US" dirty="0" err="1" smtClean="0">
                <a:latin typeface="Arial Black" panose="020B0A04020102020204" pitchFamily="34" charset="0"/>
              </a:rPr>
              <a:t>Nyakuhiirwa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Heza</a:t>
            </a:r>
            <a:r>
              <a:rPr lang="en-US" dirty="0" smtClean="0">
                <a:latin typeface="Arial Black" panose="020B0A04020102020204" pitchFamily="34" charset="0"/>
              </a:rPr>
              <a:t> we na </a:t>
            </a:r>
            <a:r>
              <a:rPr lang="en-US" dirty="0" err="1" smtClean="0">
                <a:latin typeface="Arial Black" panose="020B0A04020102020204" pitchFamily="34" charset="0"/>
              </a:rPr>
              <a:t>Yosefu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iba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Bakomooka</a:t>
            </a:r>
            <a:r>
              <a:rPr lang="en-US" dirty="0" smtClean="0">
                <a:latin typeface="Arial Black" panose="020B0A04020102020204" pitchFamily="34" charset="0"/>
              </a:rPr>
              <a:t> aha Mugabe.</a:t>
            </a:r>
            <a:br>
              <a:rPr lang="en-US" dirty="0" smtClean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37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Yezu otutegyekye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Tube abawe twena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Hangusa engoma yaawe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Kubuura ensi yoona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368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4.N’omu </a:t>
            </a:r>
            <a:r>
              <a:rPr lang="en-US" dirty="0" err="1" smtClean="0">
                <a:latin typeface="Arial Black" panose="020B0A04020102020204" pitchFamily="34" charset="0"/>
              </a:rPr>
              <a:t>nyanga</a:t>
            </a:r>
            <a:r>
              <a:rPr lang="en-US" dirty="0" smtClean="0">
                <a:latin typeface="Arial Black" panose="020B0A04020102020204" pitchFamily="34" charset="0"/>
              </a:rPr>
              <a:t> ya </a:t>
            </a:r>
            <a:r>
              <a:rPr lang="en-US" dirty="0" err="1" smtClean="0">
                <a:latin typeface="Arial Black" panose="020B0A04020102020204" pitchFamily="34" charset="0"/>
              </a:rPr>
              <a:t>Betelemu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Yesu </a:t>
            </a:r>
            <a:r>
              <a:rPr lang="en-US" dirty="0" err="1" smtClean="0">
                <a:latin typeface="Arial Black" panose="020B0A04020102020204" pitchFamily="34" charset="0"/>
              </a:rPr>
              <a:t>okiri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akereere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Nitukureeba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nk’omunaku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Tukuramya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nk’Omugabe</a:t>
            </a:r>
            <a:r>
              <a:rPr lang="en-US" dirty="0" smtClean="0">
                <a:latin typeface="Arial Black" panose="020B0A04020102020204" pitchFamily="34" charset="0"/>
              </a:rPr>
              <a:t>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196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Yezu otutegyekye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Tube abawe twena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Hangusa engoma yaawe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Kubuura ensi yoona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018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5.Ab’eihanga </a:t>
            </a:r>
            <a:r>
              <a:rPr lang="en-US" dirty="0" err="1" smtClean="0">
                <a:latin typeface="Arial Black" panose="020B0A04020102020204" pitchFamily="34" charset="0"/>
              </a:rPr>
              <a:t>ryawe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nka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boona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Aha </a:t>
            </a:r>
            <a:r>
              <a:rPr lang="en-US" dirty="0" err="1" smtClean="0">
                <a:latin typeface="Arial Black" panose="020B0A04020102020204" pitchFamily="34" charset="0"/>
              </a:rPr>
              <a:t>kiro</a:t>
            </a:r>
            <a:r>
              <a:rPr lang="en-US" dirty="0" smtClean="0">
                <a:latin typeface="Arial Black" panose="020B0A04020102020204" pitchFamily="34" charset="0"/>
              </a:rPr>
              <a:t> kya </a:t>
            </a:r>
            <a:r>
              <a:rPr lang="en-US" dirty="0" err="1" smtClean="0">
                <a:latin typeface="Arial Black" panose="020B0A04020102020204" pitchFamily="34" charset="0"/>
              </a:rPr>
              <a:t>Mataagi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Baakamuza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nibayogoora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Hossana</a:t>
            </a:r>
            <a:r>
              <a:rPr lang="en-US" dirty="0" smtClean="0">
                <a:latin typeface="Arial Black" panose="020B0A04020102020204" pitchFamily="34" charset="0"/>
              </a:rPr>
              <a:t> Yesu </a:t>
            </a:r>
            <a:r>
              <a:rPr lang="en-US" dirty="0" err="1" smtClean="0">
                <a:latin typeface="Arial Black" panose="020B0A04020102020204" pitchFamily="34" charset="0"/>
              </a:rPr>
              <a:t>Omugabe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095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Yezu otutegyekye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Tube abawe twena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Hangusa engoma yaawe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Kubuura ensi yoona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425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6. </a:t>
            </a:r>
            <a:r>
              <a:rPr lang="en-US" dirty="0" err="1" smtClean="0">
                <a:latin typeface="Arial Black" panose="020B0A04020102020204" pitchFamily="34" charset="0"/>
              </a:rPr>
              <a:t>Abakwangiire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obugabe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Bakamarwayo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Pilaato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Owaahandikiire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ekihandiiko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Ngu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ni</a:t>
            </a:r>
            <a:r>
              <a:rPr lang="en-US" dirty="0" smtClean="0">
                <a:latin typeface="Arial Black" panose="020B0A04020102020204" pitchFamily="34" charset="0"/>
              </a:rPr>
              <a:t> Yesu </a:t>
            </a:r>
            <a:r>
              <a:rPr lang="en-US" dirty="0" err="1" smtClean="0">
                <a:latin typeface="Arial Black" panose="020B0A04020102020204" pitchFamily="34" charset="0"/>
              </a:rPr>
              <a:t>Omugabe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918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Yezu otutegyekye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Tube abawe twena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Hangusa engoma yaawe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Kubuura ensi yoona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733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7. </a:t>
            </a:r>
            <a:r>
              <a:rPr lang="en-US" dirty="0" err="1" smtClean="0">
                <a:latin typeface="Arial Black" panose="020B0A04020102020204" pitchFamily="34" charset="0"/>
              </a:rPr>
              <a:t>Omu</a:t>
            </a:r>
            <a:r>
              <a:rPr lang="en-US" dirty="0" smtClean="0">
                <a:latin typeface="Arial Black" panose="020B0A04020102020204" pitchFamily="34" charset="0"/>
              </a:rPr>
              <a:t> Misa </a:t>
            </a:r>
            <a:r>
              <a:rPr lang="en-US" dirty="0" err="1" smtClean="0">
                <a:latin typeface="Arial Black" panose="020B0A04020102020204" pitchFamily="34" charset="0"/>
              </a:rPr>
              <a:t>n’omu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komuniyo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Kandi </a:t>
            </a:r>
            <a:r>
              <a:rPr lang="en-US" dirty="0" err="1" smtClean="0">
                <a:latin typeface="Arial Black" panose="020B0A04020102020204" pitchFamily="34" charset="0"/>
              </a:rPr>
              <a:t>omu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Tabernakulo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Hoona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n’obu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orayesherekye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Tuhamya</a:t>
            </a:r>
            <a:r>
              <a:rPr lang="en-US" dirty="0" smtClean="0">
                <a:latin typeface="Arial Black" panose="020B0A04020102020204" pitchFamily="34" charset="0"/>
              </a:rPr>
              <a:t> ku ori </a:t>
            </a:r>
            <a:r>
              <a:rPr lang="en-US" dirty="0" err="1" smtClean="0">
                <a:latin typeface="Arial Black" panose="020B0A04020102020204" pitchFamily="34" charset="0"/>
              </a:rPr>
              <a:t>Omugabe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539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Yezu otutegyekye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Tube abawe twena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Hangusa engoma yaawe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Kubuura ensi yoona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365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8. Ori </a:t>
            </a:r>
            <a:r>
              <a:rPr lang="en-US" dirty="0" err="1" smtClean="0">
                <a:latin typeface="Arial Black" panose="020B0A04020102020204" pitchFamily="34" charset="0"/>
              </a:rPr>
              <a:t>mbwenu</a:t>
            </a:r>
            <a:r>
              <a:rPr lang="en-US" dirty="0" smtClean="0">
                <a:latin typeface="Arial Black" panose="020B0A04020102020204" pitchFamily="34" charset="0"/>
              </a:rPr>
              <a:t> aha </a:t>
            </a:r>
            <a:r>
              <a:rPr lang="en-US" dirty="0" err="1" smtClean="0">
                <a:latin typeface="Arial Black" panose="020B0A04020102020204" pitchFamily="34" charset="0"/>
              </a:rPr>
              <a:t>buryo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bwa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sho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Noohaisibwa</a:t>
            </a:r>
            <a:r>
              <a:rPr lang="en-US" dirty="0" smtClean="0">
                <a:latin typeface="Arial Black" panose="020B0A04020102020204" pitchFamily="34" charset="0"/>
              </a:rPr>
              <a:t> engoma yaawe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Boona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eki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nikyo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kigambo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Kasingye</a:t>
            </a:r>
            <a:r>
              <a:rPr lang="en-US" dirty="0" smtClean="0">
                <a:latin typeface="Arial Black" panose="020B0A04020102020204" pitchFamily="34" charset="0"/>
              </a:rPr>
              <a:t> Yesu </a:t>
            </a:r>
            <a:r>
              <a:rPr lang="en-US" dirty="0" err="1" smtClean="0">
                <a:latin typeface="Arial Black" panose="020B0A04020102020204" pitchFamily="34" charset="0"/>
              </a:rPr>
              <a:t>Omugabe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260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43</Words>
  <Application>Microsoft Office PowerPoint</Application>
  <PresentationFormat>On-screen Show (4:3)</PresentationFormat>
  <Paragraphs>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Algerian</vt:lpstr>
      <vt:lpstr>Arial</vt:lpstr>
      <vt:lpstr>Arial Black</vt:lpstr>
      <vt:lpstr>Calibri</vt:lpstr>
      <vt:lpstr>Calibri Light</vt:lpstr>
      <vt:lpstr>Office Theme</vt:lpstr>
      <vt:lpstr>YEZU OTUTEGYEKYE  CHRS Yezu otutegyekye  Tube abawe twena Hangusa engoma yaawe  Kubuura ensi yoona</vt:lpstr>
      <vt:lpstr>1. N’obu abantu baraabe baingi Abakwangira obugabe Itwe ai Yesu omucunguzi Twatura ku oba Omugabe.</vt:lpstr>
      <vt:lpstr>  CHRS Yezu otutegyekye  Tube abawe twena Hangusa engoma yaawe  Kubuura ensi yoona   </vt:lpstr>
      <vt:lpstr>2. Okuzaarwa omu nsi nk’omuntu Waburwa ekitiinwa kyawe Kunu owaawe omu iguru Okagabwa ori Omugabe.</vt:lpstr>
      <vt:lpstr>  CHRS Yezu otutegyekye  Tube abawe twena Hangusa engoma yaawe  Kubuura ensi yoona   </vt:lpstr>
      <vt:lpstr>3.Omu bw’omuntu owaakuzaire Ni Maria Nyakuhiirwa Heza we na Yosefu iba Bakomooka aha Mugabe. </vt:lpstr>
      <vt:lpstr>  CHRS Yezu otutegyekye  Tube abawe twena Hangusa engoma yaawe  Kubuura ensi yoona   </vt:lpstr>
      <vt:lpstr>4.N’omu nyanga ya Betelemu Yesu okiri akereere Nitukureeba nk’omunaku Tukuramya nk’Omugabe.</vt:lpstr>
      <vt:lpstr>  CHRS Yezu otutegyekye  Tube abawe twena Hangusa engoma yaawe  Kubuura ensi yoona   </vt:lpstr>
      <vt:lpstr>5.Ab’eihanga ryawe nka boona Aha kiro kya Mataagi Baakamuza nibayogoora Hossana Yesu Omugabe</vt:lpstr>
      <vt:lpstr>  CHRS Yezu otutegyekye  Tube abawe twena Hangusa engoma yaawe  Kubuura ensi yoona   </vt:lpstr>
      <vt:lpstr>6. Abakwangiire obugabe Bakamarwayo Pilaato Owaahandikiire ekihandiiko Ngu ni Yesu Omugabe</vt:lpstr>
      <vt:lpstr>  CHRS Yezu otutegyekye  Tube abawe twena Hangusa engoma yaawe  Kubuura ensi yoona   </vt:lpstr>
      <vt:lpstr>7. Omu Misa n’omu komuniyo Kandi omu Tabernakulo Hoona n’obu orayesherekye Tuhamya ku ori Omugabe</vt:lpstr>
      <vt:lpstr>  CHRS Yezu otutegyekye  Tube abawe twena Hangusa engoma yaawe  Kubuura ensi yoona   </vt:lpstr>
      <vt:lpstr>8. Ori mbwenu aha buryo bwa sho Noohaisibwa engoma yaawe Boona eki nikyo kigambo Kasingye Yesu Omugabe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YEZU OTUTEGYEKYE  Yezu otutegyekye  Tube abawe twena Hangusa engoma yaawe  Kubuura ensi yoona</dc:title>
  <dc:creator>Admin</dc:creator>
  <cp:lastModifiedBy>Admin</cp:lastModifiedBy>
  <cp:revision>6</cp:revision>
  <dcterms:created xsi:type="dcterms:W3CDTF">2023-04-01T06:48:03Z</dcterms:created>
  <dcterms:modified xsi:type="dcterms:W3CDTF">2023-04-01T13:09:51Z</dcterms:modified>
</cp:coreProperties>
</file>