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6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D4F0-CE85-4B28-BEFC-C357F4DC6A2C}" type="datetimeFigureOut">
              <a:rPr lang="en-US" smtClean="0"/>
              <a:t>8/6/2022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5FA0-C5A5-47BF-9F15-263238D2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3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D4F0-CE85-4B28-BEFC-C357F4DC6A2C}" type="datetimeFigureOut">
              <a:rPr lang="en-US" smtClean="0"/>
              <a:t>8/6/2022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5FA0-C5A5-47BF-9F15-263238D2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89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D4F0-CE85-4B28-BEFC-C357F4DC6A2C}" type="datetimeFigureOut">
              <a:rPr lang="en-US" smtClean="0"/>
              <a:t>8/6/2022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5FA0-C5A5-47BF-9F15-263238D2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86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D4F0-CE85-4B28-BEFC-C357F4DC6A2C}" type="datetimeFigureOut">
              <a:rPr lang="en-US" smtClean="0"/>
              <a:t>8/6/2022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5FA0-C5A5-47BF-9F15-263238D2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5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D4F0-CE85-4B28-BEFC-C357F4DC6A2C}" type="datetimeFigureOut">
              <a:rPr lang="en-US" smtClean="0"/>
              <a:t>8/6/2022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5FA0-C5A5-47BF-9F15-263238D2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96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D4F0-CE85-4B28-BEFC-C357F4DC6A2C}" type="datetimeFigureOut">
              <a:rPr lang="en-US" smtClean="0"/>
              <a:t>8/6/2022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5FA0-C5A5-47BF-9F15-263238D2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095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D4F0-CE85-4B28-BEFC-C357F4DC6A2C}" type="datetimeFigureOut">
              <a:rPr lang="en-US" smtClean="0"/>
              <a:t>8/6/2022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5FA0-C5A5-47BF-9F15-263238D2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84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D4F0-CE85-4B28-BEFC-C357F4DC6A2C}" type="datetimeFigureOut">
              <a:rPr lang="en-US" smtClean="0"/>
              <a:t>8/6/2022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5FA0-C5A5-47BF-9F15-263238D2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29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D4F0-CE85-4B28-BEFC-C357F4DC6A2C}" type="datetimeFigureOut">
              <a:rPr lang="en-US" smtClean="0"/>
              <a:t>8/6/2022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5FA0-C5A5-47BF-9F15-263238D2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37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D4F0-CE85-4B28-BEFC-C357F4DC6A2C}" type="datetimeFigureOut">
              <a:rPr lang="en-US" smtClean="0"/>
              <a:t>8/6/2022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5FA0-C5A5-47BF-9F15-263238D2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3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D4F0-CE85-4B28-BEFC-C357F4DC6A2C}" type="datetimeFigureOut">
              <a:rPr lang="en-US" smtClean="0"/>
              <a:t>8/6/2022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5FA0-C5A5-47BF-9F15-263238D2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6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BD4F0-CE85-4B28-BEFC-C357F4DC6A2C}" type="datetimeFigureOut">
              <a:rPr lang="en-US" smtClean="0"/>
              <a:t>8/6/2022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F5FA0-C5A5-47BF-9F15-263238D2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2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Elephant" panose="02020904090505020303" pitchFamily="18" charset="0"/>
              </a:rPr>
              <a:t>YEZU MAGARA GANGYE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1. Yezu </a:t>
            </a:r>
            <a:r>
              <a:rPr lang="en-US" dirty="0" err="1" smtClean="0">
                <a:latin typeface="Arial Black" panose="020B0A04020102020204" pitchFamily="34" charset="0"/>
              </a:rPr>
              <a:t>magara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gangye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ndiisa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Yezu </a:t>
            </a:r>
            <a:r>
              <a:rPr lang="en-US" dirty="0" err="1" smtClean="0">
                <a:latin typeface="Arial Black" panose="020B0A04020102020204" pitchFamily="34" charset="0"/>
              </a:rPr>
              <a:t>Rugaba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rwangye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ntunga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Muriisa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boona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bambe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niiwe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Mugati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gw’abarungi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boona</a:t>
            </a:r>
            <a:r>
              <a:rPr lang="en-US" dirty="0" smtClean="0">
                <a:latin typeface="Arial Black" panose="020B0A04020102020204" pitchFamily="34" charset="0"/>
              </a:rPr>
              <a:t>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858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2. </a:t>
            </a:r>
            <a:r>
              <a:rPr lang="en-US" dirty="0" err="1" smtClean="0">
                <a:latin typeface="Arial Black" panose="020B0A04020102020204" pitchFamily="34" charset="0"/>
              </a:rPr>
              <a:t>Omweha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boona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niiwe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ndiibwa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Obeeha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ku’obatunga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boona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Omuntu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weena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oyeziire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Omweha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weena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weeza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Nkunzi</a:t>
            </a:r>
            <a:r>
              <a:rPr lang="en-US" dirty="0" smtClean="0">
                <a:latin typeface="Arial Black" panose="020B0A04020102020204" pitchFamily="34" charset="0"/>
              </a:rPr>
              <a:t>.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3.Omusaseredoti </a:t>
            </a:r>
            <a:r>
              <a:rPr lang="en-US" dirty="0" err="1" smtClean="0">
                <a:latin typeface="Arial Black" panose="020B0A04020102020204" pitchFamily="34" charset="0"/>
              </a:rPr>
              <a:t>ngugo’amwine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Omu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Mugaati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nan’Eviini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Abesiirwe’ahabugyenyi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bwe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Katuri’abahiirwa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buzima</a:t>
            </a:r>
            <a:r>
              <a:rPr lang="en-US" dirty="0" smtClean="0">
                <a:latin typeface="Arial Black" panose="020B0A04020102020204" pitchFamily="34" charset="0"/>
              </a:rPr>
              <a:t>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215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4. </a:t>
            </a:r>
            <a:r>
              <a:rPr lang="en-US" dirty="0" err="1" smtClean="0">
                <a:latin typeface="Arial Black" panose="020B0A04020102020204" pitchFamily="34" charset="0"/>
              </a:rPr>
              <a:t>Busingye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bw’abakwine</a:t>
            </a:r>
            <a:r>
              <a:rPr lang="en-US" dirty="0" smtClean="0">
                <a:latin typeface="Arial Black" panose="020B0A04020102020204" pitchFamily="34" charset="0"/>
              </a:rPr>
              <a:t> Yezu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Otwine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n’obutwire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mbwenu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Kibunda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kyaitu</a:t>
            </a:r>
            <a:r>
              <a:rPr lang="en-US" dirty="0" smtClean="0">
                <a:latin typeface="Arial Black" panose="020B0A04020102020204" pitchFamily="34" charset="0"/>
              </a:rPr>
              <a:t> Yezu </a:t>
            </a:r>
            <a:r>
              <a:rPr lang="en-US" dirty="0" err="1" smtClean="0">
                <a:latin typeface="Arial Black" panose="020B0A04020102020204" pitchFamily="34" charset="0"/>
              </a:rPr>
              <a:t>Kristu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Ndeta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busingye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ntunga</a:t>
            </a:r>
            <a:r>
              <a:rPr lang="en-US" dirty="0" smtClean="0">
                <a:latin typeface="Arial Black" panose="020B0A04020102020204" pitchFamily="34" charset="0"/>
              </a:rPr>
              <a:t>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189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14</Words>
  <Application>Microsoft Office PowerPoint</Application>
  <PresentationFormat>On-screen Show 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Elephant</vt:lpstr>
      <vt:lpstr>Office Theme</vt:lpstr>
      <vt:lpstr>YEZU MAGARA GANGYE  1. Yezu magara gangye ndiisa Yezu Rugaba rwangye ntunga Muriisa boona bambe niiwe Mugati gw’abarungi boona.</vt:lpstr>
      <vt:lpstr>2. Omweha boona niiwe ndiibwa Obeeha ku’obatunga boona Omuntu weena oyeziire Omweha weena weeza Nkunzi.  3.Omusaseredoti ngugo’amwine Omu Mugaati nan’Eviini Abesiirwe’ahabugyenyi bwe Katuri’abahiirwa buzima.</vt:lpstr>
      <vt:lpstr>4. Busingye bw’abakwine Yezu Otwine n’obutwire mbwenu Kibunda kyaitu Yezu Kristu Ndeta busingye ntunga.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YEZU MAGARA GANGYE  1. Yezu magara gangye ndiisa Yezu Rugaba rwangye ntunga Muriisa boona bambe niiwe Mugati gw’abarungi boona.</dc:title>
  <dc:creator>Admin</dc:creator>
  <cp:lastModifiedBy>Admin</cp:lastModifiedBy>
  <cp:revision>2</cp:revision>
  <dcterms:created xsi:type="dcterms:W3CDTF">2022-08-06T19:42:18Z</dcterms:created>
  <dcterms:modified xsi:type="dcterms:W3CDTF">2022-08-06T19:55:14Z</dcterms:modified>
</cp:coreProperties>
</file>