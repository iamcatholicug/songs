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8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1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3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3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9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8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0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4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87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7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F1377-B13B-4736-A39D-129EE5A81254}" type="datetimeFigureOut">
              <a:rPr lang="en-US" smtClean="0"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8EB31-23FA-4A2D-8C80-64F4B4828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44" y="997973"/>
            <a:ext cx="8944347" cy="4909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00"/>
                </a:solidFill>
              </a:rPr>
              <a:t>1. </a:t>
            </a:r>
            <a:r>
              <a:rPr lang="en-US" sz="6000" b="1" dirty="0">
                <a:solidFill>
                  <a:srgbClr val="002060"/>
                </a:solidFill>
              </a:rPr>
              <a:t>Eizooba ryorwakana Akagira entumwa ze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Obunyamurwa naabatona mukore nkanye</a:t>
            </a:r>
            <a:endParaRPr lang="en-US" sz="6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9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84" y="1078131"/>
            <a:ext cx="8873094" cy="4775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                </a:t>
            </a:r>
            <a:r>
              <a:rPr lang="en-US" sz="5400" b="1" dirty="0" err="1">
                <a:solidFill>
                  <a:srgbClr val="002060"/>
                </a:solidFill>
              </a:rPr>
              <a:t>Omanye</a:t>
            </a:r>
            <a:r>
              <a:rPr lang="en-US" sz="5400" b="1" dirty="0">
                <a:solidFill>
                  <a:srgbClr val="002060"/>
                </a:solidFill>
              </a:rPr>
              <a:t>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Okunde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Orangye Yezu nyakurunga eizooba buzima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Orwakana orurikwera</a:t>
            </a:r>
            <a:endParaRPr lang="en-US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10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58" y="1033599"/>
            <a:ext cx="8899814" cy="4882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00"/>
                </a:solidFill>
              </a:rPr>
              <a:t>                      </a:t>
            </a:r>
            <a:r>
              <a:rPr lang="en-US" sz="6000" b="1" dirty="0">
                <a:solidFill>
                  <a:srgbClr val="FF0000"/>
                </a:solidFill>
              </a:rPr>
              <a:t>2.</a:t>
            </a:r>
            <a:r>
              <a:rPr lang="en-US" sz="6000" b="1" dirty="0">
                <a:solidFill>
                  <a:srgbClr val="FFFF00"/>
                </a:solidFill>
              </a:rPr>
              <a:t>  </a:t>
            </a:r>
            <a:r>
              <a:rPr lang="en-US" sz="6000" b="1" dirty="0">
                <a:solidFill>
                  <a:srgbClr val="002060"/>
                </a:solidFill>
              </a:rPr>
              <a:t>Akaha nentumwa ze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Omugaati gwa’magara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Yabariisa boona hamwe mukore nkanye</a:t>
            </a:r>
            <a:endParaRPr lang="en-US" sz="6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04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57" y="1006880"/>
            <a:ext cx="8917627" cy="484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                    Iwe rya Yezu oigute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Otsinde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Nyakurunga eizooba buzima orwakana orurikwera</a:t>
            </a:r>
            <a:endParaRPr lang="en-US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50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45" y="971253"/>
            <a:ext cx="8935439" cy="4918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                 </a:t>
            </a:r>
            <a:r>
              <a:rPr lang="en-US" sz="6000" b="1" dirty="0">
                <a:solidFill>
                  <a:srgbClr val="FF0000"/>
                </a:solidFill>
              </a:rPr>
              <a:t>3.</a:t>
            </a:r>
            <a:r>
              <a:rPr lang="en-US" sz="6000" b="1" dirty="0">
                <a:solidFill>
                  <a:srgbClr val="002060"/>
                </a:solidFill>
              </a:rPr>
              <a:t> Obwo naviini naayo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Akabaha kubanywaho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2060"/>
                </a:solidFill>
              </a:rPr>
              <a:t>Obwo eri nyashagama ye mukore nkanye</a:t>
            </a:r>
            <a:endParaRPr lang="en-US" sz="6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83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38" y="989066"/>
            <a:ext cx="8890907" cy="4891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Otungye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Orerwe Yezu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Oshabe Yezu nyakurunga eizooba buzima 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</a:rPr>
              <a:t>Orwakana orurikwera </a:t>
            </a:r>
            <a:endParaRPr lang="en-US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45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2021-04-14T13:03:19Z</dcterms:created>
  <dcterms:modified xsi:type="dcterms:W3CDTF">2021-04-14T13:03:54Z</dcterms:modified>
</cp:coreProperties>
</file>