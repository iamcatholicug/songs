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/>
          <a:lstStyle/>
          <a:p>
            <a:r>
              <a:rPr lang="en-US" dirty="0" smtClean="0"/>
              <a:t>OBUGYENYI </a:t>
            </a:r>
            <a:r>
              <a:rPr lang="en-US" dirty="0" smtClean="0"/>
              <a:t>BWA </a:t>
            </a:r>
            <a:r>
              <a:rPr lang="en-US" dirty="0" smtClean="0"/>
              <a:t>YEZU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001000" cy="4648200"/>
          </a:xfrm>
        </p:spPr>
        <p:txBody>
          <a:bodyPr/>
          <a:lstStyle/>
          <a:p>
            <a:pPr algn="l"/>
            <a:r>
              <a:rPr lang="en-US" dirty="0" err="1" smtClean="0"/>
              <a:t>Obugyenyi</a:t>
            </a:r>
            <a:r>
              <a:rPr lang="en-US" dirty="0" smtClean="0"/>
              <a:t> </a:t>
            </a:r>
            <a:r>
              <a:rPr lang="en-US" dirty="0" err="1" smtClean="0"/>
              <a:t>bwa</a:t>
            </a:r>
            <a:r>
              <a:rPr lang="en-US" dirty="0" smtClean="0"/>
              <a:t> Yezu </a:t>
            </a:r>
            <a:r>
              <a:rPr lang="en-US" dirty="0" err="1" smtClean="0"/>
              <a:t>bwahire</a:t>
            </a:r>
            <a:r>
              <a:rPr lang="en-US" dirty="0" smtClean="0"/>
              <a:t> </a:t>
            </a:r>
            <a:r>
              <a:rPr lang="en-US" dirty="0" err="1" smtClean="0"/>
              <a:t>mwije</a:t>
            </a:r>
            <a:r>
              <a:rPr lang="en-US" dirty="0" smtClean="0"/>
              <a:t> </a:t>
            </a:r>
            <a:r>
              <a:rPr lang="en-US" dirty="0" err="1" smtClean="0"/>
              <a:t>tubutahe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x2</a:t>
            </a:r>
            <a:endParaRPr lang="en-US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 smtClean="0"/>
              <a:t>Tubutahe</a:t>
            </a:r>
            <a:r>
              <a:rPr lang="en-US" dirty="0" smtClean="0"/>
              <a:t> we </a:t>
            </a:r>
            <a:r>
              <a:rPr lang="en-US" dirty="0" err="1" smtClean="0"/>
              <a:t>aturiise</a:t>
            </a:r>
            <a:r>
              <a:rPr lang="en-US" dirty="0" smtClean="0"/>
              <a:t> ,   </a:t>
            </a:r>
            <a:r>
              <a:rPr lang="en-US" dirty="0" err="1" smtClean="0"/>
              <a:t>mwije</a:t>
            </a:r>
            <a:r>
              <a:rPr lang="en-US" dirty="0" smtClean="0"/>
              <a:t> </a:t>
            </a:r>
            <a:r>
              <a:rPr lang="en-US" dirty="0" err="1" smtClean="0"/>
              <a:t>tubutahe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Tubutahe</a:t>
            </a:r>
            <a:r>
              <a:rPr lang="en-US" dirty="0" smtClean="0"/>
              <a:t> we </a:t>
            </a:r>
            <a:r>
              <a:rPr lang="en-US" dirty="0" err="1" smtClean="0"/>
              <a:t>atunywise</a:t>
            </a:r>
            <a:r>
              <a:rPr lang="en-US" dirty="0" smtClean="0"/>
              <a:t>        ``          ``</a:t>
            </a:r>
            <a:endParaRPr 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2. </a:t>
            </a:r>
            <a:r>
              <a:rPr lang="en-US" dirty="0" err="1" smtClean="0"/>
              <a:t>Omukundwa</a:t>
            </a:r>
            <a:r>
              <a:rPr lang="en-US" dirty="0" smtClean="0"/>
              <a:t> </a:t>
            </a:r>
            <a:r>
              <a:rPr lang="en-US" dirty="0" err="1" smtClean="0"/>
              <a:t>wensi</a:t>
            </a:r>
            <a:r>
              <a:rPr lang="en-US" dirty="0" smtClean="0"/>
              <a:t> </a:t>
            </a:r>
            <a:r>
              <a:rPr lang="en-US" dirty="0" err="1" smtClean="0"/>
              <a:t>yoona</a:t>
            </a:r>
            <a:r>
              <a:rPr lang="en-US" dirty="0" smtClean="0"/>
              <a:t>,         ``         ``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Omukundwa</a:t>
            </a:r>
            <a:r>
              <a:rPr lang="en-US" dirty="0" smtClean="0"/>
              <a:t> </a:t>
            </a:r>
            <a:r>
              <a:rPr lang="en-US" dirty="0" err="1" smtClean="0"/>
              <a:t>weitu</a:t>
            </a:r>
            <a:r>
              <a:rPr lang="en-US" dirty="0" smtClean="0"/>
              <a:t> </a:t>
            </a:r>
            <a:r>
              <a:rPr lang="en-US" dirty="0" err="1" smtClean="0"/>
              <a:t>twena</a:t>
            </a:r>
            <a:r>
              <a:rPr lang="en-US" dirty="0" smtClean="0"/>
              <a:t>           ``        ``</a:t>
            </a:r>
            <a:endParaRPr lang="en-US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3. </a:t>
            </a:r>
            <a:r>
              <a:rPr lang="en-US" dirty="0" err="1" smtClean="0"/>
              <a:t>Abamweha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bahirwa</a:t>
            </a:r>
            <a:r>
              <a:rPr lang="en-US" dirty="0" smtClean="0"/>
              <a:t>,          ``            ``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Bine</a:t>
            </a:r>
            <a:r>
              <a:rPr lang="en-US" dirty="0" smtClean="0"/>
              <a:t> </a:t>
            </a:r>
            <a:r>
              <a:rPr lang="en-US" dirty="0" err="1" smtClean="0"/>
              <a:t>amaani</a:t>
            </a:r>
            <a:r>
              <a:rPr lang="en-US" dirty="0" smtClean="0"/>
              <a:t> </a:t>
            </a:r>
            <a:r>
              <a:rPr lang="en-US" dirty="0" err="1" smtClean="0"/>
              <a:t>nobusingye</a:t>
            </a:r>
            <a:r>
              <a:rPr lang="en-US" dirty="0" smtClean="0"/>
              <a:t>          ``            ``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4. </a:t>
            </a:r>
            <a:r>
              <a:rPr lang="en-US" dirty="0" err="1" smtClean="0"/>
              <a:t>Abashaija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nabasyara</a:t>
            </a:r>
            <a:r>
              <a:rPr lang="en-US" dirty="0" smtClean="0"/>
              <a:t> ,        ``              ``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Tubutahe</a:t>
            </a:r>
            <a:r>
              <a:rPr lang="en-US" dirty="0" smtClean="0"/>
              <a:t> </a:t>
            </a:r>
            <a:r>
              <a:rPr lang="en-US" dirty="0" err="1" smtClean="0"/>
              <a:t>n`omuhimbo</a:t>
            </a:r>
            <a:r>
              <a:rPr lang="en-US" dirty="0" smtClean="0"/>
              <a:t> ,          ``             ``</a:t>
            </a:r>
            <a:endParaRPr lang="en-US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5. </a:t>
            </a:r>
            <a:r>
              <a:rPr lang="en-US" dirty="0" err="1" smtClean="0"/>
              <a:t>Omurisa</a:t>
            </a:r>
            <a:r>
              <a:rPr lang="en-US" dirty="0" smtClean="0"/>
              <a:t> </a:t>
            </a:r>
            <a:r>
              <a:rPr lang="en-US" dirty="0" err="1" smtClean="0"/>
              <a:t>wensi</a:t>
            </a:r>
            <a:r>
              <a:rPr lang="en-US" dirty="0" smtClean="0"/>
              <a:t> </a:t>
            </a:r>
            <a:r>
              <a:rPr lang="en-US" dirty="0" err="1" smtClean="0"/>
              <a:t>yoona</a:t>
            </a:r>
            <a:r>
              <a:rPr lang="en-US" dirty="0" smtClean="0"/>
              <a:t>,            ``               ``</a:t>
            </a:r>
          </a:p>
          <a:p>
            <a:pPr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Omurisa</a:t>
            </a:r>
            <a:r>
              <a:rPr lang="en-US" dirty="0" smtClean="0"/>
              <a:t> </a:t>
            </a:r>
            <a:r>
              <a:rPr lang="en-US" dirty="0" err="1" smtClean="0"/>
              <a:t>weitu</a:t>
            </a:r>
            <a:r>
              <a:rPr lang="en-US" dirty="0" smtClean="0"/>
              <a:t> </a:t>
            </a:r>
            <a:r>
              <a:rPr lang="en-US" dirty="0" err="1" smtClean="0"/>
              <a:t>twena</a:t>
            </a:r>
            <a:r>
              <a:rPr lang="en-US" dirty="0" smtClean="0"/>
              <a:t>              ``              ``</a:t>
            </a:r>
            <a:endParaRPr lang="en-US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</TotalTime>
  <Words>77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OBUGYENYI BWA YEZU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OBUGYENYI BYA YEZU</dc:title>
  <dc:creator>student2</dc:creator>
  <cp:lastModifiedBy>user</cp:lastModifiedBy>
  <cp:revision>5</cp:revision>
  <dcterms:created xsi:type="dcterms:W3CDTF">2006-08-16T00:00:00Z</dcterms:created>
  <dcterms:modified xsi:type="dcterms:W3CDTF">2022-08-31T23:35:52Z</dcterms:modified>
</cp:coreProperties>
</file>