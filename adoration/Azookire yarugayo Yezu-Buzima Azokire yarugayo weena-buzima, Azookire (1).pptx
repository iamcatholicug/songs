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5EC1C-EC50-48F5-AC0C-82FD597ED934}" type="datetimeFigureOut">
              <a:rPr lang="en-US" smtClean="0"/>
              <a:pPr/>
              <a:t>3/15/2024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1CBCA-0B6C-49A6-B5F2-804E632987A0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998730"/>
            <a:ext cx="9036496" cy="585927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Yezu-</a:t>
            </a:r>
            <a:r>
              <a:rPr lang="en-GB" sz="4050" b="1" dirty="0" err="1">
                <a:latin typeface="Arial Black" panose="020B0A04020102020204" pitchFamily="34" charset="0"/>
              </a:rPr>
              <a:t>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weena-buzima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yaija </a:t>
            </a:r>
            <a:r>
              <a:rPr lang="en-GB" sz="4050" b="1" dirty="0" err="1">
                <a:latin typeface="Arial Black" panose="020B0A04020102020204" pitchFamily="34" charset="0"/>
              </a:rPr>
              <a:t>aine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amaani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mwije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tumuhaise</a:t>
            </a:r>
            <a:endParaRPr lang="en-GB" sz="405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6743"/>
            <a:ext cx="9144000" cy="419446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85763" indent="-385763" algn="ctr">
              <a:lnSpc>
                <a:spcPct val="150000"/>
              </a:lnSpc>
              <a:buAutoNum type="arabicPlain"/>
            </a:pPr>
            <a:r>
              <a:rPr lang="en-GB" sz="3200" b="1" dirty="0">
                <a:latin typeface="Arial Black" panose="020B0A04020102020204" pitchFamily="34" charset="0"/>
              </a:rPr>
              <a:t>.</a:t>
            </a:r>
            <a:r>
              <a:rPr lang="en-GB" sz="3200" b="1" dirty="0" err="1">
                <a:latin typeface="Arial Black" panose="020B0A04020102020204" pitchFamily="34" charset="0"/>
              </a:rPr>
              <a:t>Omuhangi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akaha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abantu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boona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ensi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nungyi</a:t>
            </a:r>
            <a:r>
              <a:rPr lang="en-GB" sz="32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200" b="1" dirty="0" err="1">
                <a:latin typeface="Arial Black" panose="020B0A04020102020204" pitchFamily="34" charset="0"/>
              </a:rPr>
              <a:t>Nyarubara</a:t>
            </a:r>
            <a:r>
              <a:rPr lang="en-GB" sz="3200" b="1" dirty="0">
                <a:latin typeface="Arial Black" panose="020B0A04020102020204" pitchFamily="34" charset="0"/>
              </a:rPr>
              <a:t> yaija </a:t>
            </a:r>
            <a:r>
              <a:rPr lang="en-GB" sz="3200" b="1" dirty="0" err="1">
                <a:latin typeface="Arial Black" panose="020B0A04020102020204" pitchFamily="34" charset="0"/>
              </a:rPr>
              <a:t>yagishisha</a:t>
            </a:r>
            <a:r>
              <a:rPr lang="en-GB" sz="32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200" b="1" dirty="0" err="1">
                <a:latin typeface="Arial Black" panose="020B0A04020102020204" pitchFamily="34" charset="0"/>
              </a:rPr>
              <a:t>Omutasingwa</a:t>
            </a:r>
            <a:r>
              <a:rPr lang="en-GB" sz="3200" b="1" dirty="0">
                <a:latin typeface="Arial Black" panose="020B0A04020102020204" pitchFamily="34" charset="0"/>
              </a:rPr>
              <a:t>  </a:t>
            </a:r>
            <a:r>
              <a:rPr lang="en-GB" sz="3200" b="1" dirty="0" err="1">
                <a:latin typeface="Arial Black" panose="020B0A04020102020204" pitchFamily="34" charset="0"/>
              </a:rPr>
              <a:t>Yezu</a:t>
            </a:r>
            <a:r>
              <a:rPr lang="en-GB" sz="3200" b="1" dirty="0">
                <a:latin typeface="Arial Black" panose="020B0A04020102020204" pitchFamily="34" charset="0"/>
              </a:rPr>
              <a:t> </a:t>
            </a:r>
            <a:r>
              <a:rPr lang="en-GB" sz="3200" b="1" dirty="0" err="1">
                <a:latin typeface="Arial Black" panose="020B0A04020102020204" pitchFamily="34" charset="0"/>
              </a:rPr>
              <a:t>yaagifeera</a:t>
            </a:r>
            <a:r>
              <a:rPr lang="en-GB" sz="3200" b="1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8730"/>
            <a:ext cx="9144000" cy="487854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Yezu-</a:t>
            </a:r>
            <a:r>
              <a:rPr lang="en-GB" sz="4050" b="1" dirty="0" err="1">
                <a:latin typeface="Arial Black" panose="020B0A04020102020204" pitchFamily="34" charset="0"/>
              </a:rPr>
              <a:t>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weena-buzima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yaija </a:t>
            </a:r>
            <a:r>
              <a:rPr lang="en-GB" sz="4050" b="1" dirty="0" err="1">
                <a:latin typeface="Arial Black" panose="020B0A04020102020204" pitchFamily="34" charset="0"/>
              </a:rPr>
              <a:t>aine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amaani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mwije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tumuhaise</a:t>
            </a:r>
            <a:endParaRPr lang="en-GB" sz="405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00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846" y="2348880"/>
            <a:ext cx="9144000" cy="45091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85763" indent="-385763" algn="ctr">
              <a:lnSpc>
                <a:spcPct val="150000"/>
              </a:lnSpc>
              <a:buAutoNum type="arabicPlain" startAt="2"/>
            </a:pPr>
            <a:r>
              <a:rPr lang="en-GB" sz="4000" b="1" dirty="0">
                <a:latin typeface="Arial Black" panose="020B0A04020102020204" pitchFamily="34" charset="0"/>
              </a:rPr>
              <a:t>.</a:t>
            </a:r>
            <a:r>
              <a:rPr lang="en-GB" sz="4000" b="1" dirty="0" err="1">
                <a:latin typeface="Arial Black" panose="020B0A04020102020204" pitchFamily="34" charset="0"/>
              </a:rPr>
              <a:t>Omuhangi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akaija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omunsi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yaitu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ebonaire</a:t>
            </a:r>
            <a:r>
              <a:rPr lang="en-GB" sz="40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4000" b="1" dirty="0" err="1">
                <a:latin typeface="Arial Black" panose="020B0A04020102020204" pitchFamily="34" charset="0"/>
              </a:rPr>
              <a:t>obunaku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bwahika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yaayekundira</a:t>
            </a:r>
            <a:r>
              <a:rPr lang="en-GB" sz="40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4000" b="1" dirty="0" err="1">
                <a:latin typeface="Arial Black" panose="020B0A04020102020204" pitchFamily="34" charset="0"/>
              </a:rPr>
              <a:t>okutujuna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twena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yaatufera</a:t>
            </a:r>
            <a:endParaRPr lang="en-GB" sz="4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8730"/>
            <a:ext cx="9144000" cy="487854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Yezu-</a:t>
            </a:r>
            <a:r>
              <a:rPr lang="en-GB" sz="4050" b="1" dirty="0" err="1">
                <a:latin typeface="Arial Black" panose="020B0A04020102020204" pitchFamily="34" charset="0"/>
              </a:rPr>
              <a:t>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weena-buzima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yaija </a:t>
            </a:r>
            <a:r>
              <a:rPr lang="en-GB" sz="4050" b="1" dirty="0" err="1">
                <a:latin typeface="Arial Black" panose="020B0A04020102020204" pitchFamily="34" charset="0"/>
              </a:rPr>
              <a:t>aine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amaani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mwije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tumuhaise</a:t>
            </a:r>
            <a:endParaRPr lang="en-GB" sz="405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75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4" y="2708920"/>
            <a:ext cx="9144000" cy="414908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85763" indent="-385763" algn="ctr">
              <a:lnSpc>
                <a:spcPct val="150000"/>
              </a:lnSpc>
              <a:buAutoNum type="arabicPlain" startAt="3"/>
            </a:pPr>
            <a:r>
              <a:rPr lang="en-GB" sz="4000" b="1" dirty="0">
                <a:latin typeface="Arial Black" panose="020B0A04020102020204" pitchFamily="34" charset="0"/>
              </a:rPr>
              <a:t>.</a:t>
            </a:r>
            <a:r>
              <a:rPr lang="en-GB" sz="4000" b="1" dirty="0" err="1">
                <a:latin typeface="Arial Black" panose="020B0A04020102020204" pitchFamily="34" charset="0"/>
              </a:rPr>
              <a:t>Baayamuza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neryo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iraka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ryabo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bamubamba</a:t>
            </a:r>
            <a:r>
              <a:rPr lang="en-GB" sz="4000" b="1" dirty="0">
                <a:latin typeface="Arial Black" panose="020B0A04020102020204" pitchFamily="34" charset="0"/>
              </a:rPr>
              <a:t>,</a:t>
            </a:r>
          </a:p>
          <a:p>
            <a:pPr marL="385763" indent="-385763" algn="ctr">
              <a:lnSpc>
                <a:spcPct val="150000"/>
              </a:lnSpc>
              <a:buNone/>
            </a:pPr>
            <a:r>
              <a:rPr lang="en-GB" sz="4000" b="1" dirty="0">
                <a:latin typeface="Arial Black" panose="020B0A04020102020204" pitchFamily="34" charset="0"/>
              </a:rPr>
              <a:t>       </a:t>
            </a:r>
            <a:r>
              <a:rPr lang="en-GB" sz="4000" b="1" dirty="0" err="1">
                <a:latin typeface="Arial Black" panose="020B0A04020102020204" pitchFamily="34" charset="0"/>
              </a:rPr>
              <a:t>Gwahwamu</a:t>
            </a:r>
            <a:r>
              <a:rPr lang="en-GB" sz="4000" b="1" dirty="0">
                <a:latin typeface="Arial Black" panose="020B0A04020102020204" pitchFamily="34" charset="0"/>
              </a:rPr>
              <a:t> Yezu </a:t>
            </a:r>
            <a:r>
              <a:rPr lang="en-GB" sz="4000" b="1" dirty="0" err="1">
                <a:latin typeface="Arial Black" panose="020B0A04020102020204" pitchFamily="34" charset="0"/>
              </a:rPr>
              <a:t>bamuzika</a:t>
            </a:r>
            <a:r>
              <a:rPr lang="en-GB" sz="4000" b="1" dirty="0">
                <a:latin typeface="Arial Black" panose="020B0A04020102020204" pitchFamily="34" charset="0"/>
              </a:rPr>
              <a:t>,</a:t>
            </a:r>
          </a:p>
          <a:p>
            <a:pPr marL="385763" indent="-385763" algn="ctr">
              <a:lnSpc>
                <a:spcPct val="150000"/>
              </a:lnSpc>
              <a:buNone/>
            </a:pPr>
            <a:r>
              <a:rPr lang="en-GB" sz="4000" b="1" dirty="0" err="1">
                <a:latin typeface="Arial Black" panose="020B0A04020102020204" pitchFamily="34" charset="0"/>
              </a:rPr>
              <a:t>Omutatiina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Yezu</a:t>
            </a:r>
            <a:r>
              <a:rPr lang="en-GB" sz="4000" b="1" dirty="0">
                <a:latin typeface="Arial Black" panose="020B0A04020102020204" pitchFamily="34" charset="0"/>
              </a:rPr>
              <a:t> </a:t>
            </a:r>
            <a:r>
              <a:rPr lang="en-GB" sz="4000" b="1" dirty="0" err="1">
                <a:latin typeface="Arial Black" panose="020B0A04020102020204" pitchFamily="34" charset="0"/>
              </a:rPr>
              <a:t>yagiraara</a:t>
            </a:r>
            <a:r>
              <a:rPr lang="en-GB" sz="4000" b="1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8730"/>
            <a:ext cx="9144000" cy="487854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Yezu-</a:t>
            </a:r>
            <a:r>
              <a:rPr lang="en-GB" sz="4050" b="1" dirty="0" err="1">
                <a:latin typeface="Arial Black" panose="020B0A04020102020204" pitchFamily="34" charset="0"/>
              </a:rPr>
              <a:t>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weena-buzima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yaija </a:t>
            </a:r>
            <a:r>
              <a:rPr lang="en-GB" sz="4050" b="1" dirty="0" err="1">
                <a:latin typeface="Arial Black" panose="020B0A04020102020204" pitchFamily="34" charset="0"/>
              </a:rPr>
              <a:t>aine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amaani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mwije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tumuhaise</a:t>
            </a:r>
            <a:endParaRPr lang="en-GB" sz="405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901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" y="2492896"/>
            <a:ext cx="9144000" cy="403244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85763" indent="-385763" algn="ctr">
              <a:lnSpc>
                <a:spcPct val="150000"/>
              </a:lnSpc>
              <a:buAutoNum type="arabicPlain" startAt="4"/>
            </a:pPr>
            <a:r>
              <a:rPr lang="en-GB" sz="3600" dirty="0">
                <a:latin typeface="Arial Black" panose="020B0A04020102020204" pitchFamily="34" charset="0"/>
              </a:rPr>
              <a:t>.</a:t>
            </a:r>
            <a:r>
              <a:rPr lang="en-GB" sz="3600" b="1" dirty="0" err="1">
                <a:latin typeface="Arial Black" panose="020B0A04020102020204" pitchFamily="34" charset="0"/>
              </a:rPr>
              <a:t>Nyamugabe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okunda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abantu</a:t>
            </a:r>
            <a:r>
              <a:rPr lang="en-GB" sz="3600" b="1" dirty="0">
                <a:latin typeface="Arial Black" panose="020B0A04020102020204" pitchFamily="34" charset="0"/>
              </a:rPr>
              <a:t> yaija </a:t>
            </a:r>
            <a:r>
              <a:rPr lang="en-GB" sz="3600" b="1" dirty="0" err="1">
                <a:latin typeface="Arial Black" panose="020B0A04020102020204" pitchFamily="34" charset="0"/>
              </a:rPr>
              <a:t>kubazoora</a:t>
            </a:r>
            <a:r>
              <a:rPr lang="en-GB" sz="36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twimukye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bambe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abarokweirwe</a:t>
            </a:r>
            <a:r>
              <a:rPr lang="en-GB" sz="3600" b="1" dirty="0">
                <a:latin typeface="Arial Black" panose="020B0A04020102020204" pitchFamily="34" charset="0"/>
              </a:rPr>
              <a:t>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>
                <a:latin typeface="Arial Black" panose="020B0A04020102020204" pitchFamily="34" charset="0"/>
              </a:rPr>
              <a:t>      </a:t>
            </a:r>
            <a:r>
              <a:rPr lang="en-GB" sz="3600" b="1" dirty="0" err="1">
                <a:latin typeface="Arial Black" panose="020B0A04020102020204" pitchFamily="34" charset="0"/>
              </a:rPr>
              <a:t>Omucunguzi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twena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yaatujarika</a:t>
            </a:r>
            <a:r>
              <a:rPr lang="en-GB" sz="3600" b="1" dirty="0">
                <a:latin typeface="Arial Black" panose="020B0A04020102020204" pitchFamily="34" charset="0"/>
              </a:rPr>
              <a:t>.</a:t>
            </a:r>
            <a:endParaRPr lang="en-GB" sz="3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8730"/>
            <a:ext cx="9144000" cy="487854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Yezu-</a:t>
            </a:r>
            <a:r>
              <a:rPr lang="en-GB" sz="4050" b="1" dirty="0" err="1">
                <a:latin typeface="Arial Black" panose="020B0A04020102020204" pitchFamily="34" charset="0"/>
              </a:rPr>
              <a:t>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yarugayo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weena-buzima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yaija </a:t>
            </a:r>
            <a:r>
              <a:rPr lang="en-GB" sz="4050" b="1" dirty="0" err="1">
                <a:latin typeface="Arial Black" panose="020B0A04020102020204" pitchFamily="34" charset="0"/>
              </a:rPr>
              <a:t>aine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amaani</a:t>
            </a:r>
            <a:r>
              <a:rPr lang="en-GB" sz="4050" b="1" dirty="0">
                <a:latin typeface="Arial Black" panose="020B0A04020102020204" pitchFamily="34" charset="0"/>
              </a:rPr>
              <a:t>,</a:t>
            </a:r>
            <a:br>
              <a:rPr lang="en-GB" sz="4050" b="1" dirty="0">
                <a:latin typeface="Arial Black" panose="020B0A04020102020204" pitchFamily="34" charset="0"/>
              </a:rPr>
            </a:br>
            <a:r>
              <a:rPr lang="en-GB" sz="4050" b="1" dirty="0" err="1">
                <a:latin typeface="Arial Black" panose="020B0A04020102020204" pitchFamily="34" charset="0"/>
              </a:rPr>
              <a:t>Azookire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mwije</a:t>
            </a:r>
            <a:r>
              <a:rPr lang="en-GB" sz="4050" b="1" dirty="0">
                <a:latin typeface="Arial Black" panose="020B0A04020102020204" pitchFamily="34" charset="0"/>
              </a:rPr>
              <a:t> </a:t>
            </a:r>
            <a:r>
              <a:rPr lang="en-GB" sz="4050" b="1" dirty="0" err="1">
                <a:latin typeface="Arial Black" panose="020B0A04020102020204" pitchFamily="34" charset="0"/>
              </a:rPr>
              <a:t>tumuhaise</a:t>
            </a:r>
            <a:endParaRPr lang="en-GB" sz="405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2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92896"/>
            <a:ext cx="9144000" cy="423711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85763" indent="-385763" algn="ctr">
              <a:lnSpc>
                <a:spcPct val="150000"/>
              </a:lnSpc>
              <a:buAutoNum type="arabicPlain" startAt="5"/>
            </a:pPr>
            <a:r>
              <a:rPr lang="en-GB" sz="3600" dirty="0">
                <a:latin typeface="Arial Black" panose="020B0A04020102020204" pitchFamily="34" charset="0"/>
              </a:rPr>
              <a:t>.</a:t>
            </a:r>
            <a:r>
              <a:rPr lang="en-GB" sz="3600" b="1" dirty="0" err="1">
                <a:latin typeface="Arial Black" panose="020B0A04020102020204" pitchFamily="34" charset="0"/>
              </a:rPr>
              <a:t>Akashaayura</a:t>
            </a:r>
            <a:r>
              <a:rPr lang="en-GB" sz="3600" b="1" dirty="0">
                <a:latin typeface="Arial Black" panose="020B0A04020102020204" pitchFamily="34" charset="0"/>
              </a:rPr>
              <a:t> abo </a:t>
            </a:r>
            <a:r>
              <a:rPr lang="en-GB" sz="3600" b="1" dirty="0" err="1">
                <a:latin typeface="Arial Black" panose="020B0A04020102020204" pitchFamily="34" charset="0"/>
              </a:rPr>
              <a:t>Bayudaya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bamureebya</a:t>
            </a:r>
            <a:r>
              <a:rPr lang="en-GB" sz="3600" b="1" dirty="0">
                <a:latin typeface="Arial Black" panose="020B0A04020102020204" pitchFamily="34" charset="0"/>
              </a:rPr>
              <a:t> 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Nfurankye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yaimwe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zaamwehakana</a:t>
            </a:r>
            <a:r>
              <a:rPr lang="en-GB" sz="3600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Nyakwezoora</a:t>
            </a:r>
            <a:r>
              <a:rPr lang="en-GB" sz="3600" b="1" dirty="0">
                <a:latin typeface="Arial Black" panose="020B0A04020102020204" pitchFamily="34" charset="0"/>
              </a:rPr>
              <a:t> Yezu ngugwo yaija</a:t>
            </a:r>
            <a:endParaRPr lang="en-GB" sz="3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96</Words>
  <Application>Microsoft Office PowerPoint</Application>
  <PresentationFormat>On-screen Show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Azookire yarugayo Yezu-Buzima,  Azokire yarugayo weena-buzima,  Azookire yaija aine amaani, Azookire mwije tumuhaise</vt:lpstr>
      <vt:lpstr>PowerPoint Presentation</vt:lpstr>
      <vt:lpstr>Azookire yarugayo Yezu-Buzima,  Azokire yarugayo weena-buzima,  Azookire yaija aine amaani, Azookire mwije tumuhaise</vt:lpstr>
      <vt:lpstr>PowerPoint Presentation</vt:lpstr>
      <vt:lpstr>Azookire yarugayo Yezu-Buzima,  Azokire yarugayo weena-buzima,  Azookire yaija aine amaani, Azookire mwije tumuhaise</vt:lpstr>
      <vt:lpstr>PowerPoint Presentation</vt:lpstr>
      <vt:lpstr>Azookire yarugayo Yezu-Buzima,  Azokire yarugayo weena-buzima,  Azookire yaija aine amaani, Azookire mwije tumuhaise</vt:lpstr>
      <vt:lpstr>PowerPoint Presentation</vt:lpstr>
      <vt:lpstr>Azookire yarugayo Yezu-Buzima,  Azokire yarugayo weena-buzima,  Azookire yaija aine amaani, Azookire mwije tumuhaise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Azookire yarugayo Yezu-Buzima Azokire yarugayo weena-buzima, Azookire yaija aine amaani,Azookire mwije tumuhaise</dc:title>
  <dc:creator>dell</dc:creator>
  <cp:lastModifiedBy>HP</cp:lastModifiedBy>
  <cp:revision>29</cp:revision>
  <dcterms:created xsi:type="dcterms:W3CDTF">2014-04-10T12:11:20Z</dcterms:created>
  <dcterms:modified xsi:type="dcterms:W3CDTF">2024-03-15T17:28:22Z</dcterms:modified>
</cp:coreProperties>
</file>