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64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ll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ll dir="d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Chrs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000" dirty="0" err="1"/>
              <a:t>Azookire</a:t>
            </a:r>
            <a:r>
              <a:rPr lang="en-US" sz="4000" dirty="0"/>
              <a:t> </a:t>
            </a:r>
            <a:r>
              <a:rPr lang="en-US" sz="4000" dirty="0" err="1"/>
              <a:t>yarugayo</a:t>
            </a:r>
            <a:r>
              <a:rPr lang="en-US" sz="4000" dirty="0"/>
              <a:t> </a:t>
            </a:r>
            <a:r>
              <a:rPr lang="en-US" sz="4000" dirty="0" err="1"/>
              <a:t>yezu</a:t>
            </a:r>
            <a:r>
              <a:rPr lang="en-US" sz="4000" dirty="0"/>
              <a:t>               </a:t>
            </a:r>
            <a:r>
              <a:rPr lang="en-US" sz="4000" dirty="0" err="1"/>
              <a:t>buzima</a:t>
            </a:r>
            <a:endParaRPr lang="en-US" sz="4000" dirty="0"/>
          </a:p>
          <a:p>
            <a:pPr>
              <a:buNone/>
            </a:pPr>
            <a:r>
              <a:rPr lang="en-US" sz="4000" dirty="0" err="1"/>
              <a:t>Azookire</a:t>
            </a:r>
            <a:r>
              <a:rPr lang="en-US" sz="4000" dirty="0"/>
              <a:t> </a:t>
            </a:r>
            <a:r>
              <a:rPr lang="en-US" sz="4000" dirty="0" err="1"/>
              <a:t>yarugayo</a:t>
            </a:r>
            <a:r>
              <a:rPr lang="en-US" sz="4000" dirty="0"/>
              <a:t> </a:t>
            </a:r>
            <a:r>
              <a:rPr lang="en-US" sz="4000" dirty="0" err="1"/>
              <a:t>weena</a:t>
            </a:r>
            <a:r>
              <a:rPr lang="en-US" sz="4000" dirty="0"/>
              <a:t>                 ,,</a:t>
            </a:r>
          </a:p>
          <a:p>
            <a:pPr>
              <a:buNone/>
            </a:pPr>
            <a:r>
              <a:rPr lang="en-US" sz="4000" dirty="0" err="1"/>
              <a:t>Azookire</a:t>
            </a:r>
            <a:r>
              <a:rPr lang="en-US" sz="4000" dirty="0"/>
              <a:t> </a:t>
            </a:r>
            <a:r>
              <a:rPr lang="en-US" sz="4000" dirty="0" err="1">
                <a:hlinkClick r:id="rId2" action="ppaction://hlinksldjump"/>
              </a:rPr>
              <a:t>yaija</a:t>
            </a:r>
            <a:r>
              <a:rPr lang="en-US" sz="4000" dirty="0"/>
              <a:t> </a:t>
            </a:r>
            <a:r>
              <a:rPr lang="en-US" sz="4000" dirty="0" err="1">
                <a:hlinkClick r:id="rId3" action="ppaction://hlinksldjump"/>
              </a:rPr>
              <a:t>ain’amaani</a:t>
            </a:r>
            <a:r>
              <a:rPr lang="en-US" sz="4000" dirty="0"/>
              <a:t>                 ,,</a:t>
            </a:r>
          </a:p>
          <a:p>
            <a:pPr>
              <a:buNone/>
            </a:pPr>
            <a:r>
              <a:rPr lang="en-US" sz="4000" dirty="0" err="1">
                <a:hlinkClick r:id="rId4" action="ppaction://hlinksldjump"/>
              </a:rPr>
              <a:t>Azookire</a:t>
            </a:r>
            <a:r>
              <a:rPr lang="en-US" sz="4000" dirty="0"/>
              <a:t> </a:t>
            </a:r>
            <a:r>
              <a:rPr lang="en-US" sz="4000" dirty="0" err="1">
                <a:hlinkClick r:id="rId5" action="ppaction://hlinksldjump"/>
              </a:rPr>
              <a:t>mwije</a:t>
            </a:r>
            <a:r>
              <a:rPr lang="en-US" sz="4000" dirty="0"/>
              <a:t> </a:t>
            </a:r>
            <a:r>
              <a:rPr lang="en-US" sz="4000" dirty="0" err="1">
                <a:hlinkClick r:id="rId6" action="ppaction://hlinksldjump"/>
              </a:rPr>
              <a:t>tumuhaise</a:t>
            </a:r>
            <a:endParaRPr lang="en-US" sz="4000" dirty="0"/>
          </a:p>
        </p:txBody>
      </p:sp>
    </p:spTree>
  </p:cSld>
  <p:clrMapOvr>
    <a:masterClrMapping/>
  </p:clrMapOvr>
  <p:transition spd="slow">
    <p:pull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800" dirty="0" err="1"/>
              <a:t>Omuhangi</a:t>
            </a:r>
            <a:r>
              <a:rPr lang="en-US" sz="4800" dirty="0"/>
              <a:t> </a:t>
            </a:r>
            <a:r>
              <a:rPr lang="en-US" sz="4800" dirty="0" err="1"/>
              <a:t>akaha</a:t>
            </a:r>
            <a:r>
              <a:rPr lang="en-US" sz="4800" dirty="0"/>
              <a:t> </a:t>
            </a:r>
            <a:r>
              <a:rPr lang="en-US" sz="4800" dirty="0" err="1"/>
              <a:t>abantu</a:t>
            </a:r>
            <a:r>
              <a:rPr lang="en-US" sz="4800" dirty="0"/>
              <a:t> </a:t>
            </a:r>
            <a:r>
              <a:rPr lang="en-US" sz="4800" dirty="0" err="1"/>
              <a:t>boona</a:t>
            </a:r>
            <a:r>
              <a:rPr lang="en-US" sz="4800" dirty="0"/>
              <a:t> </a:t>
            </a:r>
            <a:r>
              <a:rPr lang="en-US" sz="4800" dirty="0" err="1"/>
              <a:t>ensi</a:t>
            </a:r>
            <a:r>
              <a:rPr lang="en-US" sz="4800" dirty="0"/>
              <a:t> </a:t>
            </a:r>
            <a:r>
              <a:rPr lang="en-US" sz="4800" dirty="0" err="1"/>
              <a:t>nungi</a:t>
            </a:r>
            <a:endParaRPr lang="en-US" sz="4800" dirty="0"/>
          </a:p>
          <a:p>
            <a:pPr>
              <a:buNone/>
            </a:pPr>
            <a:r>
              <a:rPr lang="en-US" sz="4800" dirty="0" err="1"/>
              <a:t>Nyarubura</a:t>
            </a:r>
            <a:r>
              <a:rPr lang="en-US" sz="4800" dirty="0"/>
              <a:t> </a:t>
            </a:r>
            <a:r>
              <a:rPr lang="en-US" sz="4800" dirty="0" err="1"/>
              <a:t>haija</a:t>
            </a:r>
            <a:r>
              <a:rPr lang="en-US" sz="4800" dirty="0"/>
              <a:t> </a:t>
            </a:r>
            <a:r>
              <a:rPr lang="en-US" sz="4800" dirty="0" err="1"/>
              <a:t>yagishiisha</a:t>
            </a:r>
            <a:r>
              <a:rPr lang="en-US" sz="4800" dirty="0"/>
              <a:t> </a:t>
            </a:r>
          </a:p>
          <a:p>
            <a:pPr>
              <a:buNone/>
            </a:pPr>
            <a:r>
              <a:rPr lang="en-US" sz="4800" dirty="0" err="1"/>
              <a:t>Omutasiingwa</a:t>
            </a:r>
            <a:r>
              <a:rPr lang="en-US" sz="4800" dirty="0"/>
              <a:t> </a:t>
            </a:r>
            <a:r>
              <a:rPr lang="en-US" sz="4800" dirty="0" err="1"/>
              <a:t>yaija</a:t>
            </a:r>
            <a:r>
              <a:rPr lang="en-US" sz="4800" dirty="0"/>
              <a:t> </a:t>
            </a:r>
            <a:r>
              <a:rPr lang="en-US" sz="4800" dirty="0" err="1">
                <a:hlinkClick r:id="rId2" action="ppaction://hlinksldjump"/>
              </a:rPr>
              <a:t>yagifeera</a:t>
            </a:r>
            <a:endParaRPr lang="en-US" sz="4800" dirty="0"/>
          </a:p>
        </p:txBody>
      </p:sp>
    </p:spTree>
  </p:cSld>
  <p:clrMapOvr>
    <a:masterClrMapping/>
  </p:clrMapOvr>
  <p:transition spd="slow">
    <p:pull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800" dirty="0" err="1"/>
              <a:t>Omuhangi</a:t>
            </a:r>
            <a:r>
              <a:rPr lang="en-US" sz="4800" dirty="0"/>
              <a:t> </a:t>
            </a:r>
            <a:r>
              <a:rPr lang="en-US" sz="4800" dirty="0" err="1"/>
              <a:t>akaija</a:t>
            </a:r>
            <a:r>
              <a:rPr lang="en-US" sz="4800" dirty="0"/>
              <a:t> </a:t>
            </a:r>
            <a:r>
              <a:rPr lang="en-US" sz="4800" dirty="0" err="1"/>
              <a:t>omunsi</a:t>
            </a:r>
            <a:r>
              <a:rPr lang="en-US" sz="4800" dirty="0"/>
              <a:t> </a:t>
            </a:r>
            <a:r>
              <a:rPr lang="en-US" sz="4800" dirty="0" err="1"/>
              <a:t>yaitu</a:t>
            </a:r>
            <a:r>
              <a:rPr lang="en-US" sz="4800" dirty="0"/>
              <a:t> </a:t>
            </a:r>
            <a:r>
              <a:rPr lang="en-US" sz="4800" dirty="0" err="1"/>
              <a:t>eboneire</a:t>
            </a:r>
            <a:endParaRPr lang="en-US" sz="4800" dirty="0"/>
          </a:p>
          <a:p>
            <a:pPr>
              <a:buNone/>
            </a:pPr>
            <a:r>
              <a:rPr lang="en-US" sz="4800" dirty="0" err="1"/>
              <a:t>Obunaku</a:t>
            </a:r>
            <a:r>
              <a:rPr lang="en-US" sz="4800" dirty="0"/>
              <a:t> </a:t>
            </a:r>
            <a:r>
              <a:rPr lang="en-US" sz="4800" dirty="0" err="1"/>
              <a:t>bwahika</a:t>
            </a:r>
            <a:r>
              <a:rPr lang="en-US" sz="4800" dirty="0"/>
              <a:t> </a:t>
            </a:r>
            <a:r>
              <a:rPr lang="en-US" sz="4800" dirty="0" err="1"/>
              <a:t>yayekundira</a:t>
            </a:r>
            <a:r>
              <a:rPr lang="en-US" sz="4800" dirty="0"/>
              <a:t> </a:t>
            </a:r>
          </a:p>
          <a:p>
            <a:pPr>
              <a:buNone/>
            </a:pPr>
            <a:r>
              <a:rPr lang="en-US" sz="4800" dirty="0" err="1"/>
              <a:t>Okutujuna</a:t>
            </a:r>
            <a:r>
              <a:rPr lang="en-US" sz="4800" dirty="0"/>
              <a:t> </a:t>
            </a:r>
            <a:r>
              <a:rPr lang="en-US" sz="4800" dirty="0" err="1"/>
              <a:t>tweena</a:t>
            </a:r>
            <a:r>
              <a:rPr lang="en-US" sz="4800" dirty="0"/>
              <a:t> </a:t>
            </a:r>
            <a:r>
              <a:rPr lang="en-US" sz="4800" dirty="0" err="1">
                <a:hlinkClick r:id="rId2" action="ppaction://hlinksldjump"/>
              </a:rPr>
              <a:t>yatufeera</a:t>
            </a:r>
            <a:endParaRPr lang="en-US" sz="4800" dirty="0"/>
          </a:p>
        </p:txBody>
      </p:sp>
    </p:spTree>
  </p:cSld>
  <p:clrMapOvr>
    <a:masterClrMapping/>
  </p:clrMapOvr>
  <p:transition spd="slow">
    <p:pull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5400" dirty="0" err="1"/>
              <a:t>Baayamuza</a:t>
            </a:r>
            <a:r>
              <a:rPr lang="en-US" sz="5400" dirty="0"/>
              <a:t> </a:t>
            </a:r>
            <a:r>
              <a:rPr lang="en-US" sz="5400" dirty="0" err="1"/>
              <a:t>neryo</a:t>
            </a:r>
            <a:r>
              <a:rPr lang="en-US" sz="5400" dirty="0"/>
              <a:t> </a:t>
            </a:r>
            <a:r>
              <a:rPr lang="en-US" sz="5400" dirty="0" err="1"/>
              <a:t>iraka</a:t>
            </a:r>
            <a:r>
              <a:rPr lang="en-US" sz="5400" dirty="0"/>
              <a:t> </a:t>
            </a:r>
            <a:r>
              <a:rPr lang="en-US" sz="5400" dirty="0" err="1"/>
              <a:t>ryaabo</a:t>
            </a:r>
            <a:r>
              <a:rPr lang="en-US" sz="5400" dirty="0"/>
              <a:t> ,</a:t>
            </a:r>
            <a:r>
              <a:rPr lang="en-US" sz="5400" dirty="0" err="1"/>
              <a:t>bamubamba</a:t>
            </a:r>
            <a:endParaRPr lang="en-US" sz="5400" dirty="0"/>
          </a:p>
          <a:p>
            <a:pPr>
              <a:buNone/>
            </a:pPr>
            <a:r>
              <a:rPr lang="en-US" sz="5400" dirty="0" err="1"/>
              <a:t>Gwahwamu</a:t>
            </a:r>
            <a:r>
              <a:rPr lang="en-US" sz="5400" dirty="0"/>
              <a:t> </a:t>
            </a:r>
            <a:r>
              <a:rPr lang="en-US" sz="5400" dirty="0" err="1"/>
              <a:t>yezu</a:t>
            </a:r>
            <a:r>
              <a:rPr lang="en-US" sz="5400" dirty="0"/>
              <a:t> </a:t>
            </a:r>
            <a:r>
              <a:rPr lang="en-US" sz="5400" dirty="0" err="1"/>
              <a:t>bamuziika</a:t>
            </a:r>
            <a:endParaRPr lang="en-US" sz="5400" dirty="0"/>
          </a:p>
          <a:p>
            <a:pPr>
              <a:buNone/>
            </a:pPr>
            <a:r>
              <a:rPr lang="en-US" sz="5400" dirty="0" err="1"/>
              <a:t>Omutatiina</a:t>
            </a:r>
            <a:r>
              <a:rPr lang="en-US" sz="5400" dirty="0"/>
              <a:t> </a:t>
            </a:r>
            <a:r>
              <a:rPr lang="en-US" sz="5400" dirty="0" err="1"/>
              <a:t>yezu</a:t>
            </a:r>
            <a:r>
              <a:rPr lang="en-US" sz="5400" dirty="0"/>
              <a:t> </a:t>
            </a:r>
            <a:r>
              <a:rPr lang="en-US" sz="5400" dirty="0" err="1">
                <a:hlinkClick r:id="rId2" action="ppaction://hlinksldjump"/>
              </a:rPr>
              <a:t>yagirara</a:t>
            </a:r>
            <a:endParaRPr lang="en-US" sz="5400" dirty="0"/>
          </a:p>
        </p:txBody>
      </p:sp>
    </p:spTree>
  </p:cSld>
  <p:clrMapOvr>
    <a:masterClrMapping/>
  </p:clrMapOvr>
  <p:transition spd="slow">
    <p:pull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5400" dirty="0" err="1"/>
              <a:t>Akansaanyura</a:t>
            </a:r>
            <a:r>
              <a:rPr lang="en-US" sz="5400" dirty="0"/>
              <a:t> </a:t>
            </a:r>
            <a:r>
              <a:rPr lang="en-US" sz="5400" dirty="0" err="1"/>
              <a:t>abo</a:t>
            </a:r>
            <a:r>
              <a:rPr lang="en-US" sz="5400" dirty="0"/>
              <a:t> </a:t>
            </a:r>
            <a:r>
              <a:rPr lang="en-US" sz="5400" dirty="0" err="1"/>
              <a:t>baayudaya</a:t>
            </a:r>
            <a:r>
              <a:rPr lang="en-US" sz="5400" dirty="0"/>
              <a:t>  </a:t>
            </a:r>
            <a:r>
              <a:rPr lang="en-US" sz="5400" dirty="0" err="1"/>
              <a:t>bamureebya</a:t>
            </a:r>
            <a:endParaRPr lang="en-US" sz="5400" dirty="0"/>
          </a:p>
          <a:p>
            <a:pPr>
              <a:buNone/>
            </a:pPr>
            <a:r>
              <a:rPr lang="en-US" sz="5400" dirty="0" err="1"/>
              <a:t>Nfura</a:t>
            </a:r>
            <a:r>
              <a:rPr lang="en-US" sz="5400" dirty="0"/>
              <a:t> </a:t>
            </a:r>
            <a:r>
              <a:rPr lang="en-US" sz="5400" dirty="0" err="1"/>
              <a:t>nkye</a:t>
            </a:r>
            <a:r>
              <a:rPr lang="en-US" sz="5400" dirty="0"/>
              <a:t> </a:t>
            </a:r>
            <a:r>
              <a:rPr lang="en-US" sz="5400" dirty="0" err="1"/>
              <a:t>yeimwe</a:t>
            </a:r>
            <a:r>
              <a:rPr lang="en-US" sz="5400" dirty="0"/>
              <a:t> </a:t>
            </a:r>
            <a:r>
              <a:rPr lang="en-US" sz="5400" dirty="0" err="1"/>
              <a:t>zaamwehakana</a:t>
            </a:r>
            <a:endParaRPr lang="en-US" sz="5400" dirty="0"/>
          </a:p>
          <a:p>
            <a:pPr>
              <a:buNone/>
            </a:pPr>
            <a:r>
              <a:rPr lang="en-US" sz="5400" dirty="0" err="1"/>
              <a:t>Omuchunguzi</a:t>
            </a:r>
            <a:r>
              <a:rPr lang="en-US" sz="5400" dirty="0"/>
              <a:t> </a:t>
            </a:r>
            <a:r>
              <a:rPr lang="en-US" sz="5400" dirty="0" err="1"/>
              <a:t>yezu</a:t>
            </a:r>
            <a:r>
              <a:rPr lang="en-US" sz="5400" dirty="0"/>
              <a:t> </a:t>
            </a:r>
            <a:r>
              <a:rPr lang="en-US" sz="5400" dirty="0" err="1">
                <a:hlinkClick r:id="rId2" action="ppaction://hlinksldjump"/>
              </a:rPr>
              <a:t>yagirara</a:t>
            </a:r>
            <a:endParaRPr lang="en-US" sz="5400" dirty="0"/>
          </a:p>
        </p:txBody>
      </p:sp>
    </p:spTree>
  </p:cSld>
  <p:clrMapOvr>
    <a:masterClrMapping/>
  </p:clrMapOvr>
  <p:transition spd="slow">
    <p:pull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800" dirty="0" err="1"/>
              <a:t>Nyamuhanga</a:t>
            </a:r>
            <a:r>
              <a:rPr lang="en-US" sz="4800" dirty="0"/>
              <a:t> </a:t>
            </a:r>
            <a:r>
              <a:rPr lang="en-US" sz="4800" dirty="0" err="1"/>
              <a:t>okunda</a:t>
            </a:r>
            <a:r>
              <a:rPr lang="en-US" sz="4800" dirty="0"/>
              <a:t> </a:t>
            </a:r>
            <a:r>
              <a:rPr lang="en-US" sz="4800" dirty="0" err="1"/>
              <a:t>abantu</a:t>
            </a:r>
            <a:r>
              <a:rPr lang="en-US" sz="4800" dirty="0"/>
              <a:t> </a:t>
            </a:r>
            <a:r>
              <a:rPr lang="en-US" sz="4800" dirty="0" err="1"/>
              <a:t>yaija</a:t>
            </a:r>
            <a:r>
              <a:rPr lang="en-US" sz="4800" dirty="0"/>
              <a:t> </a:t>
            </a:r>
            <a:r>
              <a:rPr lang="en-US" sz="4800" dirty="0" err="1"/>
              <a:t>kubaazoor</a:t>
            </a:r>
            <a:r>
              <a:rPr lang="en-US" sz="4800" dirty="0"/>
              <a:t> </a:t>
            </a:r>
            <a:r>
              <a:rPr lang="en-US" sz="4800" dirty="0" err="1"/>
              <a:t>twimukye</a:t>
            </a:r>
            <a:r>
              <a:rPr lang="en-US" sz="4800" dirty="0"/>
              <a:t>  </a:t>
            </a:r>
            <a:r>
              <a:rPr lang="en-US" sz="4800" dirty="0" err="1"/>
              <a:t>baambe</a:t>
            </a:r>
            <a:r>
              <a:rPr lang="en-US" sz="4800" dirty="0"/>
              <a:t> </a:t>
            </a:r>
            <a:r>
              <a:rPr lang="en-US" sz="4800" dirty="0" err="1"/>
              <a:t>obarokoirwe</a:t>
            </a:r>
            <a:endParaRPr lang="en-US" sz="4800" dirty="0"/>
          </a:p>
          <a:p>
            <a:pPr>
              <a:buNone/>
            </a:pPr>
            <a:r>
              <a:rPr lang="en-US" sz="4800" dirty="0" err="1"/>
              <a:t>Nyakweezoora</a:t>
            </a:r>
            <a:r>
              <a:rPr lang="en-US" sz="4800" dirty="0"/>
              <a:t> </a:t>
            </a:r>
            <a:r>
              <a:rPr lang="en-US" sz="4800" dirty="0" err="1"/>
              <a:t>yezu</a:t>
            </a:r>
            <a:r>
              <a:rPr lang="en-US" sz="4800" dirty="0"/>
              <a:t> </a:t>
            </a:r>
            <a:r>
              <a:rPr lang="en-US" sz="4800" dirty="0" err="1"/>
              <a:t>ngugwo</a:t>
            </a:r>
            <a:r>
              <a:rPr lang="en-US" sz="4800" dirty="0"/>
              <a:t> </a:t>
            </a:r>
            <a:r>
              <a:rPr lang="en-US" sz="4800" dirty="0" err="1">
                <a:hlinkClick r:id="rId2" action="ppaction://hlinksldjump"/>
              </a:rPr>
              <a:t>yaija</a:t>
            </a:r>
            <a:endParaRPr lang="en-US" sz="4800" dirty="0"/>
          </a:p>
        </p:txBody>
      </p:sp>
    </p:spTree>
  </p:cSld>
  <p:clrMapOvr>
    <a:masterClrMapping/>
  </p:clrMapOvr>
  <p:transition spd="slow">
    <p:pull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79</Words>
  <Application>Microsoft Office PowerPoint</Application>
  <PresentationFormat>On-screen Show (4:3)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Chrs </vt:lpstr>
      <vt:lpstr>1</vt:lpstr>
      <vt:lpstr>2</vt:lpstr>
      <vt:lpstr>3</vt:lpstr>
      <vt:lpstr>4</vt:lpstr>
      <vt:lpstr>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Chrs </dc:title>
  <dc:creator>OWAMAANI Claret</dc:creator>
  <cp:lastModifiedBy>HP</cp:lastModifiedBy>
  <cp:revision>15</cp:revision>
  <dcterms:created xsi:type="dcterms:W3CDTF">2006-08-16T00:00:00Z</dcterms:created>
  <dcterms:modified xsi:type="dcterms:W3CDTF">2024-03-15T17:31:52Z</dcterms:modified>
</cp:coreProperties>
</file>