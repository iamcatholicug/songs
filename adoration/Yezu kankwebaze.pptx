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736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83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24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619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543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393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658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318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236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00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783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D6275-F3DC-4C10-AED8-EE076AEE713A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D04D-62EF-465A-940A-8EBCD5443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0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2277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  <a:t>YEZU KANKWEBAZE</a:t>
            </a:r>
            <a:br>
              <a:rPr lang="en-US" sz="4800" dirty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Yezu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kankwebaze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wanzindukira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Waija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wantambira</a:t>
            </a:r>
            <a:r>
              <a:rPr lang="en-US" sz="4000" dirty="0">
                <a:latin typeface="Arial Black" panose="020B0A04020102020204" pitchFamily="34" charset="0"/>
              </a:rPr>
              <a:t>, </a:t>
            </a:r>
            <a:r>
              <a:rPr lang="en-US" sz="4000" dirty="0" err="1">
                <a:latin typeface="Arial Black" panose="020B0A04020102020204" pitchFamily="34" charset="0"/>
              </a:rPr>
              <a:t>wangaburira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Niwe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narya</a:t>
            </a:r>
            <a:r>
              <a:rPr lang="en-US" sz="4000" dirty="0">
                <a:latin typeface="Arial Black" panose="020B0A04020102020204" pitchFamily="34" charset="0"/>
              </a:rPr>
              <a:t>, </a:t>
            </a:r>
            <a:r>
              <a:rPr lang="en-US" sz="4000" dirty="0" err="1">
                <a:latin typeface="Arial Black" panose="020B0A04020102020204" pitchFamily="34" charset="0"/>
              </a:rPr>
              <a:t>buzima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niwe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nanywa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Yaiwe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omugyenyi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Ruhanga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kaije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3010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1.</a:t>
            </a: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wandisa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n’omubiri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gwawe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Kandi </a:t>
            </a:r>
            <a:r>
              <a:rPr lang="en-US" sz="4800" dirty="0" err="1">
                <a:latin typeface="Arial Black" panose="020B0A04020102020204" pitchFamily="34" charset="0"/>
              </a:rPr>
              <a:t>wanyweisa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n’eshagama</a:t>
            </a:r>
            <a:r>
              <a:rPr lang="en-US" sz="4800" dirty="0">
                <a:latin typeface="Arial Black" panose="020B0A04020102020204" pitchFamily="34" charset="0"/>
              </a:rPr>
              <a:t> yaawe</a:t>
            </a:r>
          </a:p>
        </p:txBody>
      </p:sp>
    </p:spTree>
    <p:extLst>
      <p:ext uri="{BB962C8B-B14F-4D97-AF65-F5344CB8AC3E}">
        <p14:creationId xmlns:p14="http://schemas.microsoft.com/office/powerpoint/2010/main" val="38515488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sz="48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4800" dirty="0">
                <a:latin typeface="Arial Black" panose="020B0A04020102020204" pitchFamily="34" charset="0"/>
              </a:rPr>
              <a:t>:</a:t>
            </a:r>
          </a:p>
          <a:p>
            <a:pPr marL="0" indent="0" algn="ctr">
              <a:buNone/>
            </a:pP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kankwebaze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wanzindukira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Waija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wantambira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wangaburira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narya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buzima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nanywa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Yaiwe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omugyenyi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Ruhanga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kaije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3294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582548"/>
            <a:ext cx="9144000" cy="4049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  <a:latin typeface="Arial Black" panose="020B0A04020102020204" pitchFamily="34" charset="0"/>
              </a:rPr>
              <a:t>2.</a:t>
            </a:r>
            <a:r>
              <a:rPr lang="en-US" sz="4400" b="1" dirty="0">
                <a:latin typeface="Arial Black" panose="020B0A04020102020204" pitchFamily="34" charset="0"/>
              </a:rPr>
              <a:t>Yezu </a:t>
            </a:r>
            <a:r>
              <a:rPr lang="en-US" sz="4400" b="1" dirty="0" err="1">
                <a:latin typeface="Arial Black" panose="020B0A04020102020204" pitchFamily="34" charset="0"/>
              </a:rPr>
              <a:t>ninkwebaza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iwe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muhangi</a:t>
            </a:r>
            <a:endParaRPr lang="en-US" sz="4400" b="1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400" b="1" dirty="0" err="1">
                <a:latin typeface="Arial Black" panose="020B0A04020102020204" pitchFamily="34" charset="0"/>
              </a:rPr>
              <a:t>Wanyeha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ngu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mbone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kwera</a:t>
            </a:r>
            <a:r>
              <a:rPr lang="en-US" sz="4400" b="1" dirty="0">
                <a:latin typeface="Arial Black" panose="020B0A04020102020204" pitchFamily="34" charset="0"/>
              </a:rPr>
              <a:t> </a:t>
            </a:r>
            <a:r>
              <a:rPr lang="en-US" sz="4400" b="1" dirty="0" err="1">
                <a:latin typeface="Arial Black" panose="020B0A04020102020204" pitchFamily="34" charset="0"/>
              </a:rPr>
              <a:t>kurungi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38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9" y="90152"/>
            <a:ext cx="9123092" cy="6767848"/>
          </a:xfrm>
        </p:spPr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0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6000" dirty="0">
                <a:latin typeface="Arial Black" panose="020B0A04020102020204" pitchFamily="34" charset="0"/>
              </a:rPr>
              <a:t>:</a:t>
            </a:r>
          </a:p>
          <a:p>
            <a:pPr marL="0" indent="0" algn="ctr">
              <a:buNone/>
            </a:pPr>
            <a:r>
              <a:rPr lang="en-US" sz="6000" dirty="0">
                <a:latin typeface="Arial Black" panose="020B0A04020102020204" pitchFamily="34" charset="0"/>
              </a:rPr>
              <a:t>Yezu </a:t>
            </a:r>
            <a:r>
              <a:rPr lang="en-US" sz="6000" dirty="0" err="1">
                <a:latin typeface="Arial Black" panose="020B0A04020102020204" pitchFamily="34" charset="0"/>
              </a:rPr>
              <a:t>kankwebaze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wanzindukira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 err="1">
                <a:latin typeface="Arial Black" panose="020B0A04020102020204" pitchFamily="34" charset="0"/>
              </a:rPr>
              <a:t>Waija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wantambira</a:t>
            </a:r>
            <a:r>
              <a:rPr lang="en-US" sz="6000" dirty="0">
                <a:latin typeface="Arial Black" panose="020B0A04020102020204" pitchFamily="34" charset="0"/>
              </a:rPr>
              <a:t>, </a:t>
            </a:r>
            <a:r>
              <a:rPr lang="en-US" sz="6000" dirty="0" err="1">
                <a:latin typeface="Arial Black" panose="020B0A04020102020204" pitchFamily="34" charset="0"/>
              </a:rPr>
              <a:t>wangaburira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 err="1">
                <a:latin typeface="Arial Black" panose="020B0A04020102020204" pitchFamily="34" charset="0"/>
              </a:rPr>
              <a:t>Niwe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narya</a:t>
            </a:r>
            <a:r>
              <a:rPr lang="en-US" sz="6000" dirty="0">
                <a:latin typeface="Arial Black" panose="020B0A04020102020204" pitchFamily="34" charset="0"/>
              </a:rPr>
              <a:t>, </a:t>
            </a:r>
            <a:r>
              <a:rPr lang="en-US" sz="6000" dirty="0" err="1">
                <a:latin typeface="Arial Black" panose="020B0A04020102020204" pitchFamily="34" charset="0"/>
              </a:rPr>
              <a:t>buzima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niwe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nanywa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 err="1">
                <a:latin typeface="Arial Black" panose="020B0A04020102020204" pitchFamily="34" charset="0"/>
              </a:rPr>
              <a:t>Yaiwe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omugyenyi</a:t>
            </a: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Ruhanga</a:t>
            </a:r>
            <a:br>
              <a:rPr lang="en-US" sz="6000" dirty="0">
                <a:latin typeface="Arial Black" panose="020B0A04020102020204" pitchFamily="34" charset="0"/>
              </a:rPr>
            </a:br>
            <a:r>
              <a:rPr lang="en-US" sz="6000" dirty="0">
                <a:latin typeface="Arial Black" panose="020B0A04020102020204" pitchFamily="34" charset="0"/>
              </a:rPr>
              <a:t> </a:t>
            </a:r>
            <a:r>
              <a:rPr lang="en-US" sz="6000" dirty="0" err="1">
                <a:latin typeface="Arial Black" panose="020B0A04020102020204" pitchFamily="34" charset="0"/>
              </a:rPr>
              <a:t>kaije</a:t>
            </a:r>
            <a:endParaRPr lang="en-US" sz="6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847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425"/>
            <a:ext cx="9144000" cy="634928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buClr>
                <a:srgbClr val="F496CB">
                  <a:lumMod val="75000"/>
                </a:srgbClr>
              </a:buClr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Kairu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naanywana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n’omugabe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wangye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N’akarungi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kamwe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ntaine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kangye</a:t>
            </a:r>
            <a:r>
              <a:rPr lang="en-US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545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</a:pPr>
            <a:r>
              <a:rPr lang="en-US" sz="48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4800" dirty="0">
                <a:latin typeface="Arial Black" panose="020B0A04020102020204" pitchFamily="34" charset="0"/>
              </a:rPr>
              <a:t>: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kankwebaze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wanzindukira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Waija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wantambira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wangaburira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narya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buzima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nanywa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Yaiwe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omugyenyi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Ruhanga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kaije</a:t>
            </a:r>
            <a:endParaRPr lang="en-US" b="1" dirty="0">
              <a:solidFill>
                <a:prstClr val="black">
                  <a:lumMod val="75000"/>
                  <a:lumOff val="25000"/>
                </a:prstClr>
              </a:solidFill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4663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gradFill>
            <a:gsLst>
              <a:gs pos="88000">
                <a:srgbClr val="C00000"/>
              </a:gs>
              <a:gs pos="89000">
                <a:schemeClr val="bg1"/>
              </a:gs>
              <a:gs pos="90000">
                <a:schemeClr val="accent2">
                  <a:lumMod val="50000"/>
                </a:schemeClr>
              </a:gs>
              <a:gs pos="92000">
                <a:srgbClr val="FFFF00"/>
              </a:gs>
              <a:gs pos="93000">
                <a:srgbClr val="0070C0"/>
              </a:gs>
              <a:gs pos="85000">
                <a:schemeClr val="bg1"/>
              </a:gs>
              <a:gs pos="23000">
                <a:schemeClr val="bg1"/>
              </a:gs>
              <a:gs pos="0">
                <a:schemeClr val="bg1"/>
              </a:gs>
              <a:gs pos="94000">
                <a:srgbClr val="FF0000"/>
              </a:gs>
              <a:gs pos="97000">
                <a:schemeClr val="tx1"/>
              </a:gs>
            </a:gsLst>
            <a:path path="circle">
              <a:fillToRect l="50000" t="130000" r="50000" b="-30000"/>
            </a:path>
          </a:gra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buClr>
                <a:srgbClr val="F496CB">
                  <a:lumMod val="75000"/>
                </a:srgbClr>
              </a:buClr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4.</a:t>
            </a:r>
            <a:r>
              <a:rPr lang="en-US" sz="4000" b="1" dirty="0">
                <a:latin typeface="Arial Black" panose="020B0A04020102020204" pitchFamily="34" charset="0"/>
              </a:rPr>
              <a:t>Yezu </a:t>
            </a:r>
            <a:r>
              <a:rPr lang="en-US" sz="4000" b="1" dirty="0" err="1">
                <a:latin typeface="Arial Black" panose="020B0A04020102020204" pitchFamily="34" charset="0"/>
              </a:rPr>
              <a:t>waakunda</a:t>
            </a:r>
            <a:r>
              <a:rPr lang="en-US" sz="4000" b="1" dirty="0">
                <a:latin typeface="Arial Black" panose="020B0A04020102020204" pitchFamily="34" charset="0"/>
              </a:rPr>
              <a:t> ku </a:t>
            </a:r>
            <a:r>
              <a:rPr lang="en-US" sz="4000" b="1" dirty="0" err="1">
                <a:latin typeface="Arial Black" panose="020B0A04020102020204" pitchFamily="34" charset="0"/>
              </a:rPr>
              <a:t>ntuurana</a:t>
            </a:r>
            <a:r>
              <a:rPr lang="en-US" sz="4000" b="1" dirty="0"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latin typeface="Arial Black" panose="020B0A04020102020204" pitchFamily="34" charset="0"/>
              </a:rPr>
              <a:t>naiwe</a:t>
            </a:r>
            <a:br>
              <a:rPr lang="en-US" sz="4000" b="1" dirty="0">
                <a:latin typeface="Arial Black" panose="020B0A04020102020204" pitchFamily="34" charset="0"/>
              </a:rPr>
            </a:br>
            <a:r>
              <a:rPr lang="en-US" sz="4000" b="1" dirty="0" err="1">
                <a:latin typeface="Arial Black" panose="020B0A04020102020204" pitchFamily="34" charset="0"/>
              </a:rPr>
              <a:t>Kangume</a:t>
            </a:r>
            <a:r>
              <a:rPr lang="en-US" sz="4000" b="1" dirty="0"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latin typeface="Arial Black" panose="020B0A04020102020204" pitchFamily="34" charset="0"/>
              </a:rPr>
              <a:t>naanye</a:t>
            </a:r>
            <a:r>
              <a:rPr lang="en-US" sz="4000" b="1" dirty="0"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latin typeface="Arial Black" panose="020B0A04020102020204" pitchFamily="34" charset="0"/>
              </a:rPr>
              <a:t>ndi</a:t>
            </a:r>
            <a:r>
              <a:rPr lang="en-US" sz="4000" b="1" dirty="0"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latin typeface="Arial Black" panose="020B0A04020102020204" pitchFamily="34" charset="0"/>
              </a:rPr>
              <a:t>omwesigwa</a:t>
            </a:r>
            <a:r>
              <a:rPr lang="en-US" sz="4000" b="1" dirty="0"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latin typeface="Arial Black" panose="020B0A04020102020204" pitchFamily="34" charset="0"/>
              </a:rPr>
              <a:t>waawe</a:t>
            </a:r>
            <a:endParaRPr lang="en-US" sz="4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334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gradFill>
            <a:gsLst>
              <a:gs pos="88000">
                <a:srgbClr val="C00000"/>
              </a:gs>
              <a:gs pos="89000">
                <a:schemeClr val="bg1"/>
              </a:gs>
              <a:gs pos="90000">
                <a:schemeClr val="accent2">
                  <a:lumMod val="50000"/>
                </a:schemeClr>
              </a:gs>
              <a:gs pos="92000">
                <a:srgbClr val="FFFF00"/>
              </a:gs>
              <a:gs pos="93000">
                <a:srgbClr val="0070C0"/>
              </a:gs>
              <a:gs pos="85000">
                <a:schemeClr val="bg1"/>
              </a:gs>
              <a:gs pos="23000">
                <a:schemeClr val="bg1"/>
              </a:gs>
              <a:gs pos="0">
                <a:schemeClr val="bg1"/>
              </a:gs>
              <a:gs pos="94000">
                <a:srgbClr val="FF0000"/>
              </a:gs>
              <a:gs pos="97000">
                <a:schemeClr val="tx1"/>
              </a:gs>
            </a:gsLst>
            <a:path path="circle">
              <a:fillToRect l="50000" t="130000" r="50000" b="-30000"/>
            </a:path>
          </a:gradFill>
        </p:spPr>
        <p:txBody>
          <a:bodyPr>
            <a:normAutofit/>
          </a:bodyPr>
          <a:lstStyle/>
          <a:p>
            <a:pPr marL="0" indent="0" algn="ctr"/>
            <a:r>
              <a:rPr lang="en-US" sz="48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4800" dirty="0">
                <a:latin typeface="Arial Black" panose="020B0A04020102020204" pitchFamily="34" charset="0"/>
              </a:rPr>
              <a:t>: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kankwebaze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wanzindukira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Waija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wantambira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wangaburira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narya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buzima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nanywa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Yaiwe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omugyenyi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Ruhanga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kaije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2098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5.</a:t>
            </a:r>
            <a:r>
              <a:rPr lang="en-US" b="1" dirty="0">
                <a:latin typeface="Arial Black" panose="020B0A04020102020204" pitchFamily="34" charset="0"/>
              </a:rPr>
              <a:t>Niiwe </a:t>
            </a:r>
            <a:r>
              <a:rPr lang="en-US" b="1" dirty="0" err="1">
                <a:latin typeface="Arial Black" panose="020B0A04020102020204" pitchFamily="34" charset="0"/>
              </a:rPr>
              <a:t>naashumbaho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nkunzi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y’abantu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Mpwera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nantungisa</a:t>
            </a:r>
            <a:r>
              <a:rPr lang="en-US" b="1" dirty="0">
                <a:latin typeface="Arial Black" panose="020B0A04020102020204" pitchFamily="34" charset="0"/>
              </a:rPr>
              <a:t>, </a:t>
            </a:r>
            <a:r>
              <a:rPr lang="en-US" b="1" dirty="0" err="1">
                <a:latin typeface="Arial Black" panose="020B0A04020102020204" pitchFamily="34" charset="0"/>
              </a:rPr>
              <a:t>ntakiine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kantu</a:t>
            </a:r>
            <a:endParaRPr lang="en-US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941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/>
            <a:r>
              <a:rPr lang="en-US" sz="48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4800" dirty="0">
                <a:latin typeface="Arial Black" panose="020B0A04020102020204" pitchFamily="34" charset="0"/>
              </a:rPr>
              <a:t>: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kankwebaze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wanzindukira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Waija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wantambira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wangaburira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narya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buzima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nanywa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Yaiwe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omugyenyi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Ruhanga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kaije</a:t>
            </a:r>
            <a:endParaRPr 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9272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853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6.</a:t>
            </a:r>
            <a:r>
              <a:rPr lang="en-US" b="1" dirty="0">
                <a:latin typeface="Arial Black" panose="020B0A04020102020204" pitchFamily="34" charset="0"/>
              </a:rPr>
              <a:t>Niwe </a:t>
            </a:r>
            <a:r>
              <a:rPr lang="en-US" b="1" dirty="0" err="1">
                <a:latin typeface="Arial Black" panose="020B0A04020102020204" pitchFamily="34" charset="0"/>
              </a:rPr>
              <a:t>naakwasa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n’amagara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gangye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 err="1">
                <a:latin typeface="Arial Black" panose="020B0A04020102020204" pitchFamily="34" charset="0"/>
              </a:rPr>
              <a:t>Ntwara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gye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ninyera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bwesigye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bwangye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545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35651"/>
          </a:xfrm>
        </p:spPr>
        <p:txBody>
          <a:bodyPr>
            <a:noAutofit/>
          </a:bodyPr>
          <a:lstStyle/>
          <a:p>
            <a:pPr marL="0" indent="0" algn="ctr"/>
            <a:r>
              <a:rPr lang="en-US" sz="4800" dirty="0" err="1">
                <a:solidFill>
                  <a:srgbClr val="00B0F0"/>
                </a:solidFill>
                <a:latin typeface="Matura MT Script Capitals" panose="03020802060602070202" pitchFamily="66" charset="0"/>
              </a:rPr>
              <a:t>Chrs</a:t>
            </a:r>
            <a:r>
              <a:rPr lang="en-US" sz="4800" dirty="0">
                <a:latin typeface="Arial Black" panose="020B0A04020102020204" pitchFamily="34" charset="0"/>
              </a:rPr>
              <a:t>: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Yezu </a:t>
            </a:r>
            <a:r>
              <a:rPr lang="en-US" sz="4800" dirty="0" err="1">
                <a:latin typeface="Arial Black" panose="020B0A04020102020204" pitchFamily="34" charset="0"/>
              </a:rPr>
              <a:t>kankwebaze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wanzindukira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Waija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wantambira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wangaburira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narya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buzima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nanywa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Yaiwe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omugyenyi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Ruhanga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kaije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1400" dirty="0">
                <a:solidFill>
                  <a:srgbClr val="C00000"/>
                </a:solidFill>
                <a:latin typeface="Arial Black" panose="020B0A04020102020204" pitchFamily="34" charset="0"/>
              </a:rPr>
              <a:t>END</a:t>
            </a:r>
            <a:endParaRPr lang="en-US" sz="1400" b="1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10080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63</Words>
  <Application>Microsoft Office PowerPoint</Application>
  <PresentationFormat>On-screen Show (4:3)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Arial Black</vt:lpstr>
      <vt:lpstr>Calibri</vt:lpstr>
      <vt:lpstr>Calibri Light</vt:lpstr>
      <vt:lpstr>Matura MT Script Capitals</vt:lpstr>
      <vt:lpstr>Office Theme</vt:lpstr>
      <vt:lpstr>YEZU KANKWEBAZE Yezu kankwebaze wanzindukira Waija wantambira, wangaburira Niwe narya, buzima niwe nanywa Yaiwe omugyenyi Ruhanga  kaije</vt:lpstr>
      <vt:lpstr>1.Yezu wandisa n’omubiri gwawe Kandi wanyweisa n’eshagama yaawe</vt:lpstr>
      <vt:lpstr>PowerPoint Presentation</vt:lpstr>
      <vt:lpstr>PowerPoint Presentation</vt:lpstr>
      <vt:lpstr>PowerPoint Presentation</vt:lpstr>
      <vt:lpstr>3.Kairu naanywana n’omugabe wangye, N’akarungi kamwe ntaine na kangye.</vt:lpstr>
      <vt:lpstr>Chrs: Yezu kankwebaze wanzindukira Waija wantambira, wangaburira Niwe narya, buzima niwe nanywa Yaiwe omugyenyi Ruhanga  kaije</vt:lpstr>
      <vt:lpstr>4.Yezu waakunda ku ntuurana naiwe Kangume naanye ndi omwesigwa waawe</vt:lpstr>
      <vt:lpstr>Chrs: Yezu kankwebaze wanzindukira Waija wantambira, wangaburira Niwe narya, buzima niwe nanywa Yaiwe omugyenyi Ruhanga  kaije</vt:lpstr>
      <vt:lpstr>5.Niiwe naashumbaho nkunzi y’abantu Mpwera nantungisa, ntakiine kantu</vt:lpstr>
      <vt:lpstr>Chrs: Yezu kankwebaze wanzindukira Waija wantambira, wangaburira Niwe narya, buzima niwe nanywa Yaiwe omugyenyi Ruhanga  kaije</vt:lpstr>
      <vt:lpstr>6.Niwe naakwasa n’amagara gangye Ntwara gye ninyera bwesigye bwangye</vt:lpstr>
      <vt:lpstr>Chrs: Yezu kankwebaze wanzindukira Waija wantambira, wangaburira Niwe narya, buzima niwe nanywa Yaiwe omugyenyi Ruhanga  kaije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THANKS GIVING YEZU KANKWEBAZE Yezu kankwebaze wanzindukira Waija wantambira, wangaburira Niwe narya, buzima niwe nanywa Yaiwe omugyenyi Ruhanga  kaije</dc:title>
  <dc:creator>Admin</dc:creator>
  <cp:lastModifiedBy>HP</cp:lastModifiedBy>
  <cp:revision>13</cp:revision>
  <dcterms:created xsi:type="dcterms:W3CDTF">2021-03-24T13:18:39Z</dcterms:created>
  <dcterms:modified xsi:type="dcterms:W3CDTF">2024-03-12T18:31:53Z</dcterms:modified>
</cp:coreProperties>
</file>