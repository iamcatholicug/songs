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0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470025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solidFill>
                  <a:srgbClr val="FF0000"/>
                </a:solidFill>
              </a:rPr>
              <a:t>YEZU KANKWEBAZZE</a:t>
            </a:r>
            <a:endParaRPr lang="en-US" sz="6600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143000"/>
            <a:ext cx="8763000" cy="5486400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 err="1" smtClean="0">
                <a:solidFill>
                  <a:schemeClr val="tx1"/>
                </a:solidFill>
              </a:rPr>
              <a:t>yezu</a:t>
            </a:r>
            <a:r>
              <a:rPr lang="en-US" sz="5400" b="1" dirty="0" smtClean="0">
                <a:solidFill>
                  <a:schemeClr val="tx1"/>
                </a:solidFill>
              </a:rPr>
              <a:t> </a:t>
            </a:r>
            <a:r>
              <a:rPr lang="en-US" sz="5400" b="1" dirty="0" err="1" smtClean="0">
                <a:solidFill>
                  <a:schemeClr val="tx1"/>
                </a:solidFill>
              </a:rPr>
              <a:t>kankwebaze</a:t>
            </a:r>
            <a:r>
              <a:rPr lang="en-US" sz="5400" b="1" dirty="0" smtClean="0">
                <a:solidFill>
                  <a:schemeClr val="tx1"/>
                </a:solidFill>
              </a:rPr>
              <a:t> </a:t>
            </a:r>
            <a:r>
              <a:rPr lang="en-US" sz="5400" b="1" dirty="0" err="1" smtClean="0">
                <a:solidFill>
                  <a:schemeClr val="tx1"/>
                </a:solidFill>
              </a:rPr>
              <a:t>wanzindukira</a:t>
            </a:r>
            <a:r>
              <a:rPr lang="en-US" sz="5400" b="1" dirty="0" smtClean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5400" b="1" dirty="0" err="1" smtClean="0">
                <a:solidFill>
                  <a:schemeClr val="tx1"/>
                </a:solidFill>
              </a:rPr>
              <a:t>waij</a:t>
            </a:r>
            <a:r>
              <a:rPr lang="en-US" sz="5400" b="1" dirty="0" smtClean="0">
                <a:solidFill>
                  <a:schemeClr val="tx1"/>
                </a:solidFill>
              </a:rPr>
              <a:t> </a:t>
            </a:r>
            <a:r>
              <a:rPr lang="en-US" sz="5400" b="1" dirty="0" err="1" smtClean="0">
                <a:solidFill>
                  <a:schemeClr val="tx1"/>
                </a:solidFill>
              </a:rPr>
              <a:t>wantambira,wangaburira</a:t>
            </a:r>
            <a:r>
              <a:rPr lang="en-US" sz="5400" b="1" dirty="0" smtClean="0">
                <a:solidFill>
                  <a:schemeClr val="tx1"/>
                </a:solidFill>
              </a:rPr>
              <a:t> </a:t>
            </a:r>
            <a:r>
              <a:rPr lang="en-US" sz="5400" b="1" dirty="0" err="1" smtClean="0">
                <a:solidFill>
                  <a:schemeClr val="tx1"/>
                </a:solidFill>
              </a:rPr>
              <a:t>niwe</a:t>
            </a:r>
            <a:r>
              <a:rPr lang="en-US" sz="5400" b="1" dirty="0" smtClean="0">
                <a:solidFill>
                  <a:schemeClr val="tx1"/>
                </a:solidFill>
              </a:rPr>
              <a:t> </a:t>
            </a:r>
            <a:r>
              <a:rPr lang="en-US" sz="5400" b="1" dirty="0" err="1" smtClean="0">
                <a:solidFill>
                  <a:schemeClr val="tx1"/>
                </a:solidFill>
              </a:rPr>
              <a:t>narya</a:t>
            </a:r>
            <a:r>
              <a:rPr lang="en-US" sz="5400" b="1" dirty="0" smtClean="0">
                <a:solidFill>
                  <a:schemeClr val="tx1"/>
                </a:solidFill>
              </a:rPr>
              <a:t> , </a:t>
            </a:r>
            <a:r>
              <a:rPr lang="en-US" sz="5400" b="1" dirty="0" err="1" smtClean="0">
                <a:solidFill>
                  <a:schemeClr val="tx1"/>
                </a:solidFill>
              </a:rPr>
              <a:t>buzima</a:t>
            </a:r>
            <a:r>
              <a:rPr lang="en-US" sz="5400" b="1" dirty="0" smtClean="0">
                <a:solidFill>
                  <a:schemeClr val="tx1"/>
                </a:solidFill>
              </a:rPr>
              <a:t> </a:t>
            </a:r>
            <a:r>
              <a:rPr lang="en-US" sz="5400" b="1" dirty="0" err="1" smtClean="0">
                <a:solidFill>
                  <a:schemeClr val="tx1"/>
                </a:solidFill>
              </a:rPr>
              <a:t>niwe</a:t>
            </a:r>
            <a:r>
              <a:rPr lang="en-US" sz="5400" b="1" dirty="0" smtClean="0">
                <a:solidFill>
                  <a:schemeClr val="tx1"/>
                </a:solidFill>
              </a:rPr>
              <a:t> </a:t>
            </a:r>
            <a:r>
              <a:rPr lang="en-US" sz="5400" b="1" dirty="0" err="1" smtClean="0">
                <a:solidFill>
                  <a:schemeClr val="tx1"/>
                </a:solidFill>
              </a:rPr>
              <a:t>nanwya</a:t>
            </a:r>
            <a:r>
              <a:rPr lang="en-US" sz="5400" b="1" dirty="0" smtClean="0">
                <a:solidFill>
                  <a:schemeClr val="tx1"/>
                </a:solidFill>
              </a:rPr>
              <a:t> </a:t>
            </a:r>
            <a:r>
              <a:rPr lang="en-US" sz="5400" b="1" dirty="0" err="1" smtClean="0">
                <a:solidFill>
                  <a:schemeClr val="tx1"/>
                </a:solidFill>
              </a:rPr>
              <a:t>yaijwa</a:t>
            </a:r>
            <a:r>
              <a:rPr lang="en-US" sz="5400" b="1" dirty="0" smtClean="0">
                <a:solidFill>
                  <a:schemeClr val="tx1"/>
                </a:solidFill>
              </a:rPr>
              <a:t> </a:t>
            </a:r>
            <a:r>
              <a:rPr lang="en-US" sz="5400" b="1" dirty="0" err="1" smtClean="0">
                <a:solidFill>
                  <a:schemeClr val="tx1"/>
                </a:solidFill>
                <a:hlinkClick r:id="rId2" action="ppaction://hlinksldjump"/>
              </a:rPr>
              <a:t>omugyenyi</a:t>
            </a:r>
            <a:r>
              <a:rPr lang="en-US" sz="5400" b="1" dirty="0" smtClean="0">
                <a:solidFill>
                  <a:schemeClr val="tx1"/>
                </a:solidFill>
              </a:rPr>
              <a:t> </a:t>
            </a:r>
            <a:r>
              <a:rPr lang="en-US" sz="5400" b="1" dirty="0" err="1" smtClean="0">
                <a:solidFill>
                  <a:schemeClr val="tx1"/>
                </a:solidFill>
                <a:hlinkClick r:id="rId3" action="ppaction://hlinksldjump"/>
              </a:rPr>
              <a:t>ruhanga</a:t>
            </a:r>
            <a:r>
              <a:rPr lang="en-US" sz="5400" b="1" dirty="0" smtClean="0">
                <a:solidFill>
                  <a:schemeClr val="tx1"/>
                </a:solidFill>
              </a:rPr>
              <a:t> </a:t>
            </a:r>
            <a:r>
              <a:rPr lang="en-US" sz="5400" b="1" dirty="0" err="1" smtClean="0">
                <a:solidFill>
                  <a:schemeClr val="tx1"/>
                </a:solidFill>
                <a:hlinkClick r:id="rId4" action="ppaction://hlinksldjump"/>
              </a:rPr>
              <a:t>kaija</a:t>
            </a:r>
            <a:endParaRPr lang="en-US" sz="5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b="1" dirty="0" err="1" smtClean="0"/>
              <a:t>Yezu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wandisa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n’omubiri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gwawe</a:t>
            </a:r>
            <a:r>
              <a:rPr lang="en-US" sz="6000" b="1" dirty="0" smtClean="0"/>
              <a:t> </a:t>
            </a:r>
          </a:p>
          <a:p>
            <a:pPr>
              <a:buNone/>
            </a:pPr>
            <a:r>
              <a:rPr lang="en-US" sz="6000" b="1" dirty="0" err="1" smtClean="0"/>
              <a:t>Kandi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wanyweisa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n;eshagama</a:t>
            </a:r>
            <a:r>
              <a:rPr lang="en-US" sz="6000" b="1" dirty="0" smtClean="0"/>
              <a:t> </a:t>
            </a:r>
            <a:r>
              <a:rPr lang="en-US" sz="6000" b="1" dirty="0" err="1" smtClean="0">
                <a:hlinkClick r:id="rId2" action="ppaction://hlinksldjump"/>
              </a:rPr>
              <a:t>yaawe</a:t>
            </a:r>
            <a:endParaRPr lang="en-US" sz="6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b="1" dirty="0" err="1" smtClean="0"/>
              <a:t>Yezu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ninkwebaz’iwe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muhangi</a:t>
            </a:r>
            <a:endParaRPr lang="en-US" sz="6000" b="1" dirty="0" smtClean="0"/>
          </a:p>
          <a:p>
            <a:pPr>
              <a:buNone/>
            </a:pPr>
            <a:r>
              <a:rPr lang="en-US" sz="6000" b="1" dirty="0" err="1" smtClean="0"/>
              <a:t>Wanyeha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ngu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mbone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kwera</a:t>
            </a:r>
            <a:r>
              <a:rPr lang="en-US" sz="6000" b="1" dirty="0" smtClean="0"/>
              <a:t> </a:t>
            </a:r>
            <a:r>
              <a:rPr lang="en-US" sz="6000" b="1" dirty="0" err="1" smtClean="0">
                <a:hlinkClick r:id="rId2" action="ppaction://hlinksldjump"/>
              </a:rPr>
              <a:t>kurungi</a:t>
            </a:r>
            <a:endParaRPr lang="en-US" sz="60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b="1" dirty="0" err="1" smtClean="0"/>
              <a:t>Kairu</a:t>
            </a:r>
            <a:r>
              <a:rPr lang="en-US" sz="6000" b="1" dirty="0" smtClean="0"/>
              <a:t>  </a:t>
            </a:r>
            <a:r>
              <a:rPr lang="en-US" sz="6000" b="1" dirty="0" err="1" smtClean="0"/>
              <a:t>naanywani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n’omugabe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wangye</a:t>
            </a:r>
            <a:endParaRPr lang="en-US" sz="6000" b="1" dirty="0" smtClean="0"/>
          </a:p>
          <a:p>
            <a:pPr>
              <a:buNone/>
            </a:pPr>
            <a:r>
              <a:rPr lang="en-US" sz="6000" b="1" dirty="0" err="1" smtClean="0"/>
              <a:t>n’akarungi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kamwe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ntaine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na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kangye</a:t>
            </a:r>
            <a:endParaRPr lang="en-US" sz="60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b="1" dirty="0" err="1" smtClean="0"/>
              <a:t>Yezu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waakunda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ku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ntuurana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naiwe</a:t>
            </a:r>
            <a:endParaRPr lang="en-US" sz="6000" b="1" dirty="0" smtClean="0"/>
          </a:p>
          <a:p>
            <a:pPr>
              <a:buNone/>
            </a:pPr>
            <a:r>
              <a:rPr lang="en-US" sz="6000" b="1" dirty="0" err="1" smtClean="0"/>
              <a:t>Kangume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naanye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ndi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omwesigwa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waawe</a:t>
            </a:r>
            <a:endParaRPr lang="en-US" sz="60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000" b="1" dirty="0" err="1" smtClean="0"/>
              <a:t>Niwe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naashumbaho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nkunzi</a:t>
            </a:r>
            <a:r>
              <a:rPr lang="en-US" sz="6000" b="1" smtClean="0"/>
              <a:t> y’abantu</a:t>
            </a:r>
            <a:r>
              <a:rPr lang="en-US" sz="6000" b="1" dirty="0" smtClean="0"/>
              <a:t> </a:t>
            </a:r>
          </a:p>
          <a:p>
            <a:r>
              <a:rPr lang="en-US" sz="6000" b="1" dirty="0" err="1" smtClean="0"/>
              <a:t>Mpwera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nontungisa</a:t>
            </a:r>
            <a:r>
              <a:rPr lang="en-US" sz="6000" b="1" dirty="0" smtClean="0"/>
              <a:t>, </a:t>
            </a:r>
            <a:r>
              <a:rPr lang="en-US" sz="6000" b="1" dirty="0" err="1" smtClean="0"/>
              <a:t>ntakiine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kantu</a:t>
            </a:r>
            <a:endParaRPr lang="en-US" sz="6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66</Words>
  <Application>Microsoft Office PowerPoint</Application>
  <PresentationFormat>On-screen Show (4:3)</PresentationFormat>
  <Paragraphs>18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YEZU KANKWEBAZZE</vt:lpstr>
      <vt:lpstr>1</vt:lpstr>
      <vt:lpstr>2</vt:lpstr>
      <vt:lpstr>3</vt:lpstr>
      <vt:lpstr>4</vt:lpstr>
      <vt:lpstr>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YEZU KANKWEBAZZE</dc:title>
  <dc:creator>OWAMAANI Claret</dc:creator>
  <cp:lastModifiedBy>user</cp:lastModifiedBy>
  <cp:revision>3</cp:revision>
  <dcterms:created xsi:type="dcterms:W3CDTF">2006-08-16T00:00:00Z</dcterms:created>
  <dcterms:modified xsi:type="dcterms:W3CDTF">2022-08-27T07:20:51Z</dcterms:modified>
</cp:coreProperties>
</file>