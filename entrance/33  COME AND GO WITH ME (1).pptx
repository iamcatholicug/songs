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7" d="100"/>
          <a:sy n="67" d="100"/>
        </p:scale>
        <p:origin x="-1464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3C55D4-C34F-4BF1-BE94-630C2263D8CC}" type="datetimeFigureOut">
              <a:rPr lang="en-US" smtClean="0"/>
              <a:pPr/>
              <a:t>01-Sep-22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9B78CD-B39D-495F-8A1E-7B02023E2CF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 flipH="1">
            <a:off x="2667000" y="0"/>
            <a:ext cx="6477000" cy="6858000"/>
          </a:xfrm>
          <a:prstGeom prst="rect">
            <a:avLst/>
          </a:prstGeom>
          <a:blipFill>
            <a:blip r:embed="rId2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00000" r="50000"/>
                </a:path>
                <a:tileRect/>
              </a:gradFill>
            </a:fillOverlay>
            <a:innerShdw blurRad="63500" dist="44450" dir="10800000">
              <a:srgbClr val="000000">
                <a:alpha val="5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16200000">
            <a:off x="-762000" y="3429000"/>
            <a:ext cx="6858000" cy="0"/>
          </a:xfrm>
          <a:prstGeom prst="line">
            <a:avLst/>
          </a:prstGeom>
          <a:noFill/>
          <a:ln w="11430" cap="flat" cmpd="sng" algn="ctr">
            <a:solidFill>
              <a:schemeClr val="bg1">
                <a:shade val="9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Title 11"/>
          <p:cNvSpPr>
            <a:spLocks noGrp="1"/>
          </p:cNvSpPr>
          <p:nvPr>
            <p:ph type="ctrTitle"/>
          </p:nvPr>
        </p:nvSpPr>
        <p:spPr>
          <a:xfrm>
            <a:off x="3366868" y="533400"/>
            <a:ext cx="5105400" cy="2868168"/>
          </a:xfrm>
        </p:spPr>
        <p:txBody>
          <a:bodyPr lIns="45720" tIns="0" rIns="45720">
            <a:noAutofit/>
          </a:bodyPr>
          <a:lstStyle>
            <a:lvl1pPr algn="r">
              <a:defRPr sz="4200" b="1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5" name="Subtitle 24"/>
          <p:cNvSpPr>
            <a:spLocks noGrp="1"/>
          </p:cNvSpPr>
          <p:nvPr>
            <p:ph type="subTitle" idx="1"/>
          </p:nvPr>
        </p:nvSpPr>
        <p:spPr>
          <a:xfrm>
            <a:off x="3354442" y="3539864"/>
            <a:ext cx="5114778" cy="1101248"/>
          </a:xfrm>
        </p:spPr>
        <p:txBody>
          <a:bodyPr lIns="45720" tIns="0" rIns="45720" bIns="0"/>
          <a:lstStyle>
            <a:lvl1pPr marL="0" indent="0" algn="r">
              <a:buNone/>
              <a:defRPr sz="2200">
                <a:solidFill>
                  <a:srgbClr val="FFFFFF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1" name="Date Placeholder 30"/>
          <p:cNvSpPr>
            <a:spLocks noGrp="1"/>
          </p:cNvSpPr>
          <p:nvPr>
            <p:ph type="dt" sz="half" idx="10"/>
          </p:nvPr>
        </p:nvSpPr>
        <p:spPr>
          <a:xfrm>
            <a:off x="5871224" y="6557946"/>
            <a:ext cx="2002464" cy="226902"/>
          </a:xfr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  <a:extLst/>
          </a:lstStyle>
          <a:p>
            <a:fld id="{917474D7-C1E5-45F3-BB0C-F788E331281C}" type="datetime9">
              <a:rPr lang="en-US" smtClean="0"/>
              <a:t>01-Sep-22 5:46:08 AM</a:t>
            </a:fld>
            <a:endParaRPr lang="en-US"/>
          </a:p>
        </p:txBody>
      </p:sp>
      <p:sp>
        <p:nvSpPr>
          <p:cNvPr id="18" name="Footer Placeholder 17"/>
          <p:cNvSpPr>
            <a:spLocks noGrp="1"/>
          </p:cNvSpPr>
          <p:nvPr>
            <p:ph type="ftr" sz="quarter" idx="11"/>
          </p:nvPr>
        </p:nvSpPr>
        <p:spPr>
          <a:xfrm>
            <a:off x="2819400" y="6557946"/>
            <a:ext cx="2927722" cy="228600"/>
          </a:xfrm>
        </p:spPr>
        <p:txBody>
          <a:bodyPr/>
          <a:lstStyle>
            <a:lvl1pPr>
              <a:defRPr lang="en-US" dirty="0">
                <a:solidFill>
                  <a:srgbClr val="FFFFFF"/>
                </a:solidFill>
              </a:defRPr>
            </a:lvl1pPr>
            <a:extLst/>
          </a:lstStyle>
          <a:p>
            <a:r>
              <a:rPr lang="en-US" smtClean="0"/>
              <a:t>memory@44</a:t>
            </a:r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7880884" y="6556248"/>
            <a:ext cx="588336" cy="228600"/>
          </a:xfr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wheel spokes="1"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8F4EB04-F99C-46AC-BF61-6629D0601223}" type="datetime9">
              <a:rPr lang="en-US" smtClean="0"/>
              <a:t>01-Sep-22 5:46:08 AM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en-US" smtClean="0"/>
              <a:t>memory@44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wheel spokes="1"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2821837"/>
            <a:ext cx="6255488" cy="1362075"/>
          </a:xfrm>
        </p:spPr>
        <p:txBody>
          <a:bodyPr tIns="0" anchor="t"/>
          <a:lstStyle>
            <a:lvl1pPr algn="r">
              <a:buNone/>
              <a:defRPr sz="4200" b="1" cap="all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1905000"/>
            <a:ext cx="6255488" cy="743507"/>
          </a:xfrm>
        </p:spPr>
        <p:txBody>
          <a:bodyPr anchor="b"/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24238" y="6556810"/>
            <a:ext cx="2002464" cy="226902"/>
          </a:xfrm>
        </p:spPr>
        <p:txBody>
          <a:bodyPr bIns="0" anchor="b"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0363DD44-2B22-49E7-B51D-1F9325A33779}" type="datetime9">
              <a:rPr lang="en-US" smtClean="0"/>
              <a:t>01-Sep-22 5:46:08 AM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35358" y="6556810"/>
            <a:ext cx="2895600" cy="228600"/>
          </a:xfrm>
        </p:spPr>
        <p:txBody>
          <a:bodyPr bIns="0" anchor="b"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r>
              <a:rPr lang="en-US" smtClean="0"/>
              <a:t>memory@44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33952" y="6555112"/>
            <a:ext cx="588336" cy="228600"/>
          </a:xfrm>
        </p:spPr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wheel spokes="1"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520440" cy="4525963"/>
          </a:xfrm>
        </p:spPr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78808" y="1600200"/>
            <a:ext cx="3520440" cy="4525963"/>
          </a:xfrm>
        </p:spPr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AB0BFBE-1083-4A54-A092-CEBB2DECE43D}" type="datetime9">
              <a:rPr lang="en-US" smtClean="0"/>
              <a:t>01-Sep-22 5:46:08 AM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en-US" smtClean="0"/>
              <a:t>memory@44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wheel spokes="1"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 anchor="b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867400"/>
            <a:ext cx="3520440" cy="457200"/>
          </a:xfr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1800" b="1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178808" y="5867400"/>
            <a:ext cx="3520440" cy="457200"/>
          </a:xfr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1800" b="1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711840"/>
            <a:ext cx="3520440" cy="4114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178808" y="1711840"/>
            <a:ext cx="3520440" cy="4114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9AEA017-DE93-4BCD-A707-91F7158C298F}" type="datetime9">
              <a:rPr lang="en-US" smtClean="0"/>
              <a:t>01-Sep-22 5:46:08 AM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en-US" smtClean="0"/>
              <a:t>memory@44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wheel spokes="1"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5225928-8810-4577-98A8-F223F13EFDD0}" type="datetime9">
              <a:rPr lang="en-US" smtClean="0"/>
              <a:t>01-Sep-22 5:46:08 AM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en-US" smtClean="0"/>
              <a:t>memory@44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wheel spokes="1"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891DE781-70BB-445E-A3E6-6BFF9E805D61}" type="datetime9">
              <a:rPr lang="en-US" smtClean="0"/>
              <a:t>01-Sep-22 5:46:08 AM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r>
              <a:rPr lang="en-US" smtClean="0"/>
              <a:t>memory@44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wheel spokes="1"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5897880" cy="1173480"/>
          </a:xfrm>
        </p:spPr>
        <p:txBody>
          <a:bodyPr wrap="square" anchor="b"/>
          <a:lstStyle>
            <a:lvl1pPr algn="l">
              <a:buNone/>
              <a:defRPr lang="en-US" sz="2400" baseline="0" smtClean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97416"/>
            <a:ext cx="5897880" cy="602512"/>
          </a:xfrm>
        </p:spPr>
        <p:txBody>
          <a:bodyPr rot="0" spcFirstLastPara="0" vertOverflow="overflow" horzOverflow="overflow" vert="horz" wrap="square" lIns="45720" tIns="0" rIns="0" bIns="0" numCol="1" spcCol="0" rtlCol="0" fromWordArt="0" anchor="t" anchorCtr="0" forceAA="0" compatLnSpc="1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7239000" cy="437175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24FC577-2583-4614-9541-33DC8B3E123A}" type="datetime9">
              <a:rPr lang="en-US" smtClean="0"/>
              <a:t>01-Sep-22 5:46:08 AM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en-US" smtClean="0"/>
              <a:t>memory@44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wheel spokes="1"/>
  </p:transition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 rot="21240000">
            <a:off x="597968" y="1004668"/>
            <a:ext cx="4319527" cy="4312573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5000" dist="12700" dir="5400000" algn="t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 rot="21420000">
            <a:off x="596706" y="998816"/>
            <a:ext cx="4319527" cy="4312573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8000" dist="12700" dir="54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89098" y="1143000"/>
            <a:ext cx="3429000" cy="2057400"/>
          </a:xfrm>
        </p:spPr>
        <p:txBody>
          <a:bodyPr vert="horz" anchor="b"/>
          <a:lstStyle>
            <a:lvl1pPr algn="l">
              <a:buNone/>
              <a:defRPr sz="3000" b="1" baseline="0">
                <a:ln w="500">
                  <a:solidFill>
                    <a:schemeClr val="tx2">
                      <a:shade val="10000"/>
                      <a:satMod val="135000"/>
                    </a:schemeClr>
                  </a:solidFill>
                </a:ln>
                <a:gradFill>
                  <a:gsLst>
                    <a:gs pos="0">
                      <a:schemeClr val="accent4">
                        <a:tint val="13000"/>
                      </a:schemeClr>
                    </a:gs>
                    <a:gs pos="10000">
                      <a:schemeClr val="accent4">
                        <a:tint val="20000"/>
                      </a:schemeClr>
                    </a:gs>
                    <a:gs pos="49000">
                      <a:schemeClr val="accent4">
                        <a:tint val="70000"/>
                      </a:schemeClr>
                    </a:gs>
                    <a:gs pos="50000">
                      <a:schemeClr val="accent4">
                        <a:tint val="97000"/>
                      </a:schemeClr>
                    </a:gs>
                    <a:gs pos="100000">
                      <a:schemeClr val="accent4">
                        <a:tint val="20000"/>
                      </a:schemeClr>
                    </a:gs>
                  </a:gsLst>
                  <a:lin ang="5400000" scaled="1"/>
                </a:gra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89098" y="3283634"/>
            <a:ext cx="3429000" cy="1920240"/>
          </a:xfrm>
        </p:spPr>
        <p:txBody>
          <a:bodyPr rot="0" spcFirstLastPara="0" vertOverflow="overflow" horzOverflow="overflow" vert="horz" wrap="square" lIns="82296" tIns="0" rIns="0" bIns="0" numCol="1" spcCol="0" rtlCol="0" fromWordArt="0" anchor="t" anchorCtr="0" forceAA="0" compatLnSpc="1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aseline="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marL="0" marR="0" lvl="0" indent="0" algn="l" defTabSz="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73000"/>
              <a:buFontTx/>
              <a:buNone/>
              <a:tabLst/>
              <a:defRPr/>
            </a:pPr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A89FC7D-DF5B-4AEB-BE42-115C251508B1}" type="datetime9">
              <a:rPr lang="en-US" smtClean="0"/>
              <a:t>01-Sep-22 5:46:08 AM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en-US" smtClean="0"/>
              <a:t>memory@44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Picture Placeholder 9"/>
          <p:cNvSpPr>
            <a:spLocks noGrp="1"/>
          </p:cNvSpPr>
          <p:nvPr>
            <p:ph type="pic" idx="1"/>
          </p:nvPr>
        </p:nvSpPr>
        <p:spPr>
          <a:xfrm>
            <a:off x="663682" y="1041002"/>
            <a:ext cx="4206240" cy="4206240"/>
          </a:xfrm>
          <a:solidFill>
            <a:schemeClr val="bg2">
              <a:shade val="50000"/>
            </a:schemeClr>
          </a:solidFill>
          <a:ln w="107950">
            <a:solidFill>
              <a:srgbClr val="FFFFFF"/>
            </a:solidFill>
            <a:miter lim="800000"/>
          </a:ln>
          <a:effectLst>
            <a:outerShdw blurRad="44450" dist="3810" dir="5400000" algn="tl" rotWithShape="0">
              <a:srgbClr val="000000">
                <a:alpha val="60000"/>
              </a:srgbClr>
            </a:outerShdw>
          </a:effectLst>
          <a:scene3d>
            <a:camera prst="orthographicFront"/>
            <a:lightRig rig="threePt" dir="t"/>
          </a:scene3d>
          <a:sp3d contourW="3810">
            <a:contourClr>
              <a:srgbClr val="969696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wheel spokes="1"/>
  </p:transition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A47F330-45BA-4687-B9BF-3CD2F8537828}" type="datetime9">
              <a:rPr lang="en-US" smtClean="0"/>
              <a:t>01-Sep-22 5:46:08 AM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en-US" smtClean="0"/>
              <a:t>memory@44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wheel spokes="1"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274955"/>
            <a:ext cx="1524000" cy="5851525"/>
          </a:xfrm>
        </p:spPr>
        <p:txBody>
          <a:bodyPr vert="eaVert" anchor="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2"/>
            <a:ext cx="60198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242816" y="6557946"/>
            <a:ext cx="2002464" cy="226902"/>
          </a:xfrm>
        </p:spPr>
        <p:txBody>
          <a:bodyPr/>
          <a:lstStyle>
            <a:extLst/>
          </a:lstStyle>
          <a:p>
            <a:fld id="{CC8B0AEC-3256-4D36-ACDA-485F1939206E}" type="datetime9">
              <a:rPr lang="en-US" smtClean="0"/>
              <a:t>01-Sep-22 5:46:08 AM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0" y="6556248"/>
            <a:ext cx="3657600" cy="228600"/>
          </a:xfrm>
        </p:spPr>
        <p:txBody>
          <a:bodyPr/>
          <a:lstStyle>
            <a:extLst/>
          </a:lstStyle>
          <a:p>
            <a:r>
              <a:rPr lang="en-US" smtClean="0"/>
              <a:t>memory@44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254496" y="6553200"/>
            <a:ext cx="588336" cy="2286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wheel spokes="1"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 flipH="1">
            <a:off x="8153400" y="0"/>
            <a:ext cx="990600" cy="6858000"/>
          </a:xfrm>
          <a:prstGeom prst="rect">
            <a:avLst/>
          </a:prstGeom>
          <a:blipFill>
            <a:blip r:embed="rId13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10000" r="50000" b="-10000"/>
                </a:path>
                <a:tileRect/>
              </a:gradFill>
            </a:fillOverlay>
            <a:innerShdw blurRad="63500" dist="44450" dir="10800000">
              <a:srgbClr val="000000">
                <a:alpha val="45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3" name="Title Placeholder 2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9000" cy="1143000"/>
          </a:xfrm>
          <a:prstGeom prst="rect">
            <a:avLst/>
          </a:prstGeom>
        </p:spPr>
        <p:txBody>
          <a:bodyPr vert="horz" lIns="45720" tIns="0" rIns="45720" bIns="0" anchor="b" anchorCtr="0">
            <a:norm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1" name="Text Placeholder 30"/>
          <p:cNvSpPr>
            <a:spLocks noGrp="1"/>
          </p:cNvSpPr>
          <p:nvPr>
            <p:ph type="body" idx="1"/>
          </p:nvPr>
        </p:nvSpPr>
        <p:spPr>
          <a:xfrm>
            <a:off x="457200" y="1609416"/>
            <a:ext cx="7239000" cy="4846320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7" name="Date Placeholder 26"/>
          <p:cNvSpPr>
            <a:spLocks noGrp="1"/>
          </p:cNvSpPr>
          <p:nvPr>
            <p:ph type="dt" sz="half" idx="2"/>
          </p:nvPr>
        </p:nvSpPr>
        <p:spPr>
          <a:xfrm>
            <a:off x="4245936" y="6557946"/>
            <a:ext cx="2002464" cy="226902"/>
          </a:xfrm>
          <a:prstGeom prst="rect">
            <a:avLst/>
          </a:prstGeom>
        </p:spPr>
        <p:txBody>
          <a:bodyPr vert="horz" tIns="0" bIns="0" anchor="b"/>
          <a:lstStyle>
            <a:lvl1pPr algn="l" eaLnBrk="1" latinLnBrk="0" hangingPunct="1">
              <a:defRPr kumimoji="0" sz="1000">
                <a:solidFill>
                  <a:schemeClr val="tx2"/>
                </a:solidFill>
              </a:defRPr>
            </a:lvl1pPr>
            <a:extLst/>
          </a:lstStyle>
          <a:p>
            <a:fld id="{18F3DA93-FA65-45A9-9BB4-526797660835}" type="datetime9">
              <a:rPr lang="en-US" smtClean="0"/>
              <a:t>01-Sep-22 5:46:08 AM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457200" y="6557946"/>
            <a:ext cx="3657600" cy="228600"/>
          </a:xfrm>
          <a:prstGeom prst="rect">
            <a:avLst/>
          </a:prstGeom>
        </p:spPr>
        <p:txBody>
          <a:bodyPr vert="horz" tIns="0" bIns="0" anchor="b"/>
          <a:lstStyle>
            <a:lvl1pPr algn="r" eaLnBrk="1" latinLnBrk="0" hangingPunct="1">
              <a:defRPr kumimoji="0" sz="1000">
                <a:solidFill>
                  <a:schemeClr val="tx2"/>
                </a:solidFill>
              </a:defRPr>
            </a:lvl1pPr>
            <a:extLst/>
          </a:lstStyle>
          <a:p>
            <a:r>
              <a:rPr lang="en-US" smtClean="0"/>
              <a:t>memory@44</a:t>
            </a:r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4"/>
          </p:nvPr>
        </p:nvSpPr>
        <p:spPr>
          <a:xfrm>
            <a:off x="6251448" y="6556248"/>
            <a:ext cx="588336" cy="228600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>
    <p:wheel spokes="1"/>
  </p:transition>
  <p:timing>
    <p:tnLst>
      <p:par>
        <p:cTn id="1" dur="indefinite" restart="never" nodeType="tmRoot"/>
      </p:par>
    </p:tnLst>
  </p:timing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3800" b="1" kern="1200" cap="all" baseline="0">
          <a:ln w="500">
            <a:solidFill>
              <a:schemeClr val="tx2">
                <a:shade val="20000"/>
                <a:satMod val="120000"/>
              </a:schemeClr>
            </a:solidFill>
          </a:ln>
          <a:gradFill>
            <a:gsLst>
              <a:gs pos="0">
                <a:schemeClr val="accent4">
                  <a:tint val="13000"/>
                </a:schemeClr>
              </a:gs>
              <a:gs pos="10000">
                <a:schemeClr val="accent4">
                  <a:tint val="20000"/>
                </a:schemeClr>
              </a:gs>
              <a:gs pos="49000">
                <a:schemeClr val="accent4">
                  <a:tint val="70000"/>
                </a:schemeClr>
              </a:gs>
              <a:gs pos="50000">
                <a:schemeClr val="accent4">
                  <a:tint val="97000"/>
                </a:schemeClr>
              </a:gs>
              <a:gs pos="100000">
                <a:schemeClr val="accent4">
                  <a:tint val="20000"/>
                </a:schemeClr>
              </a:gs>
            </a:gsLst>
            <a:lin ang="5400000" scaled="1"/>
          </a:gradFill>
          <a:effectLst/>
          <a:latin typeface="+mj-lt"/>
          <a:ea typeface="+mj-ea"/>
          <a:cs typeface="+mj-cs"/>
        </a:defRPr>
      </a:lvl1pPr>
      <a:extLst/>
    </p:titleStyle>
    <p:bodyStyle>
      <a:lvl1pPr marL="274320" indent="-274320" algn="l" rtl="0" eaLnBrk="1" latinLnBrk="0" hangingPunct="1">
        <a:spcBef>
          <a:spcPts val="600"/>
        </a:spcBef>
        <a:buClr>
          <a:schemeClr val="tx2"/>
        </a:buClr>
        <a:buSzPct val="73000"/>
        <a:buFont typeface="Wingdings 2"/>
        <a:buChar char=""/>
        <a:defRPr kumimoji="0" sz="26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521208" indent="-228600" algn="l" rtl="0" eaLnBrk="1" latinLnBrk="0" hangingPunct="1">
        <a:spcBef>
          <a:spcPts val="500"/>
        </a:spcBef>
        <a:buClr>
          <a:schemeClr val="accent4"/>
        </a:buClr>
        <a:buSzPct val="80000"/>
        <a:buFont typeface="Wingdings 2"/>
        <a:buChar char=""/>
        <a:defRPr kumimoji="0" sz="23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2pPr>
      <a:lvl3pPr marL="758952" indent="-228600" algn="l" rtl="0" eaLnBrk="1" latinLnBrk="0" hangingPunct="1">
        <a:spcBef>
          <a:spcPts val="400"/>
        </a:spcBef>
        <a:buClr>
          <a:schemeClr val="accent4"/>
        </a:buClr>
        <a:buSzPct val="60000"/>
        <a:buFont typeface="Wingdings"/>
        <a:buChar char="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"/>
        <a:defRPr kumimoji="0" sz="20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4pPr>
      <a:lvl5pPr marL="1280160" indent="-228600" algn="l" rtl="0" eaLnBrk="1" latinLnBrk="0" hangingPunct="1">
        <a:spcBef>
          <a:spcPts val="400"/>
        </a:spcBef>
        <a:buClr>
          <a:schemeClr val="accent4"/>
        </a:buClr>
        <a:buSzPct val="70000"/>
        <a:buFont typeface="Wingdings"/>
        <a:buChar char="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472184" indent="-182880" algn="l" rtl="0" eaLnBrk="1" latinLnBrk="0" hangingPunct="1">
        <a:spcBef>
          <a:spcPts val="400"/>
        </a:spcBef>
        <a:buClr>
          <a:schemeClr val="accent4"/>
        </a:buClr>
        <a:buSzPct val="80000"/>
        <a:buFont typeface="Wingdings 2"/>
        <a:buChar char=""/>
        <a:defRPr kumimoji="0" sz="18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6pPr>
      <a:lvl7pPr marL="1673352" indent="-18288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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847088" indent="-182880" algn="l" rtl="0" eaLnBrk="1" latinLnBrk="0" hangingPunct="1">
        <a:spcBef>
          <a:spcPts val="300"/>
        </a:spcBef>
        <a:buClr>
          <a:schemeClr val="accent4"/>
        </a:buClr>
        <a:buSzPct val="100000"/>
        <a:buChar char="•"/>
        <a:defRPr kumimoji="0" sz="1600" kern="1200" baseline="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8pPr>
      <a:lvl9pPr marL="2057400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Wingdings"/>
        <a:buChar char="§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>
                <a:latin typeface="Algerian" pitchFamily="82" charset="0"/>
              </a:rPr>
              <a:t>COME AND GO WITH ME</a:t>
            </a:r>
            <a:endParaRPr lang="en-US" dirty="0">
              <a:latin typeface="Algerian" pitchFamily="8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>
                <a:latin typeface="Arial Black" pitchFamily="34" charset="0"/>
              </a:rPr>
              <a:t>1</a:t>
            </a:r>
          </a:p>
          <a:p>
            <a:r>
              <a:rPr lang="en-US" dirty="0" smtClean="0">
                <a:latin typeface="Arial Black" pitchFamily="34" charset="0"/>
              </a:rPr>
              <a:t>Come and  go with me (to my father’s house)x3</a:t>
            </a:r>
            <a:endParaRPr lang="en-US" dirty="0">
              <a:latin typeface="Arial Black" pitchFamily="34" charset="0"/>
            </a:endParaRPr>
          </a:p>
        </p:txBody>
      </p:sp>
    </p:spTree>
  </p:cSld>
  <p:clrMapOvr>
    <a:masterClrMapping/>
  </p:clrMapOvr>
  <p:transition>
    <p:wheel spokes="1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>
                <a:latin typeface="Arial Black" pitchFamily="34" charset="0"/>
              </a:rPr>
              <a:t>It’s not very far, to my father’s house……</a:t>
            </a:r>
            <a:endParaRPr lang="en-US" dirty="0">
              <a:latin typeface="Arial Black" pitchFamily="34" charset="0"/>
            </a:endParaRPr>
          </a:p>
        </p:txBody>
      </p:sp>
    </p:spTree>
  </p:cSld>
  <p:clrMapOvr>
    <a:masterClrMapping/>
  </p:clrMapOvr>
  <p:transition>
    <p:wheel spokes="1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3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>
                <a:latin typeface="Arial Black" pitchFamily="34" charset="0"/>
              </a:rPr>
              <a:t>Jesus is the way to my father’s house</a:t>
            </a:r>
            <a:r>
              <a:rPr lang="en-US" dirty="0" smtClean="0"/>
              <a:t>…..</a:t>
            </a:r>
            <a:endParaRPr lang="en-US" dirty="0"/>
          </a:p>
        </p:txBody>
      </p:sp>
    </p:spTree>
  </p:cSld>
  <p:clrMapOvr>
    <a:masterClrMapping/>
  </p:clrMapOvr>
  <p:transition>
    <p:wheel spokes="1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4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>
                <a:latin typeface="Arial Black" pitchFamily="34" charset="0"/>
              </a:rPr>
              <a:t>We will all dance in my father’s house……..</a:t>
            </a:r>
            <a:endParaRPr lang="en-US" dirty="0">
              <a:latin typeface="Arial Black" pitchFamily="34" charset="0"/>
            </a:endParaRPr>
          </a:p>
        </p:txBody>
      </p:sp>
    </p:spTree>
  </p:cSld>
  <p:clrMapOvr>
    <a:masterClrMapping/>
  </p:clrMapOvr>
  <p:transition>
    <p:wheel spokes="1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5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>
                <a:latin typeface="Arial Black" pitchFamily="34" charset="0"/>
              </a:rPr>
              <a:t>We will all rejoice in my father’s house</a:t>
            </a:r>
            <a:endParaRPr lang="en-US" dirty="0">
              <a:latin typeface="Arial Black" pitchFamily="34" charset="0"/>
            </a:endParaRPr>
          </a:p>
        </p:txBody>
      </p:sp>
    </p:spTree>
  </p:cSld>
  <p:clrMapOvr>
    <a:masterClrMapping/>
  </p:clrMapOvr>
  <p:transition>
    <p:wheel spokes="1"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pulent">
  <a:themeElements>
    <a:clrScheme name="Opulent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Opulent">
      <a:majorFont>
        <a:latin typeface="Trebuchet MS"/>
        <a:ea typeface=""/>
        <a:cs typeface=""/>
        <a:font script="Jpan" typeface="HG丸ｺﾞｼｯｸM-PRO"/>
        <a:font script="Hang" typeface="HY그래픽M"/>
        <a:font script="Hans" typeface="黑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rebuchet MS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pulent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80000"/>
              </a:schemeClr>
              <a:schemeClr val="phClr">
                <a:tint val="500"/>
                <a:satMod val="150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Opulent</Template>
  <TotalTime>3</TotalTime>
  <Words>56</Words>
  <Application>Microsoft Office PowerPoint</Application>
  <PresentationFormat>On-screen Show (4:3)</PresentationFormat>
  <Paragraphs>11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Opulent</vt:lpstr>
      <vt:lpstr>COME AND GO WITH ME</vt:lpstr>
      <vt:lpstr>2</vt:lpstr>
      <vt:lpstr>3</vt:lpstr>
      <vt:lpstr>4</vt:lpstr>
      <vt:lpstr>5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COME AND GO WITH ME</dc:title>
  <dc:creator>student1</dc:creator>
  <cp:lastModifiedBy>user</cp:lastModifiedBy>
  <cp:revision>7</cp:revision>
  <dcterms:created xsi:type="dcterms:W3CDTF">2006-08-16T00:00:00Z</dcterms:created>
  <dcterms:modified xsi:type="dcterms:W3CDTF">2022-09-01T02:46:12Z</dcterms:modified>
</cp:coreProperties>
</file>