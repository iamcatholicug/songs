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7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1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0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6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1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9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4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4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6538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26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1046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24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6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74000">
              <a:srgbClr val="FF0000"/>
            </a:gs>
            <a:gs pos="31000">
              <a:srgbClr val="FF0000"/>
            </a:gs>
            <a:gs pos="100000">
              <a:schemeClr val="accent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F962D-CAAB-441B-8954-90DE6A20BACF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5CCBDF83-5E63-4DCF-BE36-9D2C17342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9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7425"/>
            <a:ext cx="9144000" cy="6529589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I will enter his gates</a:t>
            </a:r>
            <a:b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With thanksgiving in my heart</a:t>
            </a:r>
            <a:b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I will enter his courts with praise</a:t>
            </a:r>
            <a:b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I will say this is the day</a:t>
            </a:r>
            <a:b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That the Lord has made</a:t>
            </a:r>
            <a:b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</a:rPr>
              <a:t>I will rejoice, for he has made me glad.</a:t>
            </a:r>
          </a:p>
        </p:txBody>
      </p:sp>
    </p:spTree>
    <p:extLst>
      <p:ext uri="{BB962C8B-B14F-4D97-AF65-F5344CB8AC3E}">
        <p14:creationId xmlns:p14="http://schemas.microsoft.com/office/powerpoint/2010/main" val="151877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03847"/>
            <a:ext cx="9144000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0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He has made me glad x2</a:t>
            </a:r>
          </a:p>
          <a:p>
            <a:pPr algn="ctr">
              <a:lnSpc>
                <a:spcPct val="150000"/>
              </a:lnSpc>
            </a:pPr>
            <a:r>
              <a:rPr lang="en-US" sz="30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I will rejoice for he has made me glad x2</a:t>
            </a: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rgbClr val="FF0000"/>
              </a:solidFill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rgbClr val="FF0000"/>
              </a:solidFill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42915858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23</Words>
  <Application>Microsoft Office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Angsana New</vt:lpstr>
      <vt:lpstr>Arial</vt:lpstr>
      <vt:lpstr>Arial Black</vt:lpstr>
      <vt:lpstr>Times New Roman</vt:lpstr>
      <vt:lpstr>Trebuchet MS</vt:lpstr>
      <vt:lpstr>Wingdings 3</vt:lpstr>
      <vt:lpstr>Facet</vt:lpstr>
      <vt:lpstr>I will enter his gates With thanksgiving in my heart I will enter his courts with praise I will say this is the day That the Lord has made I will rejoice, for he has made me glad.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will enter his gates With thanksgiving in my heart I will enter his courts with praise I will say this is the day That the Lord has made I will rejoice, for he has made me glad.</dc:title>
  <dc:creator>EVANS</dc:creator>
  <cp:lastModifiedBy>Admin</cp:lastModifiedBy>
  <cp:revision>4</cp:revision>
  <dcterms:created xsi:type="dcterms:W3CDTF">2019-10-26T22:44:39Z</dcterms:created>
  <dcterms:modified xsi:type="dcterms:W3CDTF">2022-02-23T11:12:30Z</dcterms:modified>
</cp:coreProperties>
</file>