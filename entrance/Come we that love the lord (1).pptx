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E8FEC-837E-4230-AAA1-2E39DB4E930B}" type="datetimeFigureOut">
              <a:rPr lang="en-US" smtClean="0"/>
              <a:t>08-Nov-20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28EE-E3FE-4F63-A230-464A51E40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66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E8FEC-837E-4230-AAA1-2E39DB4E930B}" type="datetimeFigureOut">
              <a:rPr lang="en-US" smtClean="0"/>
              <a:t>08-Nov-20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28EE-E3FE-4F63-A230-464A51E40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26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E8FEC-837E-4230-AAA1-2E39DB4E930B}" type="datetimeFigureOut">
              <a:rPr lang="en-US" smtClean="0"/>
              <a:t>08-Nov-20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28EE-E3FE-4F63-A230-464A51E40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03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E8FEC-837E-4230-AAA1-2E39DB4E930B}" type="datetimeFigureOut">
              <a:rPr lang="en-US" smtClean="0"/>
              <a:t>08-Nov-20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28EE-E3FE-4F63-A230-464A51E40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39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E8FEC-837E-4230-AAA1-2E39DB4E930B}" type="datetimeFigureOut">
              <a:rPr lang="en-US" smtClean="0"/>
              <a:t>08-Nov-20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28EE-E3FE-4F63-A230-464A51E40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6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E8FEC-837E-4230-AAA1-2E39DB4E930B}" type="datetimeFigureOut">
              <a:rPr lang="en-US" smtClean="0"/>
              <a:t>08-Nov-20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28EE-E3FE-4F63-A230-464A51E40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70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E8FEC-837E-4230-AAA1-2E39DB4E930B}" type="datetimeFigureOut">
              <a:rPr lang="en-US" smtClean="0"/>
              <a:t>08-Nov-20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28EE-E3FE-4F63-A230-464A51E40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10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E8FEC-837E-4230-AAA1-2E39DB4E930B}" type="datetimeFigureOut">
              <a:rPr lang="en-US" smtClean="0"/>
              <a:t>08-Nov-20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28EE-E3FE-4F63-A230-464A51E40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628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E8FEC-837E-4230-AAA1-2E39DB4E930B}" type="datetimeFigureOut">
              <a:rPr lang="en-US" smtClean="0"/>
              <a:t>08-Nov-20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28EE-E3FE-4F63-A230-464A51E40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37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E8FEC-837E-4230-AAA1-2E39DB4E930B}" type="datetimeFigureOut">
              <a:rPr lang="en-US" smtClean="0"/>
              <a:t>08-Nov-20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28EE-E3FE-4F63-A230-464A51E40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9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E8FEC-837E-4230-AAA1-2E39DB4E930B}" type="datetimeFigureOut">
              <a:rPr lang="en-US" smtClean="0"/>
              <a:t>08-Nov-20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28EE-E3FE-4F63-A230-464A51E40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302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E8FEC-837E-4230-AAA1-2E39DB4E930B}" type="datetimeFigureOut">
              <a:rPr lang="en-US" smtClean="0"/>
              <a:t>08-Nov-20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628EE-E3FE-4F63-A230-464A51E40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3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  <a:gradFill>
            <a:gsLst>
              <a:gs pos="90000">
                <a:schemeClr val="bg1"/>
              </a:gs>
              <a:gs pos="62000">
                <a:schemeClr val="bg1"/>
              </a:gs>
              <a:gs pos="41000">
                <a:schemeClr val="bg1"/>
              </a:gs>
              <a:gs pos="10000">
                <a:schemeClr val="bg1"/>
              </a:gs>
              <a:gs pos="7000">
                <a:srgbClr val="002060"/>
              </a:gs>
              <a:gs pos="3000">
                <a:srgbClr val="FFFF00"/>
              </a:gs>
              <a:gs pos="0">
                <a:srgbClr val="FF0000"/>
              </a:gs>
              <a:gs pos="28000">
                <a:schemeClr val="bg1"/>
              </a:gs>
              <a:gs pos="95000">
                <a:srgbClr val="FFFF00"/>
              </a:gs>
              <a:gs pos="100000">
                <a:srgbClr val="FF0000"/>
              </a:gs>
            </a:gsLst>
            <a:lin ang="5400000" scaled="1"/>
          </a:gradFill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COME WE THAT LOVE THE LORD.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Arial Black" panose="020B0A04020102020204" pitchFamily="34" charset="0"/>
              </a:rPr>
              <a:t>Come we that love the lord and let our joys be known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Arial Black" panose="020B0A04020102020204" pitchFamily="34" charset="0"/>
              </a:rPr>
              <a:t>Join in a song with sweet accord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x2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Arial Black" panose="020B0A04020102020204" pitchFamily="34" charset="0"/>
              </a:rPr>
              <a:t>And thus surround the throne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x2</a:t>
            </a:r>
          </a:p>
          <a:p>
            <a:pPr>
              <a:lnSpc>
                <a:spcPct val="150000"/>
              </a:lnSpc>
            </a:pPr>
            <a:endParaRPr lang="en-US" b="1" dirty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501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0">
              <a:schemeClr val="bg1"/>
            </a:gs>
            <a:gs pos="62000">
              <a:schemeClr val="bg1"/>
            </a:gs>
            <a:gs pos="41000">
              <a:schemeClr val="bg1"/>
            </a:gs>
            <a:gs pos="10000">
              <a:schemeClr val="bg1"/>
            </a:gs>
            <a:gs pos="7000">
              <a:srgbClr val="002060"/>
            </a:gs>
            <a:gs pos="3000">
              <a:srgbClr val="FFFF00"/>
            </a:gs>
            <a:gs pos="0">
              <a:srgbClr val="FF0000"/>
            </a:gs>
            <a:gs pos="28000">
              <a:schemeClr val="bg1"/>
            </a:gs>
            <a:gs pos="95000">
              <a:srgbClr val="FFFF00"/>
            </a:gs>
            <a:gs pos="10000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Chrs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;</a:t>
            </a:r>
            <a:br>
              <a:rPr lang="en-US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We’re marching to Zion</a:t>
            </a:r>
            <a:b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Beautiful, beautiful Zion</a:t>
            </a:r>
            <a:b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We’re marching upwards to Zion</a:t>
            </a:r>
            <a:b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The beautiful city of God.</a:t>
            </a:r>
            <a:endParaRPr lang="en-US" sz="3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176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0">
              <a:schemeClr val="bg1"/>
            </a:gs>
            <a:gs pos="62000">
              <a:schemeClr val="bg1"/>
            </a:gs>
            <a:gs pos="41000">
              <a:schemeClr val="bg1"/>
            </a:gs>
            <a:gs pos="10000">
              <a:schemeClr val="bg1"/>
            </a:gs>
            <a:gs pos="7000">
              <a:srgbClr val="002060"/>
            </a:gs>
            <a:gs pos="3000">
              <a:srgbClr val="FFFF00"/>
            </a:gs>
            <a:gs pos="0">
              <a:srgbClr val="FF0000"/>
            </a:gs>
            <a:gs pos="28000">
              <a:schemeClr val="bg1"/>
            </a:gs>
            <a:gs pos="95000">
              <a:srgbClr val="FFFF00"/>
            </a:gs>
            <a:gs pos="10000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</a:pP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2. </a:t>
            </a: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Let those refuse to sing who never knew our God</a:t>
            </a:r>
            <a:b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But children of the heavenly king </a:t>
            </a: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x2</a:t>
            </a:r>
            <a:r>
              <a:rPr lang="en-US" sz="3600" b="1" dirty="0">
                <a:solidFill>
                  <a:srgbClr val="FF0000"/>
                </a:solidFill>
                <a:latin typeface="Arial Black" panose="020B0A04020102020204" pitchFamily="34" charset="0"/>
              </a:rPr>
              <a:t/>
            </a:r>
            <a:br>
              <a:rPr lang="en-US" sz="3600" b="1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May speak their joys abroad </a:t>
            </a: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x2</a:t>
            </a:r>
            <a:r>
              <a:rPr lang="en-US" sz="3600" b="1" dirty="0">
                <a:solidFill>
                  <a:srgbClr val="FF0000"/>
                </a:solidFill>
                <a:latin typeface="Arial Black" panose="020B0A04020102020204" pitchFamily="34" charset="0"/>
              </a:rPr>
              <a:t/>
            </a:r>
            <a:br>
              <a:rPr lang="en-US" sz="3600" b="1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/>
            </a:r>
            <a:b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endParaRPr lang="en-US" sz="3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404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gradFill>
            <a:gsLst>
              <a:gs pos="90000">
                <a:schemeClr val="bg1"/>
              </a:gs>
              <a:gs pos="62000">
                <a:schemeClr val="bg1"/>
              </a:gs>
              <a:gs pos="41000">
                <a:schemeClr val="bg1"/>
              </a:gs>
              <a:gs pos="10000">
                <a:schemeClr val="bg1"/>
              </a:gs>
              <a:gs pos="7000">
                <a:srgbClr val="002060"/>
              </a:gs>
              <a:gs pos="3000">
                <a:srgbClr val="FFFF00"/>
              </a:gs>
              <a:gs pos="0">
                <a:srgbClr val="FF0000"/>
              </a:gs>
              <a:gs pos="28000">
                <a:schemeClr val="bg1"/>
              </a:gs>
              <a:gs pos="95000">
                <a:srgbClr val="FFFF00"/>
              </a:gs>
              <a:gs pos="100000">
                <a:srgbClr val="FF0000"/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Chrs</a:t>
            </a: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;</a:t>
            </a:r>
            <a:b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We’re marching to Zion</a:t>
            </a:r>
            <a:b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Beautiful, beautiful Zion</a:t>
            </a:r>
            <a:b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We’re marching upwards to Zion</a:t>
            </a:r>
            <a:b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The beautiful city of God.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64691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0">
              <a:schemeClr val="bg1"/>
            </a:gs>
            <a:gs pos="62000">
              <a:schemeClr val="bg1"/>
            </a:gs>
            <a:gs pos="41000">
              <a:schemeClr val="bg1"/>
            </a:gs>
            <a:gs pos="10000">
              <a:schemeClr val="bg1"/>
            </a:gs>
            <a:gs pos="7000">
              <a:srgbClr val="002060"/>
            </a:gs>
            <a:gs pos="3000">
              <a:srgbClr val="FFFF00"/>
            </a:gs>
            <a:gs pos="0">
              <a:srgbClr val="FF0000"/>
            </a:gs>
            <a:gs pos="28000">
              <a:schemeClr val="bg1"/>
            </a:gs>
            <a:gs pos="95000">
              <a:srgbClr val="FFFF00"/>
            </a:gs>
            <a:gs pos="100000">
              <a:srgbClr val="FF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</a:pP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3. </a:t>
            </a:r>
            <a:r>
              <a:rPr lang="en-US" sz="4000" b="1" dirty="0">
                <a:solidFill>
                  <a:srgbClr val="002060"/>
                </a:solidFill>
                <a:latin typeface="Arial Black" panose="020B0A04020102020204" pitchFamily="34" charset="0"/>
              </a:rPr>
              <a:t>The hill of Zion yields a thousand sacred sweets</a:t>
            </a:r>
            <a:br>
              <a:rPr lang="en-US" sz="4000" b="1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4000" b="1" dirty="0">
                <a:solidFill>
                  <a:srgbClr val="002060"/>
                </a:solidFill>
                <a:latin typeface="Arial Black" panose="020B0A04020102020204" pitchFamily="34" charset="0"/>
              </a:rPr>
              <a:t>Before we reach the heavenly fields </a:t>
            </a: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x2</a:t>
            </a:r>
            <a:r>
              <a:rPr lang="en-US" sz="4000" b="1" dirty="0">
                <a:solidFill>
                  <a:srgbClr val="FF0000"/>
                </a:solidFill>
                <a:latin typeface="Arial Black" panose="020B0A04020102020204" pitchFamily="34" charset="0"/>
              </a:rPr>
              <a:t/>
            </a:r>
            <a:br>
              <a:rPr lang="en-US" sz="4000" b="1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sz="4000" b="1" dirty="0">
                <a:solidFill>
                  <a:srgbClr val="002060"/>
                </a:solidFill>
                <a:latin typeface="Arial Black" panose="020B0A04020102020204" pitchFamily="34" charset="0"/>
              </a:rPr>
              <a:t>Or walk the golden streets </a:t>
            </a: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x2</a:t>
            </a:r>
            <a:r>
              <a:rPr lang="en-US" sz="4000" b="1" dirty="0">
                <a:solidFill>
                  <a:srgbClr val="FF0000"/>
                </a:solidFill>
                <a:latin typeface="Arial Black" panose="020B0A04020102020204" pitchFamily="34" charset="0"/>
              </a:rPr>
              <a:t/>
            </a:r>
            <a:br>
              <a:rPr lang="en-US" sz="4000" b="1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endParaRPr lang="en-US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726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Chrs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;</a:t>
            </a:r>
            <a:br>
              <a:rPr lang="en-US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</a:b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We’re marching to Zion</a:t>
            </a:r>
            <a:b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Beautiful, beautiful Zion</a:t>
            </a:r>
            <a:b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We’re marching upwards to Zion</a:t>
            </a:r>
            <a:b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The </a:t>
            </a:r>
            <a:r>
              <a:rPr lang="en-US" sz="3600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beautiful </a:t>
            </a: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city of God</a:t>
            </a:r>
            <a:r>
              <a:rPr lang="en-US" sz="3600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.</a:t>
            </a:r>
            <a:br>
              <a:rPr lang="en-US" sz="3600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sz="1600" b="1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End</a:t>
            </a:r>
            <a:endParaRPr 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019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65</Words>
  <Application>Microsoft Office PowerPoint</Application>
  <PresentationFormat>On-screen Show (4:3)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Office Theme</vt:lpstr>
      <vt:lpstr>PowerPoint Presentation</vt:lpstr>
      <vt:lpstr> Chrs; We’re marching to Zion Beautiful, beautiful Zion We’re marching upwards to Zion The beautiful city of God.</vt:lpstr>
      <vt:lpstr>2. Let those refuse to sing who never knew our God But children of the heavenly king x2 May speak their joys abroad x2  </vt:lpstr>
      <vt:lpstr> Chrs; We’re marching to Zion Beautiful, beautiful Zion We’re marching upwards to Zion The beautiful city of God.</vt:lpstr>
      <vt:lpstr>3. The hill of Zion yields a thousand sacred sweets Before we reach the heavenly fields x2 Or walk the golden streets x2 </vt:lpstr>
      <vt:lpstr> Chrs; We’re marching to Zion Beautiful, beautiful Zion We’re marching upwards to Zion The beautiful city of God. End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EVANS MUHUMUZA</dc:creator>
  <cp:lastModifiedBy>EVANS MUHUMUZA</cp:lastModifiedBy>
  <cp:revision>9</cp:revision>
  <dcterms:created xsi:type="dcterms:W3CDTF">2020-11-08T08:09:33Z</dcterms:created>
  <dcterms:modified xsi:type="dcterms:W3CDTF">2020-11-08T08:21:20Z</dcterms:modified>
</cp:coreProperties>
</file>