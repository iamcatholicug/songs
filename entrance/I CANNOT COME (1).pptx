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366FF-BEE5-4CC9-B9CF-5DDA65266B46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4D1A0-3E0D-44CE-BB2F-D6A4630F48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2405F-DE32-40CA-AE51-D52A3D2E7330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886D-7454-4A2D-9A2B-E96091C17666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89C4A-0E6F-494A-A999-F39A3A77C8CE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87378-9C48-40E7-B37D-038AEFF3B214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F31D-BB49-4148-B825-499CCF892C6B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6D81-6F1D-4457-949D-73D3AEBB13B0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5D85-9877-47D4-B24E-816D90C9F594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ECE04-A26A-4D75-91E8-4BB85EA0893F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68AE-B02B-4595-B2EC-66885B73101D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B724-DB1C-4565-AADF-49105FA6F733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65E5-09D2-4488-A89E-C74A408EC744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6DC3ED2-9C67-40D6-BCAD-805534B5C01E}" type="datetime1">
              <a:rPr lang="en-US" smtClean="0"/>
              <a:pPr/>
              <a:t>02-Sep-22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hyperlink" Target="file:///C:\Users\user\Desktop\CHOIR\SUN\KARIBU.pptx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r>
              <a:rPr lang="en-US" dirty="0" smtClean="0"/>
              <a:t>I CANNOT COME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7526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 err="1" smtClean="0">
                <a:hlinkClick r:id="rId2" action="ppaction://hlinkpres?slideindex=1&amp;slidetitle=1"/>
              </a:rPr>
              <a:t>Chrs</a:t>
            </a:r>
            <a:r>
              <a:rPr lang="en-US" dirty="0" smtClean="0"/>
              <a:t>:</a:t>
            </a:r>
          </a:p>
          <a:p>
            <a:pPr algn="l"/>
            <a:r>
              <a:rPr lang="en-US" dirty="0" smtClean="0"/>
              <a:t>I cannot come to the banquet don’t trouble me</a:t>
            </a:r>
          </a:p>
          <a:p>
            <a:pPr algn="l"/>
            <a:r>
              <a:rPr lang="en-US" dirty="0" smtClean="0"/>
              <a:t> now</a:t>
            </a:r>
          </a:p>
          <a:p>
            <a:pPr algn="l"/>
            <a:r>
              <a:rPr lang="en-US" dirty="0" smtClean="0"/>
              <a:t>I have married a wife I have bought me a cow</a:t>
            </a:r>
          </a:p>
          <a:p>
            <a:pPr algn="l"/>
            <a:r>
              <a:rPr lang="en-US" dirty="0" smtClean="0"/>
              <a:t>I have fields and commitment that cost a pretty sum, </a:t>
            </a:r>
          </a:p>
          <a:p>
            <a:pPr algn="l"/>
            <a:r>
              <a:rPr lang="en-US" dirty="0" smtClean="0">
                <a:hlinkClick r:id="rId3" action="ppaction://hlinksldjump"/>
              </a:rPr>
              <a:t>Pray</a:t>
            </a:r>
            <a:r>
              <a:rPr lang="en-US" dirty="0" smtClean="0"/>
              <a:t> </a:t>
            </a:r>
            <a:r>
              <a:rPr lang="en-US" dirty="0" smtClean="0">
                <a:hlinkClick r:id="rId4" action="ppaction://hlinksldjump"/>
              </a:rPr>
              <a:t>hold</a:t>
            </a:r>
            <a:r>
              <a:rPr lang="en-US" dirty="0" smtClean="0"/>
              <a:t> me </a:t>
            </a:r>
            <a:r>
              <a:rPr lang="en-US" dirty="0" smtClean="0">
                <a:hlinkClick r:id="rId5" action="ppaction://hlinksldjump"/>
              </a:rPr>
              <a:t>excused</a:t>
            </a:r>
            <a:r>
              <a:rPr lang="en-US" dirty="0" smtClean="0"/>
              <a:t> I cannot </a:t>
            </a:r>
            <a:r>
              <a:rPr lang="en-US" dirty="0" smtClean="0">
                <a:hlinkClick r:id="rId6" action="ppaction://hlinksldjump"/>
              </a:rPr>
              <a:t>come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certain man held a feast on his fine estate in town</a:t>
            </a:r>
          </a:p>
          <a:p>
            <a:pPr>
              <a:buNone/>
            </a:pPr>
            <a:r>
              <a:rPr lang="en-US" dirty="0" smtClean="0"/>
              <a:t>He laid a festive table and wore a wedding gown</a:t>
            </a:r>
          </a:p>
          <a:p>
            <a:pPr>
              <a:buNone/>
            </a:pPr>
            <a:r>
              <a:rPr lang="en-US" dirty="0" smtClean="0"/>
              <a:t>He sent invitations to his friends far and wide</a:t>
            </a:r>
          </a:p>
          <a:p>
            <a:pPr>
              <a:buNone/>
            </a:pPr>
            <a:r>
              <a:rPr lang="en-US" dirty="0" smtClean="0"/>
              <a:t>But when the meal was ready each one of them </a:t>
            </a:r>
            <a:r>
              <a:rPr lang="en-US" dirty="0" smtClean="0">
                <a:hlinkClick r:id="rId2" action="ppaction://hlinksldjump"/>
              </a:rPr>
              <a:t>replied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master rose up in anger, called his</a:t>
            </a:r>
          </a:p>
          <a:p>
            <a:pPr>
              <a:buNone/>
            </a:pPr>
            <a:r>
              <a:rPr lang="en-US" dirty="0" smtClean="0"/>
              <a:t>Servants by name said go into the town </a:t>
            </a:r>
          </a:p>
          <a:p>
            <a:pPr>
              <a:buNone/>
            </a:pPr>
            <a:r>
              <a:rPr lang="en-US" dirty="0" smtClean="0"/>
              <a:t>Fetch the blind and the lame</a:t>
            </a:r>
          </a:p>
          <a:p>
            <a:pPr>
              <a:buNone/>
            </a:pPr>
            <a:r>
              <a:rPr lang="en-US" dirty="0" smtClean="0"/>
              <a:t>Fetch the peasants and pauper, far this I have willed</a:t>
            </a:r>
          </a:p>
          <a:p>
            <a:pPr>
              <a:buNone/>
            </a:pPr>
            <a:r>
              <a:rPr lang="en-US" dirty="0" smtClean="0"/>
              <a:t>My banquet must be crowned and my table must be </a:t>
            </a:r>
            <a:r>
              <a:rPr lang="en-US" dirty="0" smtClean="0">
                <a:hlinkClick r:id="rId2" action="ppaction://hlinksldjump"/>
              </a:rPr>
              <a:t>filled</a:t>
            </a:r>
            <a:endParaRPr lang="en-US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When the poor had assembled there was still a room to spare,</a:t>
            </a:r>
          </a:p>
          <a:p>
            <a:pPr>
              <a:buNone/>
            </a:pPr>
            <a:r>
              <a:rPr lang="en-US" dirty="0" smtClean="0"/>
              <a:t>So the master demanded go search in the by ways and force them to come it</a:t>
            </a:r>
          </a:p>
          <a:p>
            <a:pPr>
              <a:buNone/>
            </a:pPr>
            <a:r>
              <a:rPr lang="en-US" dirty="0" smtClean="0"/>
              <a:t>My table must be filled before the banquet can </a:t>
            </a:r>
            <a:r>
              <a:rPr lang="en-US" dirty="0" smtClean="0">
                <a:hlinkClick r:id="rId2" action="ppaction://hlinksldjump"/>
              </a:rPr>
              <a:t>begin</a:t>
            </a: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Now God has written a lesson for the rest of mankind</a:t>
            </a:r>
          </a:p>
          <a:p>
            <a:pPr>
              <a:buNone/>
            </a:pPr>
            <a:r>
              <a:rPr lang="en-US" dirty="0" smtClean="0"/>
              <a:t>If  we’re slow in responding he may leave us behind,</a:t>
            </a:r>
          </a:p>
          <a:p>
            <a:pPr>
              <a:buNone/>
            </a:pPr>
            <a:r>
              <a:rPr lang="en-US" dirty="0" smtClean="0"/>
              <a:t>He’s preparing a banquet for the </a:t>
            </a:r>
            <a:r>
              <a:rPr lang="en-US" dirty="0" err="1" smtClean="0"/>
              <a:t>greatand</a:t>
            </a:r>
            <a:r>
              <a:rPr lang="en-US" dirty="0" smtClean="0"/>
              <a:t> glorious day</a:t>
            </a:r>
          </a:p>
          <a:p>
            <a:pPr>
              <a:buNone/>
            </a:pPr>
            <a:r>
              <a:rPr lang="en-US" dirty="0" smtClean="0"/>
              <a:t>When the lord and master call us before certain not to </a:t>
            </a:r>
            <a:r>
              <a:rPr lang="en-US" dirty="0" smtClean="0">
                <a:hlinkClick r:id="rId2" action="ppaction://hlinksldjump"/>
              </a:rPr>
              <a:t>say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</TotalTime>
  <Words>219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I CANNOT COME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CANNOT COME</dc:title>
  <dc:creator>OWAMAANI Claret</dc:creator>
  <cp:lastModifiedBy>user</cp:lastModifiedBy>
  <cp:revision>11</cp:revision>
  <dcterms:created xsi:type="dcterms:W3CDTF">2006-08-16T00:00:00Z</dcterms:created>
  <dcterms:modified xsi:type="dcterms:W3CDTF">2022-09-02T06:33:43Z</dcterms:modified>
</cp:coreProperties>
</file>