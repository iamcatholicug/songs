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31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4/6/2024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hyperlink" Target="file:///C:\Users\user\Desktop\CHOIR\wed\WE%20ARE%20GATHERING.pptx#-1,1,1" TargetMode="External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Program Files (x86)\Microsoft Office\MEDIA\CAGCAT10\j0149407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8600" y="152400"/>
            <a:ext cx="5257800" cy="62594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04800"/>
            <a:ext cx="7772400" cy="5638800"/>
          </a:xfrm>
        </p:spPr>
        <p:txBody>
          <a:bodyPr>
            <a:noAutofit/>
          </a:bodyPr>
          <a:lstStyle/>
          <a:p>
            <a:pPr algn="l"/>
            <a:r>
              <a:rPr lang="en-US" sz="6000" dirty="0">
                <a:solidFill>
                  <a:srgbClr val="FF0000"/>
                </a:solidFill>
              </a:rPr>
              <a:t>What </a:t>
            </a:r>
            <a:r>
              <a:rPr lang="en-US" sz="6000" dirty="0" err="1">
                <a:solidFill>
                  <a:srgbClr val="FF0000"/>
                </a:solidFill>
              </a:rPr>
              <a:t>ajoyful</a:t>
            </a:r>
            <a:r>
              <a:rPr lang="en-US" sz="6000" dirty="0">
                <a:solidFill>
                  <a:srgbClr val="FF0000"/>
                </a:solidFill>
              </a:rPr>
              <a:t>  day What a joyful, a joyful day we dance </a:t>
            </a:r>
            <a:r>
              <a:rPr lang="en-US" sz="6000" dirty="0">
                <a:solidFill>
                  <a:srgbClr val="FF0000"/>
                </a:solidFill>
                <a:hlinkClick r:id="rId3" action="ppaction://hlinksldjump"/>
              </a:rPr>
              <a:t>to</a:t>
            </a:r>
            <a:r>
              <a:rPr lang="en-US" sz="6000" dirty="0">
                <a:solidFill>
                  <a:srgbClr val="FF0000"/>
                </a:solidFill>
              </a:rPr>
              <a:t> </a:t>
            </a:r>
            <a:r>
              <a:rPr lang="en-US" sz="6000" dirty="0">
                <a:solidFill>
                  <a:srgbClr val="FF0000"/>
                </a:solidFill>
                <a:hlinkClick r:id="rId4" action="ppaction://hlinksldjump"/>
              </a:rPr>
              <a:t>the</a:t>
            </a:r>
            <a:r>
              <a:rPr lang="en-US" sz="6000" dirty="0">
                <a:solidFill>
                  <a:srgbClr val="FF0000"/>
                </a:solidFill>
              </a:rPr>
              <a:t> </a:t>
            </a:r>
            <a:r>
              <a:rPr lang="en-US" sz="6000" dirty="0">
                <a:solidFill>
                  <a:srgbClr val="FF0000"/>
                </a:solidFill>
                <a:hlinkClick r:id="rId5" action="ppaction://hlinksldjump"/>
              </a:rPr>
              <a:t>lord</a:t>
            </a:r>
            <a:r>
              <a:rPr lang="en-US" sz="6000" dirty="0">
                <a:solidFill>
                  <a:srgbClr val="FF0000"/>
                </a:solidFill>
              </a:rPr>
              <a:t> x </a:t>
            </a:r>
            <a:r>
              <a:rPr lang="en-US" sz="6000" dirty="0">
                <a:solidFill>
                  <a:srgbClr val="FF0000"/>
                </a:solidFill>
                <a:hlinkClick r:id="rId6" action="ppaction://hlinksldjump"/>
              </a:rPr>
              <a:t>2</a:t>
            </a:r>
            <a:br>
              <a:rPr lang="en-US" sz="6000" dirty="0">
                <a:solidFill>
                  <a:srgbClr val="FF0000"/>
                </a:solidFill>
              </a:rPr>
            </a:br>
            <a:r>
              <a:rPr lang="en-US" sz="6000" dirty="0">
                <a:solidFill>
                  <a:srgbClr val="FF0000"/>
                </a:solidFill>
                <a:hlinkClick r:id="rId7" action="ppaction://hlinkpres?slideindex=1&amp;slidetitle=1"/>
              </a:rPr>
              <a:t>c</a:t>
            </a:r>
            <a:endParaRPr lang="en-US" sz="6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sz="6000" dirty="0">
                <a:solidFill>
                  <a:srgbClr val="FF0000"/>
                </a:solidFill>
              </a:rPr>
              <a:t>Before the father   </a:t>
            </a:r>
          </a:p>
          <a:p>
            <a:pPr marL="514350" indent="-514350">
              <a:buNone/>
            </a:pPr>
            <a:r>
              <a:rPr lang="en-US" sz="6000" dirty="0">
                <a:solidFill>
                  <a:srgbClr val="FF0000"/>
                </a:solidFill>
              </a:rPr>
              <a:t>Creator of all</a:t>
            </a:r>
          </a:p>
          <a:p>
            <a:pPr marL="514350" indent="-514350">
              <a:buNone/>
            </a:pPr>
            <a:r>
              <a:rPr lang="en-US" sz="6000" dirty="0">
                <a:solidFill>
                  <a:srgbClr val="FF0000"/>
                </a:solidFill>
              </a:rPr>
              <a:t>Before the father</a:t>
            </a:r>
          </a:p>
          <a:p>
            <a:pPr marL="514350" indent="-514350">
              <a:buNone/>
            </a:pPr>
            <a:r>
              <a:rPr lang="en-US" sz="6000" dirty="0">
                <a:solidFill>
                  <a:srgbClr val="FF0000"/>
                </a:solidFill>
              </a:rPr>
              <a:t>Praising the </a:t>
            </a:r>
            <a:r>
              <a:rPr lang="en-US" sz="6000" dirty="0">
                <a:solidFill>
                  <a:srgbClr val="FF0000"/>
                </a:solidFill>
                <a:hlinkClick r:id="" action="ppaction://hlinkshowjump?jump=firstslide"/>
              </a:rPr>
              <a:t>father</a:t>
            </a:r>
            <a:r>
              <a:rPr lang="en-US" sz="6000" dirty="0">
                <a:solidFill>
                  <a:srgbClr val="FF0000"/>
                </a:solidFill>
              </a:rPr>
              <a:t> </a:t>
            </a:r>
          </a:p>
          <a:p>
            <a:endParaRPr 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>
                <a:solidFill>
                  <a:srgbClr val="FF0000"/>
                </a:solidFill>
              </a:rPr>
              <a:t>Father is with us </a:t>
            </a:r>
          </a:p>
          <a:p>
            <a:pPr>
              <a:buNone/>
            </a:pPr>
            <a:r>
              <a:rPr lang="en-US" sz="5400" dirty="0">
                <a:solidFill>
                  <a:srgbClr val="FF0000"/>
                </a:solidFill>
              </a:rPr>
              <a:t>Jesus is with us </a:t>
            </a:r>
          </a:p>
          <a:p>
            <a:pPr>
              <a:buNone/>
            </a:pPr>
            <a:r>
              <a:rPr lang="en-US" sz="5400" dirty="0">
                <a:solidFill>
                  <a:srgbClr val="FF0000"/>
                </a:solidFill>
              </a:rPr>
              <a:t>Spirit is with us </a:t>
            </a:r>
          </a:p>
          <a:p>
            <a:pPr>
              <a:buNone/>
            </a:pPr>
            <a:r>
              <a:rPr lang="en-US" sz="5400" dirty="0">
                <a:solidFill>
                  <a:srgbClr val="FF0000"/>
                </a:solidFill>
              </a:rPr>
              <a:t>Trinity is </a:t>
            </a:r>
            <a:r>
              <a:rPr lang="en-US" sz="5400" dirty="0">
                <a:solidFill>
                  <a:srgbClr val="FF0000"/>
                </a:solidFill>
                <a:hlinkClick r:id="" action="ppaction://hlinkshowjump?jump=firstslide"/>
              </a:rPr>
              <a:t>with</a:t>
            </a:r>
            <a:r>
              <a:rPr lang="en-US" sz="5400" dirty="0">
                <a:solidFill>
                  <a:srgbClr val="FF0000"/>
                </a:solidFill>
              </a:rPr>
              <a:t> us </a:t>
            </a:r>
          </a:p>
          <a:p>
            <a:pPr>
              <a:buNone/>
            </a:pPr>
            <a:endParaRPr 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5400" dirty="0">
                <a:solidFill>
                  <a:srgbClr val="FF0000"/>
                </a:solidFill>
              </a:rPr>
              <a:t> Angels are with us </a:t>
            </a:r>
          </a:p>
          <a:p>
            <a:pPr>
              <a:buNone/>
            </a:pPr>
            <a:r>
              <a:rPr lang="en-US" sz="5400" dirty="0">
                <a:solidFill>
                  <a:srgbClr val="FF0000"/>
                </a:solidFill>
              </a:rPr>
              <a:t>Praising the father </a:t>
            </a:r>
          </a:p>
          <a:p>
            <a:pPr>
              <a:buNone/>
            </a:pPr>
            <a:r>
              <a:rPr lang="en-US" sz="5400" dirty="0">
                <a:solidFill>
                  <a:srgbClr val="FF0000"/>
                </a:solidFill>
              </a:rPr>
              <a:t>The saints are with us </a:t>
            </a:r>
          </a:p>
          <a:p>
            <a:pPr>
              <a:buNone/>
            </a:pPr>
            <a:r>
              <a:rPr lang="en-US" sz="5400" dirty="0">
                <a:solidFill>
                  <a:srgbClr val="FF0000"/>
                </a:solidFill>
              </a:rPr>
              <a:t>Praising  the </a:t>
            </a:r>
            <a:r>
              <a:rPr lang="en-US" sz="5400" dirty="0">
                <a:solidFill>
                  <a:srgbClr val="FF0000"/>
                </a:solidFill>
                <a:hlinkClick r:id="" action="ppaction://hlinkshowjump?jump=firstslide"/>
              </a:rPr>
              <a:t>father</a:t>
            </a:r>
            <a:endParaRPr lang="en-US" sz="54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>
                <a:solidFill>
                  <a:srgbClr val="FF0000"/>
                </a:solidFill>
              </a:rPr>
              <a:t> All creatures of God </a:t>
            </a:r>
          </a:p>
          <a:p>
            <a:pPr>
              <a:buNone/>
            </a:pPr>
            <a:r>
              <a:rPr lang="en-US" sz="4800" dirty="0">
                <a:solidFill>
                  <a:srgbClr val="FF0000"/>
                </a:solidFill>
              </a:rPr>
              <a:t>    Bothers and Sisters</a:t>
            </a:r>
          </a:p>
          <a:p>
            <a:pPr>
              <a:buNone/>
            </a:pPr>
            <a:r>
              <a:rPr lang="en-US" sz="4800" dirty="0">
                <a:solidFill>
                  <a:srgbClr val="FF0000"/>
                </a:solidFill>
              </a:rPr>
              <a:t>    All people of God</a:t>
            </a:r>
          </a:p>
          <a:p>
            <a:pPr>
              <a:buNone/>
            </a:pPr>
            <a:r>
              <a:rPr lang="en-US" sz="4800" dirty="0">
                <a:solidFill>
                  <a:srgbClr val="FF0000"/>
                </a:solidFill>
              </a:rPr>
              <a:t>    Praising the </a:t>
            </a:r>
            <a:r>
              <a:rPr lang="en-US" sz="4800" dirty="0">
                <a:solidFill>
                  <a:srgbClr val="FF0000"/>
                </a:solidFill>
                <a:hlinkClick r:id="" action="ppaction://hlinkshowjump?jump=firstslide"/>
              </a:rPr>
              <a:t>father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dissolve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user\Desktop\CHOIR\wed\WE%20ARE%20GATHERING.pptx%23-1,1,1" TargetMode="External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>
        <a:noFill/>
      </a:spPr>
      <a:bodyPr wrap="none" lIns="91440" tIns="45720" rIns="91440" bIns="45720">
        <a:spAutoFit/>
      </a:bodyPr>
      <a:lstStyle>
        <a:defPPr algn="ctr">
          <a:defRPr sz="5400" b="1" cap="none" spc="50" dirty="0" smtClean="0">
            <a:ln w="12700" cmpd="sng">
              <a:solidFill>
                <a:schemeClr val="accent6">
                  <a:satMod val="120000"/>
                  <a:shade val="80000"/>
                </a:schemeClr>
              </a:solidFill>
              <a:prstDash val="solid"/>
            </a:ln>
            <a:solidFill>
              <a:schemeClr val="accent6">
                <a:tint val="1000"/>
              </a:schemeClr>
            </a:solidFill>
            <a:effectLst>
              <a:glow rad="53100">
                <a:schemeClr val="accent6">
                  <a:satMod val="180000"/>
                  <a:alpha val="30000"/>
                </a:schemeClr>
              </a:glow>
            </a:effectLst>
            <a:hlinkClick xmlns:r="http://schemas.openxmlformats.org/officeDocument/2006/relationships" r:id="rId2"/>
          </a:defRPr>
        </a:defPPr>
      </a:lst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37</TotalTime>
  <Words>79</Words>
  <Application>Microsoft Office PowerPoint</Application>
  <PresentationFormat>On-screen Show (4:3)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Lucida Sans Unicode</vt:lpstr>
      <vt:lpstr>Verdana</vt:lpstr>
      <vt:lpstr>Wingdings 2</vt:lpstr>
      <vt:lpstr>Wingdings 3</vt:lpstr>
      <vt:lpstr>Concourse</vt:lpstr>
      <vt:lpstr>What ajoyful  day What a joyful, a joyful day we dance to the lord x 2 c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 JOYFUL DAY. What a joyful, a joyful day we dance to the lord x 2</dc:title>
  <dc:creator>student5</dc:creator>
  <cp:lastModifiedBy>HP</cp:lastModifiedBy>
  <cp:revision>14</cp:revision>
  <dcterms:created xsi:type="dcterms:W3CDTF">2006-08-16T00:00:00Z</dcterms:created>
  <dcterms:modified xsi:type="dcterms:W3CDTF">2024-04-06T18:55:44Z</dcterms:modified>
</cp:coreProperties>
</file>