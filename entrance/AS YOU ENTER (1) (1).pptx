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4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B094-C77A-4870-A4F5-5EC1332D8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2AA54-5E0C-49FE-9DB6-C1DA03968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7825B-4196-4679-928B-F92ADFC6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6166E-6784-4B3B-8D95-5869F91A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76ADE-28D2-4760-940D-FD049234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1181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7D40-C3E0-4FE9-8325-85568A92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08F2D-9593-4F54-94EC-3B438D26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A0958-B83D-4F63-9DAC-1837A7483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8D82F-85D8-40CE-B884-DF742078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4241B-1B1C-4F69-B3CD-29744F08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25262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0950-29ED-4078-941C-C50C4144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4531B-E61B-4828-ADA9-25E096740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D5629-8790-4222-94C5-7AD0EF2A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CECAB-D3BB-42C5-928C-A27C5EDB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C25C8-E223-4803-8D3E-5F472AAB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8562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DF61-50F1-42BC-8281-95D977BD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A5B4B-E6F5-41FA-8502-1C4B9B111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50D8E-5E52-4CF6-B3E4-8D5E8D487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047BE-5ADC-43D9-83D0-1F34FEB6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1C8DF-6F43-4510-B3C1-B4FB7A8F9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E437C-7394-4802-B888-F6AE8285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2605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B3D0-E7D7-417C-9807-ABE97099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DBDE9-4423-4BCB-B5DC-000CC5961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32497-D13E-4E00-9CE9-AA63D315E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409F-43AA-4E6D-AB4B-A84690058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4FA2C-E60F-4ACF-AD5D-5EC736865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E7D03-A6C7-4AE0-9211-F84FCD7AD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404F0-F3E6-4EA3-964C-45AD6E4C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FE8AA9-9D0F-486F-8355-5C5BED4E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4948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137E-19A4-4C02-81D4-82EE79BB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591E6A-EE7F-49CD-B692-E3DF2BA6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454E2-28A6-4BE9-921B-EA38923B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89A82-6F27-4A22-A681-E57673A0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0302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B9C06-3625-4FCF-8CE9-48B1CD04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03EC3-F7ED-44F9-AE17-2F4B0A07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A9CC1-0706-43C9-A13A-0A58E5EB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89772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521B-F34F-41BA-AD0A-82DF3E36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B6137-B8F8-4D8B-A4DA-102E8D959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93BF9-40EF-4A1A-8AA0-440AC616B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57FBF-17A6-449A-9538-B694859E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E9518-E0EF-4044-AB3E-82B6F66AA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B9C95-EE4A-405B-832B-6670B21B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8580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6E9E-D0A6-44C7-90A8-A1D55CF32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1654B-5F78-4CBA-8CF6-EE557A1FD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3C0C4-E060-4773-804D-33B2F5BA4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5B295-3926-4502-954A-9BF27357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773A2-4EBC-405C-8931-951873EC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0259F-5985-441E-811A-DD081B617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8864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DAFC-90A9-4AE2-A54F-E79A95010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D60F3-CC43-4FD7-94C3-3D729A97E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7BDDE-7550-41A3-8F06-50A4CBF0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0305F-FE20-46D7-B2A2-24A46369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348DB-A5F3-454E-826E-C8B6D7CB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2579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5DFF8-0BEC-4972-A8AE-AADC837B3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23B2F-06F9-4F07-AD09-DDDD7CD83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F8A0B-5931-486C-B7A3-ED53CA8E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66078-36A5-4EE4-8A40-76B85512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9D4B9-B240-48E2-8C18-92A9A91E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45288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EE540-D883-4BDB-931F-0D54B9DC4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A3050-A32F-47F4-84C2-BD1A4664E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13793-7874-442D-9231-476BF1016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205E0-4FF2-46E8-A209-719C9104FD6C}" type="datetimeFigureOut">
              <a:rPr lang="en-UG" smtClean="0"/>
              <a:t>03/03/2024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00961-FD3C-4C1A-A181-0E790C055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29D56-9C57-426F-B42A-4F77F3A28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5A981-FFD4-4F7E-8293-8BBD65E6582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943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DDE9D-5790-4C8B-AB89-B68F22A1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Algerian" panose="04020705040A02060702" pitchFamily="82" charset="0"/>
              </a:rPr>
              <a:t>                AS YOU ENTER</a:t>
            </a:r>
            <a:endParaRPr lang="en-UG" sz="5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366A-5B5C-4E07-A3B3-3D3829ED6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6000" b="1" dirty="0"/>
              <a:t>AS YOU ENTER INTO THE CHURCH</a:t>
            </a:r>
          </a:p>
          <a:p>
            <a:pPr marL="0" indent="0">
              <a:buNone/>
            </a:pPr>
            <a:r>
              <a:rPr lang="en-US" sz="6000" b="1" dirty="0"/>
              <a:t>      YOUR HEARTS MUST BE FILLED WITH </a:t>
            </a:r>
            <a:r>
              <a:rPr lang="en-US" sz="6000" b="1" dirty="0">
                <a:hlinkClick r:id="rId2" action="ppaction://hlinksldjump"/>
              </a:rPr>
              <a:t>JOY</a:t>
            </a:r>
            <a:r>
              <a:rPr lang="en-US" sz="6000" b="1" dirty="0"/>
              <a:t>  *2                                               </a:t>
            </a:r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endParaRPr lang="en-US" sz="6000" b="1" dirty="0"/>
          </a:p>
          <a:p>
            <a:pPr marL="0" indent="0">
              <a:buNone/>
            </a:pPr>
            <a:r>
              <a:rPr lang="en-US" sz="6000" b="1" dirty="0"/>
              <a:t>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90764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EA7F-5B25-4D52-9DC2-BAEE5130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Algerian" panose="04020705040A02060702" pitchFamily="82" charset="0"/>
              </a:rPr>
              <a:t>                      CHRS</a:t>
            </a:r>
            <a:endParaRPr lang="en-UG" sz="60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C1907-1AF4-432D-91F7-5962F0B7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52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b="1" dirty="0"/>
              <a:t>BE OBEDIENT…................OBEDIENT</a:t>
            </a:r>
          </a:p>
          <a:p>
            <a:pPr marL="0" indent="0">
              <a:buNone/>
            </a:pPr>
            <a:r>
              <a:rPr lang="en-US" sz="4800" b="1" dirty="0"/>
              <a:t>SURRENDER YOUR LIVES…………..YOUR LIVES</a:t>
            </a:r>
          </a:p>
          <a:p>
            <a:pPr marL="0" indent="0">
              <a:buNone/>
            </a:pPr>
            <a:r>
              <a:rPr lang="en-US" sz="4800" b="1" dirty="0"/>
              <a:t>SOUL……………………YOUR SOUL</a:t>
            </a:r>
          </a:p>
          <a:p>
            <a:pPr marL="0" indent="0">
              <a:buNone/>
            </a:pPr>
            <a:r>
              <a:rPr lang="en-US" sz="4800" b="1" dirty="0"/>
              <a:t>THOUGHTS…………YOUR THOUGHTS</a:t>
            </a:r>
          </a:p>
          <a:p>
            <a:pPr marL="0" indent="0" algn="just">
              <a:buNone/>
            </a:pPr>
            <a:r>
              <a:rPr lang="en-US" sz="4800" b="1" dirty="0">
                <a:hlinkClick r:id="rId2" action="ppaction://hlinksldjump"/>
              </a:rPr>
              <a:t>SURRENDER</a:t>
            </a:r>
            <a:r>
              <a:rPr lang="en-US" sz="4800" b="1" dirty="0"/>
              <a:t> </a:t>
            </a:r>
            <a:r>
              <a:rPr lang="en-US" sz="4800" b="1" dirty="0">
                <a:hlinkClick r:id="rId3" action="ppaction://hlinksldjump"/>
              </a:rPr>
              <a:t>ALL</a:t>
            </a:r>
            <a:r>
              <a:rPr lang="en-US" sz="4800" b="1" dirty="0"/>
              <a:t> </a:t>
            </a:r>
            <a:r>
              <a:rPr lang="en-US" sz="4800" b="1" dirty="0">
                <a:hlinkClick r:id="rId4" action="ppaction://hlinksldjump"/>
              </a:rPr>
              <a:t>TO</a:t>
            </a:r>
            <a:r>
              <a:rPr lang="en-US" sz="4800" b="1" dirty="0"/>
              <a:t> </a:t>
            </a:r>
            <a:r>
              <a:rPr lang="en-US" sz="4800" b="1" dirty="0">
                <a:hlinkClick r:id="rId5" action="ppaction://hlinksldjump"/>
              </a:rPr>
              <a:t>GOD</a:t>
            </a:r>
            <a:r>
              <a:rPr lang="en-US" sz="4800" b="1" dirty="0"/>
              <a:t> . X2</a:t>
            </a:r>
          </a:p>
        </p:txBody>
      </p:sp>
    </p:spTree>
    <p:extLst>
      <p:ext uri="{BB962C8B-B14F-4D97-AF65-F5344CB8AC3E}">
        <p14:creationId xmlns:p14="http://schemas.microsoft.com/office/powerpoint/2010/main" val="2063437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B390-0F79-4BD4-84E4-32C50B6E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2. ALL YOUR SINS DEEP INTO YOUR HEARTS</a:t>
            </a:r>
          </a:p>
          <a:p>
            <a:pPr marL="0" indent="0">
              <a:buNone/>
            </a:pPr>
            <a:r>
              <a:rPr lang="en-US" sz="5400" dirty="0"/>
              <a:t>CONFESS THEM TO THE </a:t>
            </a:r>
            <a:r>
              <a:rPr lang="en-US" sz="5400" dirty="0">
                <a:hlinkClick r:id="rId2" action="ppaction://hlinksldjump"/>
              </a:rPr>
              <a:t>LORD</a:t>
            </a:r>
            <a:r>
              <a:rPr lang="en-US" sz="5400" dirty="0"/>
              <a:t>.  X2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338227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5F1A-F70C-4421-B616-0BEAF359F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3. AS YOU SEEK THE WAY TO THE KINGDOM </a:t>
            </a:r>
          </a:p>
          <a:p>
            <a:pPr marL="0" indent="0">
              <a:buNone/>
            </a:pPr>
            <a:r>
              <a:rPr lang="en-US" sz="5400" dirty="0"/>
              <a:t>SING PRAISES UNTO THE </a:t>
            </a:r>
            <a:r>
              <a:rPr lang="en-US" sz="5400" dirty="0">
                <a:hlinkClick r:id="rId2" action="ppaction://hlinksldjump"/>
              </a:rPr>
              <a:t>LORD</a:t>
            </a:r>
            <a:r>
              <a:rPr lang="en-US" sz="5400" dirty="0"/>
              <a:t>.  X2</a:t>
            </a:r>
            <a:endParaRPr lang="en-UG" sz="5400" dirty="0"/>
          </a:p>
        </p:txBody>
      </p:sp>
    </p:spTree>
    <p:extLst>
      <p:ext uri="{BB962C8B-B14F-4D97-AF65-F5344CB8AC3E}">
        <p14:creationId xmlns:p14="http://schemas.microsoft.com/office/powerpoint/2010/main" val="575055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0EC73-4689-4EA2-91A0-880DC7350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4. AS YOU SEEK THE WAY TO THE KINGDOM</a:t>
            </a:r>
          </a:p>
          <a:p>
            <a:pPr marL="0" indent="0">
              <a:buNone/>
            </a:pPr>
            <a:r>
              <a:rPr lang="en-US" sz="5400" dirty="0"/>
              <a:t> CONFESS TO THE </a:t>
            </a:r>
            <a:r>
              <a:rPr lang="en-US" sz="5400" dirty="0">
                <a:hlinkClick r:id="rId2" action="ppaction://hlinksldjump"/>
              </a:rPr>
              <a:t>ALMIGHTY</a:t>
            </a:r>
            <a:r>
              <a:rPr lang="en-US" sz="5400" dirty="0"/>
              <a:t>. X2</a:t>
            </a:r>
          </a:p>
        </p:txBody>
      </p:sp>
    </p:spTree>
    <p:extLst>
      <p:ext uri="{BB962C8B-B14F-4D97-AF65-F5344CB8AC3E}">
        <p14:creationId xmlns:p14="http://schemas.microsoft.com/office/powerpoint/2010/main" val="368083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9B0D-08A2-43BD-9EEC-1B1AB2AE7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773" y="18466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5. AS YOU COME TO HIM THROUGH PRAYERS</a:t>
            </a:r>
          </a:p>
          <a:p>
            <a:pPr marL="0" indent="0">
              <a:buNone/>
            </a:pPr>
            <a:r>
              <a:rPr lang="en-US" sz="4800" dirty="0"/>
              <a:t>KNOW THAT HE LOVES YOU </a:t>
            </a:r>
            <a:r>
              <a:rPr lang="en-US" sz="4800" dirty="0">
                <a:hlinkClick r:id="rId2" action="ppaction://hlinksldjump"/>
              </a:rPr>
              <a:t>DEARLY</a:t>
            </a:r>
            <a:endParaRPr lang="en-UG" sz="4800" dirty="0"/>
          </a:p>
        </p:txBody>
      </p:sp>
    </p:spTree>
    <p:extLst>
      <p:ext uri="{BB962C8B-B14F-4D97-AF65-F5344CB8AC3E}">
        <p14:creationId xmlns:p14="http://schemas.microsoft.com/office/powerpoint/2010/main" val="290851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112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Arial</vt:lpstr>
      <vt:lpstr>Calibri</vt:lpstr>
      <vt:lpstr>Calibri Light</vt:lpstr>
      <vt:lpstr>Office Theme</vt:lpstr>
      <vt:lpstr>                AS YOU ENTER</vt:lpstr>
      <vt:lpstr>                      CHRS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 AS YOU ENTER</dc:title>
  <dc:creator>HP</dc:creator>
  <cp:lastModifiedBy>HP</cp:lastModifiedBy>
  <cp:revision>12</cp:revision>
  <dcterms:created xsi:type="dcterms:W3CDTF">2024-02-20T18:26:20Z</dcterms:created>
  <dcterms:modified xsi:type="dcterms:W3CDTF">2024-03-03T04:19:17Z</dcterms:modified>
</cp:coreProperties>
</file>