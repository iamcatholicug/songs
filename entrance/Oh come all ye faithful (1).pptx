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EC246-D872-4505-8730-6FB27EEF4265}" type="datetimeFigureOut">
              <a:rPr lang="en-US" smtClean="0"/>
              <a:t>23-Nov-19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6614-05C6-4FE9-98EF-F87AB5EB6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70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EC246-D872-4505-8730-6FB27EEF4265}" type="datetimeFigureOut">
              <a:rPr lang="en-US" smtClean="0"/>
              <a:t>23-Nov-19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6614-05C6-4FE9-98EF-F87AB5EB6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77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EC246-D872-4505-8730-6FB27EEF4265}" type="datetimeFigureOut">
              <a:rPr lang="en-US" smtClean="0"/>
              <a:t>23-Nov-19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6614-05C6-4FE9-98EF-F87AB5EB6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15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EC246-D872-4505-8730-6FB27EEF4265}" type="datetimeFigureOut">
              <a:rPr lang="en-US" smtClean="0"/>
              <a:t>23-Nov-19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6614-05C6-4FE9-98EF-F87AB5EB6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6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EC246-D872-4505-8730-6FB27EEF4265}" type="datetimeFigureOut">
              <a:rPr lang="en-US" smtClean="0"/>
              <a:t>23-Nov-19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6614-05C6-4FE9-98EF-F87AB5EB6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0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EC246-D872-4505-8730-6FB27EEF4265}" type="datetimeFigureOut">
              <a:rPr lang="en-US" smtClean="0"/>
              <a:t>23-Nov-19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6614-05C6-4FE9-98EF-F87AB5EB6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6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EC246-D872-4505-8730-6FB27EEF4265}" type="datetimeFigureOut">
              <a:rPr lang="en-US" smtClean="0"/>
              <a:t>23-Nov-19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6614-05C6-4FE9-98EF-F87AB5EB6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89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EC246-D872-4505-8730-6FB27EEF4265}" type="datetimeFigureOut">
              <a:rPr lang="en-US" smtClean="0"/>
              <a:t>23-Nov-19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6614-05C6-4FE9-98EF-F87AB5EB6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19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EC246-D872-4505-8730-6FB27EEF4265}" type="datetimeFigureOut">
              <a:rPr lang="en-US" smtClean="0"/>
              <a:t>23-Nov-19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6614-05C6-4FE9-98EF-F87AB5EB6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0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EC246-D872-4505-8730-6FB27EEF4265}" type="datetimeFigureOut">
              <a:rPr lang="en-US" smtClean="0"/>
              <a:t>23-Nov-19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6614-05C6-4FE9-98EF-F87AB5EB6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30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EC246-D872-4505-8730-6FB27EEF4265}" type="datetimeFigureOut">
              <a:rPr lang="en-US" smtClean="0"/>
              <a:t>23-Nov-19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16614-05C6-4FE9-98EF-F87AB5EB6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7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22640">
              <a:srgbClr val="408BCE"/>
            </a:gs>
            <a:gs pos="22281">
              <a:srgbClr val="408BCE"/>
            </a:gs>
            <a:gs pos="61000">
              <a:srgbClr val="002060"/>
            </a:gs>
            <a:gs pos="69000">
              <a:schemeClr val="tx1"/>
            </a:gs>
            <a:gs pos="11500">
              <a:srgbClr val="408BCE"/>
            </a:gs>
            <a:gs pos="0">
              <a:schemeClr val="accent1">
                <a:lumMod val="89000"/>
              </a:schemeClr>
            </a:gs>
            <a:gs pos="75000">
              <a:srgbClr val="FFFF00"/>
            </a:gs>
            <a:gs pos="85000">
              <a:schemeClr val="accent1">
                <a:lumMod val="75000"/>
              </a:schemeClr>
            </a:gs>
            <a:gs pos="100000">
              <a:srgbClr val="FF0000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EC246-D872-4505-8730-6FB27EEF4265}" type="datetimeFigureOut">
              <a:rPr lang="en-US" smtClean="0"/>
              <a:t>23-Nov-19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16614-05C6-4FE9-98EF-F87AB5EB6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62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" y="146304"/>
            <a:ext cx="11984736" cy="6583679"/>
          </a:xfrm>
          <a:solidFill>
            <a:schemeClr val="bg1">
              <a:lumMod val="95000"/>
            </a:schemeClr>
          </a:solidFill>
        </p:spPr>
        <p:txBody>
          <a:bodyPr anchor="t">
            <a:noAutofit/>
          </a:bodyPr>
          <a:lstStyle/>
          <a:p>
            <a:r>
              <a:rPr lang="en-US" sz="4800" dirty="0">
                <a:solidFill>
                  <a:srgbClr val="002060"/>
                </a:solidFill>
                <a:latin typeface="Arial Black" panose="020B0A04020102020204" pitchFamily="34" charset="0"/>
              </a:rPr>
              <a:t>1.Oh come all ye faithful and Joyful and </a:t>
            </a:r>
            <a:r>
              <a:rPr lang="en-US" sz="4800" dirty="0" err="1">
                <a:solidFill>
                  <a:srgbClr val="002060"/>
                </a:solidFill>
                <a:latin typeface="Arial Black" panose="020B0A04020102020204" pitchFamily="34" charset="0"/>
              </a:rPr>
              <a:t>Triumphants</a:t>
            </a:r>
            <a:r>
              <a:rPr lang="en-US" sz="4800" dirty="0">
                <a:solidFill>
                  <a:srgbClr val="002060"/>
                </a:solidFill>
                <a:latin typeface="Arial Black" panose="020B0A04020102020204" pitchFamily="34" charset="0"/>
              </a:rPr>
              <a:t/>
            </a:r>
            <a:br>
              <a:rPr lang="en-US" sz="48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4800" dirty="0">
                <a:solidFill>
                  <a:srgbClr val="002060"/>
                </a:solidFill>
                <a:latin typeface="Arial Black" panose="020B0A04020102020204" pitchFamily="34" charset="0"/>
              </a:rPr>
              <a:t>Oh come ye x2 to </a:t>
            </a:r>
            <a:r>
              <a:rPr lang="en-US" sz="4800" dirty="0" err="1">
                <a:solidFill>
                  <a:srgbClr val="002060"/>
                </a:solidFill>
                <a:latin typeface="Arial Black" panose="020B0A04020102020204" pitchFamily="34" charset="0"/>
              </a:rPr>
              <a:t>Bethelehem</a:t>
            </a:r>
            <a:r>
              <a:rPr lang="en-US" sz="4800" dirty="0">
                <a:solidFill>
                  <a:srgbClr val="002060"/>
                </a:solidFill>
                <a:latin typeface="Arial Black" panose="020B0A04020102020204" pitchFamily="34" charset="0"/>
              </a:rPr>
              <a:t/>
            </a:r>
            <a:br>
              <a:rPr lang="en-US" sz="48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4800" dirty="0">
                <a:solidFill>
                  <a:srgbClr val="002060"/>
                </a:solidFill>
                <a:latin typeface="Arial Black" panose="020B0A04020102020204" pitchFamily="34" charset="0"/>
              </a:rPr>
              <a:t>Come and be all ye born the king of Engels</a:t>
            </a:r>
            <a:br>
              <a:rPr lang="en-US" sz="48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48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/>
            </a:r>
            <a:br>
              <a:rPr lang="en-US" sz="4800" dirty="0" smtClean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200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CHRS:</a:t>
            </a:r>
            <a:r>
              <a:rPr lang="en-US" sz="4800" dirty="0">
                <a:solidFill>
                  <a:srgbClr val="002060"/>
                </a:solidFill>
                <a:latin typeface="Arial Black" panose="020B0A04020102020204" pitchFamily="34" charset="0"/>
              </a:rPr>
              <a:t/>
            </a:r>
            <a:br>
              <a:rPr lang="en-US" sz="48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4800" dirty="0">
                <a:solidFill>
                  <a:srgbClr val="FF0000"/>
                </a:solidFill>
                <a:latin typeface="Arial Black" panose="020B0A04020102020204" pitchFamily="34" charset="0"/>
              </a:rPr>
              <a:t>Oh come let us adore him x2</a:t>
            </a:r>
            <a:br>
              <a:rPr lang="en-US" sz="4800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sz="4800" dirty="0">
                <a:solidFill>
                  <a:srgbClr val="FF0000"/>
                </a:solidFill>
                <a:latin typeface="Arial Black" panose="020B0A04020102020204" pitchFamily="34" charset="0"/>
              </a:rPr>
              <a:t>Oh come let us adore him Christ ye Lord</a:t>
            </a:r>
            <a:br>
              <a:rPr lang="en-US" sz="4800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endParaRPr lang="en-US" sz="48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483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344" y="413625"/>
            <a:ext cx="12009120" cy="56836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4400" dirty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2.Sing Choirs of </a:t>
            </a:r>
            <a:r>
              <a:rPr lang="en-US" sz="4400" dirty="0" err="1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engels</a:t>
            </a:r>
            <a:endParaRPr lang="en-US" sz="4400" dirty="0">
              <a:solidFill>
                <a:srgbClr val="00206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4400" dirty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 in </a:t>
            </a:r>
            <a:r>
              <a:rPr lang="en-US" sz="4400" dirty="0" err="1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exhaultation</a:t>
            </a:r>
            <a:endParaRPr lang="en-US" sz="4400" dirty="0">
              <a:solidFill>
                <a:srgbClr val="00206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4400" dirty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 all his citizens of heaven a </a:t>
            </a:r>
            <a:r>
              <a:rPr lang="en-US" sz="4400" dirty="0" err="1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bove</a:t>
            </a:r>
            <a:endParaRPr lang="en-US" sz="4400" dirty="0">
              <a:solidFill>
                <a:srgbClr val="00206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4400" dirty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Glory to God Glory in the </a:t>
            </a:r>
            <a:r>
              <a:rPr lang="en-US" sz="4400" dirty="0" smtClean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highest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endParaRPr lang="en-US" sz="4400" dirty="0">
              <a:solidFill>
                <a:srgbClr val="00206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728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344" y="1255777"/>
            <a:ext cx="12009120" cy="41549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rgbClr val="002060"/>
                </a:solidFill>
                <a:latin typeface="Arial Black" panose="020B0A04020102020204" pitchFamily="34" charset="0"/>
              </a:rPr>
              <a:t>Oh come let us adore him x2</a:t>
            </a:r>
            <a:br>
              <a:rPr lang="en-US" sz="44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4400" dirty="0">
                <a:solidFill>
                  <a:srgbClr val="002060"/>
                </a:solidFill>
                <a:latin typeface="Arial Black" panose="020B0A04020102020204" pitchFamily="34" charset="0"/>
              </a:rPr>
              <a:t>Oh come let us adore him Christ ye </a:t>
            </a:r>
            <a:r>
              <a:rPr lang="en-US" sz="44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Lord</a:t>
            </a:r>
          </a:p>
          <a:p>
            <a:pPr algn="ctr"/>
            <a:endParaRPr lang="en-US" sz="4400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sz="4400" dirty="0" smtClean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sz="4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3641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536" y="280416"/>
            <a:ext cx="11996928" cy="58785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3.,,,,,,,,,,,,,,,,,,,,,,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Oh come let us adore Him Christ, ye Lord great thee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Born this happy morning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Jesus to thee be all glory given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Word of the Father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in flesh </a:t>
            </a:r>
            <a:r>
              <a:rPr lang="en-US" sz="3200" dirty="0" smtClean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appearing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endParaRPr lang="en-US" sz="3200" dirty="0">
              <a:solidFill>
                <a:srgbClr val="002060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99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536" y="463297"/>
            <a:ext cx="11996928" cy="59633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 smtClean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CHRS:</a:t>
            </a:r>
            <a:r>
              <a:rPr lang="en-US" sz="4800" dirty="0">
                <a:latin typeface="Arial Black" panose="020B0A04020102020204" pitchFamily="34" charset="0"/>
              </a:rPr>
              <a:t/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solidFill>
                  <a:srgbClr val="FF0000"/>
                </a:solidFill>
                <a:latin typeface="Arial Black" panose="020B0A04020102020204" pitchFamily="34" charset="0"/>
              </a:rPr>
              <a:t>Oh come let us adore him x2</a:t>
            </a:r>
            <a:br>
              <a:rPr lang="en-US" sz="4800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sz="4800" dirty="0">
                <a:solidFill>
                  <a:srgbClr val="FF0000"/>
                </a:solidFill>
                <a:latin typeface="Arial Black" panose="020B0A04020102020204" pitchFamily="34" charset="0"/>
              </a:rPr>
              <a:t>Oh come let us adore him Christ ye Lord</a:t>
            </a:r>
            <a:r>
              <a:rPr lang="en-US" sz="4800" dirty="0">
                <a:solidFill>
                  <a:srgbClr val="002060"/>
                </a:solidFill>
                <a:latin typeface="Arial Black" panose="020B0A04020102020204" pitchFamily="34" charset="0"/>
              </a:rPr>
              <a:t/>
            </a:r>
            <a:br>
              <a:rPr lang="en-US" sz="48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endParaRPr lang="en-US" sz="4800" dirty="0" smtClean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End</a:t>
            </a:r>
          </a:p>
          <a:p>
            <a:pPr algn="ctr">
              <a:lnSpc>
                <a:spcPct val="150000"/>
              </a:lnSpc>
            </a:pPr>
            <a:endParaRPr lang="en-US" sz="16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13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73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Times New Roman</vt:lpstr>
      <vt:lpstr>Office Theme</vt:lpstr>
      <vt:lpstr>1.Oh come all ye faithful and Joyful and Triumphants Oh come ye x2 to Bethelehem Come and be all ye born the king of Engels  CHRS: Oh come let us adore him x2 Oh come let us adore him Christ ye Lord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1.Oh come all ye faithful and Joyful and Triumphants Oh come ye x2 to Bethelehem Come and be all ye born the king of Engels  CHRS: Oh come let us adore him x2 Oh come let us adore him Christ ye Lord</dc:title>
  <dc:creator>EVANS</dc:creator>
  <cp:lastModifiedBy>EVANS</cp:lastModifiedBy>
  <cp:revision>9</cp:revision>
  <dcterms:created xsi:type="dcterms:W3CDTF">2019-11-23T05:51:28Z</dcterms:created>
  <dcterms:modified xsi:type="dcterms:W3CDTF">2019-11-23T08:09:36Z</dcterms:modified>
</cp:coreProperties>
</file>