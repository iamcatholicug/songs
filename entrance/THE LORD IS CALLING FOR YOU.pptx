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762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6181931"/>
      </p:ext>
    </p:extLst>
  </p:cSld>
  <p:clrMapOvr>
    <a:masterClrMapping/>
  </p:clrMapOvr>
  <p:transition>
    <p:wedg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8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8795162"/>
      </p:ext>
    </p:extLst>
  </p:cSld>
  <p:clrMapOvr>
    <a:masterClrMapping/>
  </p:clrMapOvr>
  <p:transition>
    <p:wedg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14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148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461809"/>
      </p:ext>
    </p:extLst>
  </p:cSld>
  <p:clrMapOvr>
    <a:masterClrMapping/>
  </p:clrMapOvr>
  <p:transition>
    <p:wedg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263579"/>
      </p:ext>
    </p:extLst>
  </p:cSld>
  <p:clrMapOvr>
    <a:masterClrMapping/>
  </p:clrMapOvr>
  <p:transition>
    <p:wedg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pPr/>
              <a:t>6/18/2024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600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363356"/>
      </p:ext>
    </p:extLst>
  </p:cSld>
  <p:clrMapOvr>
    <a:masterClrMapping/>
  </p:clrMapOvr>
  <p:transition>
    <p:wedg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274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898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748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transition>
    <p:wedge/>
  </p:transition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04800"/>
            <a:ext cx="6400800" cy="5334000"/>
          </a:xfrm>
        </p:spPr>
        <p:txBody>
          <a:bodyPr>
            <a:normAutofit/>
          </a:bodyPr>
          <a:lstStyle/>
          <a:p>
            <a:r>
              <a:rPr lang="en-US" sz="5400" dirty="0"/>
              <a:t>The lord is calling for you </a:t>
            </a:r>
          </a:p>
          <a:p>
            <a:r>
              <a:rPr lang="en-US" sz="5400" dirty="0"/>
              <a:t>Come nearer</a:t>
            </a:r>
          </a:p>
          <a:p>
            <a:r>
              <a:rPr lang="en-US" sz="5400" dirty="0"/>
              <a:t>Those who carry heavy loads </a:t>
            </a:r>
          </a:p>
          <a:p>
            <a:r>
              <a:rPr lang="en-US" sz="5400" dirty="0"/>
              <a:t>x2</a:t>
            </a:r>
          </a:p>
        </p:txBody>
      </p:sp>
    </p:spTree>
  </p:cSld>
  <p:clrMapOvr>
    <a:masterClrMapping/>
  </p:clrMapOvr>
  <p:transition>
    <p:wedg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6000" dirty="0"/>
              <a:t>Come to me x2</a:t>
            </a:r>
          </a:p>
          <a:p>
            <a:pPr>
              <a:buNone/>
            </a:pPr>
            <a:r>
              <a:rPr lang="en-US" sz="6000" dirty="0"/>
              <a:t>Come today x2</a:t>
            </a:r>
          </a:p>
          <a:p>
            <a:pPr>
              <a:buNone/>
            </a:pPr>
            <a:r>
              <a:rPr lang="en-US" sz="6000" dirty="0"/>
              <a:t>Those who carry heavy loads</a:t>
            </a:r>
          </a:p>
          <a:p>
            <a:pPr algn="ctr">
              <a:buNone/>
            </a:pPr>
            <a:r>
              <a:rPr lang="en-US" sz="6000" dirty="0"/>
              <a:t>x2</a:t>
            </a:r>
          </a:p>
        </p:txBody>
      </p:sp>
    </p:spTree>
  </p:cSld>
  <p:clrMapOvr>
    <a:masterClrMapping/>
  </p:clrMapOvr>
  <p:transition>
    <p:wedg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8800" dirty="0"/>
              <a:t>The messiah ……………………..</a:t>
            </a:r>
          </a:p>
        </p:txBody>
      </p:sp>
    </p:spTree>
  </p:cSld>
  <p:clrMapOvr>
    <a:masterClrMapping/>
  </p:clrMapOvr>
  <p:transition>
    <p:wedg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The </a:t>
            </a:r>
            <a:r>
              <a:rPr lang="en-US" sz="6000" dirty="0" err="1"/>
              <a:t>saviour</a:t>
            </a:r>
            <a:r>
              <a:rPr lang="en-US" sz="6000" dirty="0"/>
              <a:t> ………………………………</a:t>
            </a:r>
          </a:p>
        </p:txBody>
      </p:sp>
    </p:spTree>
  </p:cSld>
  <p:clrMapOvr>
    <a:masterClrMapping/>
  </p:clrMapOvr>
  <p:transition>
    <p:wedg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8800" dirty="0"/>
              <a:t>The</a:t>
            </a:r>
            <a:r>
              <a:rPr lang="en-US" dirty="0"/>
              <a:t> </a:t>
            </a:r>
            <a:r>
              <a:rPr lang="en-US" sz="8000" dirty="0"/>
              <a:t>Helper</a:t>
            </a:r>
            <a:r>
              <a:rPr lang="en-US" dirty="0"/>
              <a:t>………………………</a:t>
            </a:r>
          </a:p>
        </p:txBody>
      </p:sp>
    </p:spTree>
  </p:cSld>
  <p:clrMapOvr>
    <a:masterClrMapping/>
  </p:clrMapOvr>
  <p:transition>
    <p:wedge/>
  </p:transition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</TotalTime>
  <Words>40</Words>
  <Application>Microsoft Office PowerPoint</Application>
  <PresentationFormat>On-screen Show (4:3)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Calibri</vt:lpstr>
      <vt:lpstr>Calibri Light</vt:lpstr>
      <vt:lpstr>Retrospect</vt:lpstr>
      <vt:lpstr>PowerPoint Presentation</vt:lpstr>
      <vt:lpstr>chrs</vt:lpstr>
      <vt:lpstr>1</vt:lpstr>
      <vt:lpstr>2</vt:lpstr>
      <vt:lpstr>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OWAMAANI Claret</dc:creator>
  <cp:lastModifiedBy>HP</cp:lastModifiedBy>
  <cp:revision>8</cp:revision>
  <dcterms:created xsi:type="dcterms:W3CDTF">2006-08-16T00:00:00Z</dcterms:created>
  <dcterms:modified xsi:type="dcterms:W3CDTF">2024-06-18T17:35:51Z</dcterms:modified>
</cp:coreProperties>
</file>