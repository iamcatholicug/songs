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bwana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</a:t>
            </a:r>
            <a:r>
              <a:rPr lang="en-US" sz="4400" dirty="0" err="1"/>
              <a:t>wana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Tuimbe</a:t>
            </a:r>
            <a:r>
              <a:rPr lang="en-US" sz="4400" dirty="0"/>
              <a:t> </a:t>
            </a:r>
            <a:r>
              <a:rPr lang="en-US" sz="4400" dirty="0" err="1"/>
              <a:t>tushangilie</a:t>
            </a:r>
            <a:r>
              <a:rPr lang="en-US" sz="4400" dirty="0"/>
              <a:t>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vigele</a:t>
            </a:r>
            <a:r>
              <a:rPr lang="en-US" sz="4400" dirty="0"/>
              <a:t> </a:t>
            </a:r>
            <a:r>
              <a:rPr lang="en-US" sz="4400" dirty="0" err="1"/>
              <a:t>gele</a:t>
            </a:r>
            <a:r>
              <a:rPr lang="en-US" sz="4400" dirty="0"/>
              <a:t>,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makofi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tumusifu</a:t>
            </a:r>
            <a:r>
              <a:rPr lang="en-US" sz="4800" dirty="0"/>
              <a:t> </a:t>
            </a:r>
            <a:r>
              <a:rPr lang="en-US" sz="4800" dirty="0" err="1"/>
              <a:t>kwa</a:t>
            </a:r>
            <a:r>
              <a:rPr lang="en-US" sz="4800" dirty="0"/>
              <a:t> </a:t>
            </a:r>
            <a:r>
              <a:rPr lang="en-US" sz="4800" dirty="0" err="1"/>
              <a:t>nyimbo</a:t>
            </a:r>
            <a:r>
              <a:rPr lang="en-US" sz="4800" dirty="0"/>
              <a:t> </a:t>
            </a:r>
            <a:r>
              <a:rPr lang="en-US" sz="4800" dirty="0" err="1"/>
              <a:t>nazaburi</a:t>
            </a:r>
            <a:r>
              <a:rPr lang="en-US" sz="4800" dirty="0"/>
              <a:t> </a:t>
            </a:r>
            <a:r>
              <a:rPr lang="en-US" sz="4800" dirty="0" err="1"/>
              <a:t>wa</a:t>
            </a:r>
            <a:r>
              <a:rPr lang="en-US" sz="4800" dirty="0"/>
              <a:t> </a:t>
            </a:r>
            <a:r>
              <a:rPr lang="en-US" sz="4800" dirty="0" err="1"/>
              <a:t>kristu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Tumusujudie</a:t>
            </a:r>
            <a:r>
              <a:rPr lang="en-US" sz="4800" dirty="0"/>
              <a:t> </a:t>
            </a: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tukamwa</a:t>
            </a:r>
            <a:r>
              <a:rPr lang="en-US" sz="4800" dirty="0"/>
              <a:t> </a:t>
            </a:r>
            <a:r>
              <a:rPr lang="en-US" sz="4800" dirty="0" err="1"/>
              <a:t>budu</a:t>
            </a:r>
            <a:r>
              <a:rPr lang="en-US" sz="4800" dirty="0"/>
              <a:t> </a:t>
            </a:r>
            <a:r>
              <a:rPr lang="en-US" sz="4800" dirty="0" err="1"/>
              <a:t>wakristu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bwana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</a:t>
            </a:r>
            <a:r>
              <a:rPr lang="en-US" sz="4400" dirty="0" err="1"/>
              <a:t>wana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Tuimbe</a:t>
            </a:r>
            <a:r>
              <a:rPr lang="en-US" sz="4400" dirty="0"/>
              <a:t> </a:t>
            </a:r>
            <a:r>
              <a:rPr lang="en-US" sz="4400" dirty="0" err="1"/>
              <a:t>tushangilie</a:t>
            </a:r>
            <a:r>
              <a:rPr lang="en-US" sz="4400" dirty="0"/>
              <a:t>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vigele</a:t>
            </a:r>
            <a:r>
              <a:rPr lang="en-US" sz="4400" dirty="0"/>
              <a:t> </a:t>
            </a:r>
            <a:r>
              <a:rPr lang="en-US" sz="4400" dirty="0" err="1"/>
              <a:t>gele</a:t>
            </a:r>
            <a:r>
              <a:rPr lang="en-US" sz="4400" dirty="0"/>
              <a:t>,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makofi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tumusifu</a:t>
            </a:r>
            <a:r>
              <a:rPr lang="en-US" sz="4800" dirty="0"/>
              <a:t> </a:t>
            </a:r>
            <a:r>
              <a:rPr lang="en-US" sz="4800" dirty="0" err="1"/>
              <a:t>kwa</a:t>
            </a:r>
            <a:r>
              <a:rPr lang="en-US" sz="4800" dirty="0"/>
              <a:t> </a:t>
            </a:r>
            <a:r>
              <a:rPr lang="en-US" sz="4800" dirty="0" err="1"/>
              <a:t>ngoma</a:t>
            </a:r>
            <a:r>
              <a:rPr lang="en-US" sz="4800" dirty="0"/>
              <a:t> </a:t>
            </a:r>
            <a:r>
              <a:rPr lang="en-US" sz="4800" dirty="0" err="1"/>
              <a:t>na</a:t>
            </a:r>
            <a:r>
              <a:rPr lang="en-US" sz="4800" dirty="0"/>
              <a:t> </a:t>
            </a:r>
            <a:r>
              <a:rPr lang="en-US" sz="4800" dirty="0" err="1"/>
              <a:t>kayamba</a:t>
            </a:r>
            <a:r>
              <a:rPr lang="en-US" sz="4800" dirty="0"/>
              <a:t> </a:t>
            </a:r>
            <a:r>
              <a:rPr lang="en-US" sz="4800" dirty="0" err="1"/>
              <a:t>wakrisu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Tumusijudie</a:t>
            </a:r>
            <a:r>
              <a:rPr lang="en-US" sz="4800" dirty="0"/>
              <a:t> </a:t>
            </a: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tukamwa</a:t>
            </a:r>
            <a:r>
              <a:rPr lang="en-US" sz="4800" dirty="0"/>
              <a:t> </a:t>
            </a:r>
            <a:r>
              <a:rPr lang="en-US" sz="4800" dirty="0" err="1"/>
              <a:t>budu</a:t>
            </a:r>
            <a:r>
              <a:rPr lang="en-US" sz="4800" dirty="0"/>
              <a:t> </a:t>
            </a:r>
            <a:r>
              <a:rPr lang="en-US" sz="4800" dirty="0" err="1"/>
              <a:t>wakristu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bwana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</a:t>
            </a:r>
            <a:r>
              <a:rPr lang="en-US" sz="4400" dirty="0" err="1"/>
              <a:t>wana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Tuimbe</a:t>
            </a:r>
            <a:r>
              <a:rPr lang="en-US" sz="4400" dirty="0"/>
              <a:t> </a:t>
            </a:r>
            <a:r>
              <a:rPr lang="en-US" sz="4400" dirty="0" err="1"/>
              <a:t>tushangilie</a:t>
            </a:r>
            <a:r>
              <a:rPr lang="en-US" sz="4400" dirty="0"/>
              <a:t>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vigele</a:t>
            </a:r>
            <a:r>
              <a:rPr lang="en-US" sz="4400" dirty="0"/>
              <a:t> </a:t>
            </a:r>
            <a:r>
              <a:rPr lang="en-US" sz="4400" dirty="0" err="1"/>
              <a:t>gele</a:t>
            </a:r>
            <a:r>
              <a:rPr lang="en-US" sz="4400" dirty="0"/>
              <a:t>,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makofi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tukacheza</a:t>
            </a:r>
            <a:r>
              <a:rPr lang="en-US" sz="4800" dirty="0"/>
              <a:t> </a:t>
            </a:r>
            <a:r>
              <a:rPr lang="en-US" sz="4800" dirty="0" err="1"/>
              <a:t>vinanda</a:t>
            </a:r>
            <a:r>
              <a:rPr lang="en-US" sz="4800" dirty="0"/>
              <a:t> </a:t>
            </a:r>
            <a:r>
              <a:rPr lang="en-US" sz="4800" dirty="0" err="1"/>
              <a:t>na</a:t>
            </a:r>
            <a:r>
              <a:rPr lang="en-US" sz="4800" dirty="0"/>
              <a:t> </a:t>
            </a:r>
            <a:r>
              <a:rPr lang="en-US" sz="4800" dirty="0" err="1"/>
              <a:t>vinubi</a:t>
            </a:r>
            <a:r>
              <a:rPr lang="en-US" sz="4800" dirty="0"/>
              <a:t> </a:t>
            </a:r>
            <a:r>
              <a:rPr lang="en-US" sz="4800" dirty="0" err="1"/>
              <a:t>wakristu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Tumusijudie</a:t>
            </a:r>
            <a:r>
              <a:rPr lang="en-US" sz="4800" dirty="0"/>
              <a:t> </a:t>
            </a: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tukamwa</a:t>
            </a:r>
            <a:r>
              <a:rPr lang="en-US" sz="4800" dirty="0"/>
              <a:t> </a:t>
            </a:r>
            <a:r>
              <a:rPr lang="en-US" sz="4800" dirty="0" err="1"/>
              <a:t>budu</a:t>
            </a:r>
            <a:r>
              <a:rPr lang="en-US" sz="4800" dirty="0"/>
              <a:t> </a:t>
            </a:r>
            <a:r>
              <a:rPr lang="en-US" sz="4800" dirty="0" err="1"/>
              <a:t>wakristu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bwana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Twende</a:t>
            </a:r>
            <a:r>
              <a:rPr lang="en-US" sz="4400" dirty="0"/>
              <a:t> </a:t>
            </a:r>
            <a:r>
              <a:rPr lang="en-US" sz="4400" dirty="0" err="1"/>
              <a:t>nyumbani</a:t>
            </a:r>
            <a:r>
              <a:rPr lang="en-US" sz="4400" dirty="0"/>
              <a:t> </a:t>
            </a:r>
            <a:r>
              <a:rPr lang="en-US" sz="4400" dirty="0" err="1"/>
              <a:t>mwa</a:t>
            </a:r>
            <a:r>
              <a:rPr lang="en-US" sz="4400" dirty="0"/>
              <a:t> </a:t>
            </a:r>
            <a:r>
              <a:rPr lang="en-US" sz="4400" dirty="0" err="1"/>
              <a:t>wana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Tuimbe</a:t>
            </a:r>
            <a:r>
              <a:rPr lang="en-US" sz="4400" dirty="0"/>
              <a:t> </a:t>
            </a:r>
            <a:r>
              <a:rPr lang="en-US" sz="4400" dirty="0" err="1"/>
              <a:t>tushangilie</a:t>
            </a:r>
            <a:r>
              <a:rPr lang="en-US" sz="4400" dirty="0"/>
              <a:t>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vigele</a:t>
            </a:r>
            <a:r>
              <a:rPr lang="en-US" sz="4400" dirty="0"/>
              <a:t> </a:t>
            </a:r>
            <a:r>
              <a:rPr lang="en-US" sz="4400" dirty="0" err="1"/>
              <a:t>gele</a:t>
            </a:r>
            <a:r>
              <a:rPr lang="en-US" sz="4400" dirty="0"/>
              <a:t>, </a:t>
            </a:r>
            <a:r>
              <a:rPr lang="en-US" sz="4400" dirty="0" err="1"/>
              <a:t>tupige</a:t>
            </a:r>
            <a:r>
              <a:rPr lang="en-US" sz="4400" dirty="0"/>
              <a:t> </a:t>
            </a:r>
            <a:r>
              <a:rPr lang="en-US" sz="4400" dirty="0" err="1"/>
              <a:t>makofi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r>
              <a:rPr lang="en-US" sz="4400" dirty="0"/>
              <a:t> </a:t>
            </a:r>
            <a:r>
              <a:rPr lang="en-US" sz="4400" dirty="0" err="1"/>
              <a:t>hoya</a:t>
            </a:r>
            <a:endParaRPr lang="en-US" sz="4400" dirty="0"/>
          </a:p>
          <a:p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/>
              <a:t>Tujitarishe</a:t>
            </a:r>
            <a:r>
              <a:rPr lang="en-US" sz="5400" dirty="0"/>
              <a:t> </a:t>
            </a:r>
            <a:r>
              <a:rPr lang="en-US" sz="5400" dirty="0" err="1"/>
              <a:t>kwa</a:t>
            </a:r>
            <a:r>
              <a:rPr lang="en-US" sz="5400" dirty="0"/>
              <a:t> </a:t>
            </a:r>
            <a:r>
              <a:rPr lang="en-US" sz="5400" dirty="0" err="1"/>
              <a:t>neno</a:t>
            </a:r>
            <a:r>
              <a:rPr lang="en-US" sz="5400" dirty="0"/>
              <a:t> lake bwana </a:t>
            </a:r>
            <a:r>
              <a:rPr lang="en-US" sz="5400" dirty="0" err="1"/>
              <a:t>wakristu</a:t>
            </a:r>
            <a:r>
              <a:rPr lang="en-US" sz="5400" dirty="0"/>
              <a:t> </a:t>
            </a:r>
            <a:r>
              <a:rPr lang="en-US" sz="5400" dirty="0" err="1"/>
              <a:t>hoya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Tumusijudie</a:t>
            </a:r>
            <a:r>
              <a:rPr lang="en-US" sz="5400" dirty="0"/>
              <a:t> </a:t>
            </a:r>
            <a:r>
              <a:rPr lang="en-US" sz="5400" dirty="0" err="1"/>
              <a:t>twende</a:t>
            </a:r>
            <a:r>
              <a:rPr lang="en-US" sz="5400" dirty="0"/>
              <a:t> </a:t>
            </a:r>
            <a:r>
              <a:rPr lang="en-US" sz="5400" dirty="0" err="1"/>
              <a:t>tukama</a:t>
            </a:r>
            <a:r>
              <a:rPr lang="en-US" sz="5400" dirty="0"/>
              <a:t> </a:t>
            </a:r>
            <a:r>
              <a:rPr lang="en-US" sz="5400" dirty="0" err="1"/>
              <a:t>budu</a:t>
            </a:r>
            <a:r>
              <a:rPr lang="en-US" sz="5400" dirty="0"/>
              <a:t> </a:t>
            </a:r>
            <a:r>
              <a:rPr lang="en-US" sz="5400" dirty="0" err="1"/>
              <a:t>wakristu</a:t>
            </a:r>
            <a:r>
              <a:rPr lang="en-US" sz="5400" dirty="0"/>
              <a:t> </a:t>
            </a:r>
            <a:r>
              <a:rPr lang="en-US" sz="5400" dirty="0" err="1"/>
              <a:t>hoya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Twende</a:t>
            </a:r>
            <a:r>
              <a:rPr lang="en-US" sz="4800" dirty="0"/>
              <a:t>  </a:t>
            </a:r>
            <a:r>
              <a:rPr lang="en-US" sz="4800" dirty="0" err="1"/>
              <a:t>nyumbani</a:t>
            </a:r>
            <a:r>
              <a:rPr lang="en-US" sz="4800" dirty="0"/>
              <a:t> </a:t>
            </a:r>
            <a:r>
              <a:rPr lang="en-US" sz="4800" dirty="0" err="1"/>
              <a:t>mwa</a:t>
            </a:r>
            <a:r>
              <a:rPr lang="en-US" sz="4800" dirty="0"/>
              <a:t> bwana </a:t>
            </a:r>
            <a:r>
              <a:rPr lang="en-US" sz="4800" dirty="0" err="1"/>
              <a:t>hoya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Twende</a:t>
            </a:r>
            <a:r>
              <a:rPr lang="en-US" sz="4800" dirty="0"/>
              <a:t> </a:t>
            </a:r>
            <a:r>
              <a:rPr lang="en-US" sz="4800" dirty="0" err="1"/>
              <a:t>nyumbani</a:t>
            </a:r>
            <a:r>
              <a:rPr lang="en-US" sz="4800" dirty="0"/>
              <a:t> </a:t>
            </a:r>
            <a:r>
              <a:rPr lang="en-US" sz="4800" dirty="0" err="1"/>
              <a:t>mwa</a:t>
            </a:r>
            <a:r>
              <a:rPr lang="en-US" sz="4800" dirty="0"/>
              <a:t> </a:t>
            </a:r>
            <a:r>
              <a:rPr lang="en-US" sz="4800" dirty="0" err="1"/>
              <a:t>wana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Tuimbe</a:t>
            </a:r>
            <a:r>
              <a:rPr lang="en-US" sz="4800" dirty="0"/>
              <a:t> </a:t>
            </a:r>
            <a:r>
              <a:rPr lang="en-US" sz="4800" dirty="0" err="1"/>
              <a:t>tushangilie</a:t>
            </a:r>
            <a:r>
              <a:rPr lang="en-US" sz="4800" dirty="0"/>
              <a:t> </a:t>
            </a:r>
            <a:r>
              <a:rPr lang="en-US" sz="4800" dirty="0" err="1"/>
              <a:t>tupige</a:t>
            </a:r>
            <a:r>
              <a:rPr lang="en-US" sz="4800" dirty="0"/>
              <a:t> </a:t>
            </a:r>
            <a:r>
              <a:rPr lang="en-US" sz="4800" dirty="0" err="1"/>
              <a:t>vigele</a:t>
            </a:r>
            <a:r>
              <a:rPr lang="en-US" sz="4800" dirty="0"/>
              <a:t> </a:t>
            </a:r>
            <a:r>
              <a:rPr lang="en-US" sz="4800" dirty="0" err="1"/>
              <a:t>gele</a:t>
            </a:r>
            <a:r>
              <a:rPr lang="en-US" sz="4800" dirty="0"/>
              <a:t>, </a:t>
            </a:r>
            <a:r>
              <a:rPr lang="en-US" sz="4800" dirty="0" err="1"/>
              <a:t>tupige</a:t>
            </a:r>
            <a:r>
              <a:rPr lang="en-US" sz="4800" dirty="0"/>
              <a:t> </a:t>
            </a:r>
            <a:r>
              <a:rPr lang="en-US" sz="4800" dirty="0" err="1"/>
              <a:t>makofi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r>
              <a:rPr lang="en-US" sz="4800" dirty="0"/>
              <a:t> </a:t>
            </a:r>
            <a:r>
              <a:rPr lang="en-US" sz="4800" dirty="0" err="1"/>
              <a:t>hoya</a:t>
            </a:r>
            <a:endParaRPr lang="en-US" sz="4800" dirty="0"/>
          </a:p>
          <a:p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159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CHRS</vt:lpstr>
      <vt:lpstr>1</vt:lpstr>
      <vt:lpstr>PowerPoint Presentation</vt:lpstr>
      <vt:lpstr>2</vt:lpstr>
      <vt:lpstr>PowerPoint Presentation</vt:lpstr>
      <vt:lpstr>3</vt:lpstr>
      <vt:lpstr>PowerPoint Presentation</vt:lpstr>
      <vt:lpstr>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</dc:title>
  <dc:creator>OWAMAANI Claret</dc:creator>
  <cp:lastModifiedBy>HP</cp:lastModifiedBy>
  <cp:revision>9</cp:revision>
  <dcterms:created xsi:type="dcterms:W3CDTF">2006-08-16T00:00:00Z</dcterms:created>
  <dcterms:modified xsi:type="dcterms:W3CDTF">2024-04-21T04:50:44Z</dcterms:modified>
</cp:coreProperties>
</file>