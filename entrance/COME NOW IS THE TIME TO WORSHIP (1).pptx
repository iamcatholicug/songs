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74" d="100"/>
          <a:sy n="74" d="100"/>
        </p:scale>
        <p:origin x="108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7F35443-F722-4347-85CE-335D93F8A5A7}"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1719305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F35443-F722-4347-85CE-335D93F8A5A7}"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2829554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F35443-F722-4347-85CE-335D93F8A5A7}"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1908914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7F35443-F722-4347-85CE-335D93F8A5A7}" type="datetimeFigureOut">
              <a:rPr lang="en-US" smtClean="0"/>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835391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7F35443-F722-4347-85CE-335D93F8A5A7}" type="datetimeFigureOut">
              <a:rPr lang="en-US" smtClean="0"/>
              <a:t>3/3/2023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268075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7F35443-F722-4347-85CE-335D93F8A5A7}" type="datetimeFigureOut">
              <a:rPr lang="en-US" smtClean="0"/>
              <a:t>3/3/2023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77896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F35443-F722-4347-85CE-335D93F8A5A7}" type="datetimeFigureOut">
              <a:rPr lang="en-US" smtClean="0"/>
              <a:t>3/3/2023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2529430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F35443-F722-4347-85CE-335D93F8A5A7}" type="datetimeFigureOut">
              <a:rPr lang="en-US" smtClean="0"/>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371859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F35443-F722-4347-85CE-335D93F8A5A7}" type="datetimeFigureOut">
              <a:rPr lang="en-US" smtClean="0"/>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730130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F35443-F722-4347-85CE-335D93F8A5A7}"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2570431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F35443-F722-4347-85CE-335D93F8A5A7}"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B30CB-544D-4784-B30B-151F5C9455D2}" type="slidenum">
              <a:rPr lang="en-US" smtClean="0"/>
              <a:t>‹#›</a:t>
            </a:fld>
            <a:endParaRPr lang="en-US"/>
          </a:p>
        </p:txBody>
      </p:sp>
    </p:spTree>
    <p:extLst>
      <p:ext uri="{BB962C8B-B14F-4D97-AF65-F5344CB8AC3E}">
        <p14:creationId xmlns:p14="http://schemas.microsoft.com/office/powerpoint/2010/main" val="4200947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F35443-F722-4347-85CE-335D93F8A5A7}" type="datetimeFigureOut">
              <a:rPr lang="en-US" smtClean="0"/>
              <a:t>3/3/2023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1B30CB-544D-4784-B30B-151F5C9455D2}" type="slidenum">
              <a:rPr lang="en-US" smtClean="0"/>
              <a:t>‹#›</a:t>
            </a:fld>
            <a:endParaRPr lang="en-US"/>
          </a:p>
        </p:txBody>
      </p:sp>
    </p:spTree>
    <p:extLst>
      <p:ext uri="{BB962C8B-B14F-4D97-AF65-F5344CB8AC3E}">
        <p14:creationId xmlns:p14="http://schemas.microsoft.com/office/powerpoint/2010/main" val="16445741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lstStyle/>
          <a:p>
            <a:pPr algn="ctr"/>
            <a:r>
              <a:rPr lang="en-US" u="sng" dirty="0" smtClean="0">
                <a:solidFill>
                  <a:srgbClr val="FF0000"/>
                </a:solidFill>
                <a:latin typeface="Arial Black" panose="020B0A04020102020204" pitchFamily="34" charset="0"/>
              </a:rPr>
              <a:t>COME NOW IS THE TIME</a:t>
            </a:r>
            <a:br>
              <a:rPr lang="en-US" u="sng" dirty="0" smtClean="0">
                <a:solidFill>
                  <a:srgbClr val="FF0000"/>
                </a:solidFill>
                <a:latin typeface="Arial Black" panose="020B0A04020102020204" pitchFamily="34" charset="0"/>
              </a:rPr>
            </a:br>
            <a:r>
              <a:rPr lang="en-US" dirty="0" smtClean="0">
                <a:latin typeface="Arial Black" panose="020B0A04020102020204" pitchFamily="34" charset="0"/>
              </a:rPr>
              <a:t>Come now is the time to worship </a:t>
            </a:r>
            <a:br>
              <a:rPr lang="en-US" dirty="0" smtClean="0">
                <a:latin typeface="Arial Black" panose="020B0A04020102020204" pitchFamily="34" charset="0"/>
              </a:rPr>
            </a:br>
            <a:r>
              <a:rPr lang="en-US" dirty="0" smtClean="0">
                <a:latin typeface="Arial Black" panose="020B0A04020102020204" pitchFamily="34" charset="0"/>
              </a:rPr>
              <a:t>Come now is the time to give your heart</a:t>
            </a:r>
            <a:br>
              <a:rPr lang="en-US" dirty="0" smtClean="0">
                <a:latin typeface="Arial Black" panose="020B0A04020102020204" pitchFamily="34" charset="0"/>
              </a:rPr>
            </a:br>
            <a:r>
              <a:rPr lang="en-US" dirty="0" smtClean="0">
                <a:latin typeface="Arial Black" panose="020B0A04020102020204" pitchFamily="34" charset="0"/>
              </a:rPr>
              <a:t>Come just as you are to worship</a:t>
            </a:r>
            <a:br>
              <a:rPr lang="en-US" dirty="0" smtClean="0">
                <a:latin typeface="Arial Black" panose="020B0A04020102020204" pitchFamily="34" charset="0"/>
              </a:rPr>
            </a:br>
            <a:r>
              <a:rPr lang="en-US" dirty="0" smtClean="0">
                <a:latin typeface="Arial Black" panose="020B0A04020102020204" pitchFamily="34" charset="0"/>
              </a:rPr>
              <a:t>Come just as you are before your God</a:t>
            </a:r>
            <a:br>
              <a:rPr lang="en-US" dirty="0" smtClean="0">
                <a:latin typeface="Arial Black" panose="020B0A04020102020204" pitchFamily="34" charset="0"/>
              </a:rPr>
            </a:br>
            <a:r>
              <a:rPr lang="en-US" dirty="0" smtClean="0">
                <a:latin typeface="Arial Black" panose="020B0A04020102020204" pitchFamily="34" charset="0"/>
              </a:rPr>
              <a:t>Come</a:t>
            </a:r>
            <a:endParaRPr lang="en-US" dirty="0">
              <a:latin typeface="Arial Black" panose="020B0A04020102020204" pitchFamily="34" charset="0"/>
            </a:endParaRPr>
          </a:p>
        </p:txBody>
      </p:sp>
    </p:spTree>
    <p:extLst>
      <p:ext uri="{BB962C8B-B14F-4D97-AF65-F5344CB8AC3E}">
        <p14:creationId xmlns:p14="http://schemas.microsoft.com/office/powerpoint/2010/main" val="423247081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703453"/>
          </a:xfrm>
        </p:spPr>
        <p:txBody>
          <a:bodyPr/>
          <a:lstStyle/>
          <a:p>
            <a:pPr algn="ctr"/>
            <a:r>
              <a:rPr lang="en-US" dirty="0" smtClean="0">
                <a:latin typeface="Arial Black" panose="020B0A04020102020204" pitchFamily="34" charset="0"/>
              </a:rPr>
              <a:t>1. One day every tongue will confess you are God</a:t>
            </a:r>
            <a:br>
              <a:rPr lang="en-US" dirty="0" smtClean="0">
                <a:latin typeface="Arial Black" panose="020B0A04020102020204" pitchFamily="34" charset="0"/>
              </a:rPr>
            </a:br>
            <a:r>
              <a:rPr lang="en-US" dirty="0">
                <a:latin typeface="Arial Black" panose="020B0A04020102020204" pitchFamily="34" charset="0"/>
              </a:rPr>
              <a:t>O</a:t>
            </a:r>
            <a:r>
              <a:rPr lang="en-US" dirty="0" smtClean="0">
                <a:latin typeface="Arial Black" panose="020B0A04020102020204" pitchFamily="34" charset="0"/>
              </a:rPr>
              <a:t>ne day every knee shall bow</a:t>
            </a:r>
            <a:br>
              <a:rPr lang="en-US" dirty="0" smtClean="0">
                <a:latin typeface="Arial Black" panose="020B0A04020102020204" pitchFamily="34" charset="0"/>
              </a:rPr>
            </a:br>
            <a:r>
              <a:rPr lang="en-US" dirty="0" smtClean="0">
                <a:latin typeface="Arial Black" panose="020B0A04020102020204" pitchFamily="34" charset="0"/>
              </a:rPr>
              <a:t>Still the greatest treasure remains for us who gladly choose you now</a:t>
            </a:r>
            <a:r>
              <a:rPr lang="en-US" smtClean="0">
                <a:latin typeface="Arial Black" panose="020B0A04020102020204" pitchFamily="34" charset="0"/>
              </a:rPr>
              <a:t/>
            </a:r>
            <a:br>
              <a:rPr lang="en-US" smtClean="0">
                <a:latin typeface="Arial Black" panose="020B0A04020102020204" pitchFamily="34" charset="0"/>
              </a:rPr>
            </a:br>
            <a:r>
              <a:rPr lang="en-US" smtClean="0">
                <a:latin typeface="Arial Black" panose="020B0A04020102020204" pitchFamily="34" charset="0"/>
              </a:rPr>
              <a:t>Come X2</a:t>
            </a:r>
            <a:r>
              <a:rPr lang="en-US" dirty="0" smtClean="0">
                <a:latin typeface="Arial Black" panose="020B0A04020102020204" pitchFamily="34" charset="0"/>
              </a:rPr>
              <a:t/>
            </a:r>
            <a:br>
              <a:rPr lang="en-US" dirty="0" smtClean="0">
                <a:latin typeface="Arial Black" panose="020B0A04020102020204" pitchFamily="34" charset="0"/>
              </a:rPr>
            </a:br>
            <a:r>
              <a:rPr lang="en-US" dirty="0" smtClean="0">
                <a:latin typeface="Arial Black" panose="020B0A04020102020204" pitchFamily="34" charset="0"/>
              </a:rPr>
              <a:t/>
            </a:r>
            <a:br>
              <a:rPr lang="en-US" dirty="0" smtClean="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325553651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lstStyle/>
          <a:p>
            <a:endParaRPr lang="en-US" dirty="0"/>
          </a:p>
        </p:txBody>
      </p:sp>
    </p:spTree>
    <p:extLst>
      <p:ext uri="{BB962C8B-B14F-4D97-AF65-F5344CB8AC3E}">
        <p14:creationId xmlns:p14="http://schemas.microsoft.com/office/powerpoint/2010/main" val="554890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TotalTime>
  <Words>16</Words>
  <Application>Microsoft Office PowerPoint</Application>
  <PresentationFormat>On-screen Show (4:3)</PresentationFormat>
  <Paragraphs>2</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Arial Black</vt:lpstr>
      <vt:lpstr>Calibri</vt:lpstr>
      <vt:lpstr>Calibri Light</vt:lpstr>
      <vt:lpstr>Office Theme</vt:lpstr>
      <vt:lpstr>COME NOW IS THE TIME Come now is the time to worship  Come now is the time to give your heart Come just as you are to worship Come just as you are before your God Come</vt:lpstr>
      <vt:lpstr>1. One day every tongue will confess you are God One day every knee shall bow Still the greatest treasure remains for us who gladly choose you now Come X2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COME NOW IS THE TIME TO WORSHIP. 1.Come, now is the time to worship,Come now is the time to give your heart,Come just as you are to worship,Come just as you are before your God,come</dc:title>
  <dc:creator>Admin</dc:creator>
  <cp:lastModifiedBy>Admin</cp:lastModifiedBy>
  <cp:revision>8</cp:revision>
  <dcterms:created xsi:type="dcterms:W3CDTF">2021-05-01T14:32:14Z</dcterms:created>
  <dcterms:modified xsi:type="dcterms:W3CDTF">2023-03-03T06:52:45Z</dcterms:modified>
</cp:coreProperties>
</file>