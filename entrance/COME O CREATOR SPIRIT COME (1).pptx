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9" r:id="rId3"/>
    <p:sldId id="260" r:id="rId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4" d="100"/>
          <a:sy n="74" d="100"/>
        </p:scale>
        <p:origin x="129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C8EDED12-17ED-47B7-B222-5D8ADABCC30E}" type="datetimeFigureOut">
              <a:rPr lang="en-US" smtClean="0"/>
              <a:t>6/10/2023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BA1AE3-8F8F-4B46-91E4-EDD6D83FB3AA}" type="slidenum">
              <a:rPr lang="en-US" smtClean="0"/>
              <a:t>‹#›</a:t>
            </a:fld>
            <a:endParaRPr lang="en-US"/>
          </a:p>
        </p:txBody>
      </p:sp>
    </p:spTree>
    <p:extLst>
      <p:ext uri="{BB962C8B-B14F-4D97-AF65-F5344CB8AC3E}">
        <p14:creationId xmlns:p14="http://schemas.microsoft.com/office/powerpoint/2010/main" val="1816375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8EDED12-17ED-47B7-B222-5D8ADABCC30E}" type="datetimeFigureOut">
              <a:rPr lang="en-US" smtClean="0"/>
              <a:t>6/10/2023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BA1AE3-8F8F-4B46-91E4-EDD6D83FB3AA}" type="slidenum">
              <a:rPr lang="en-US" smtClean="0"/>
              <a:t>‹#›</a:t>
            </a:fld>
            <a:endParaRPr lang="en-US"/>
          </a:p>
        </p:txBody>
      </p:sp>
    </p:spTree>
    <p:extLst>
      <p:ext uri="{BB962C8B-B14F-4D97-AF65-F5344CB8AC3E}">
        <p14:creationId xmlns:p14="http://schemas.microsoft.com/office/powerpoint/2010/main" val="31935451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8EDED12-17ED-47B7-B222-5D8ADABCC30E}" type="datetimeFigureOut">
              <a:rPr lang="en-US" smtClean="0"/>
              <a:t>6/10/2023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BA1AE3-8F8F-4B46-91E4-EDD6D83FB3AA}" type="slidenum">
              <a:rPr lang="en-US" smtClean="0"/>
              <a:t>‹#›</a:t>
            </a:fld>
            <a:endParaRPr lang="en-US"/>
          </a:p>
        </p:txBody>
      </p:sp>
    </p:spTree>
    <p:extLst>
      <p:ext uri="{BB962C8B-B14F-4D97-AF65-F5344CB8AC3E}">
        <p14:creationId xmlns:p14="http://schemas.microsoft.com/office/powerpoint/2010/main" val="1399455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C8EDED12-17ED-47B7-B222-5D8ADABCC30E}" type="datetimeFigureOut">
              <a:rPr lang="en-US" smtClean="0"/>
              <a:t>6/10/2023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0BA1AE3-8F8F-4B46-91E4-EDD6D83FB3AA}" type="slidenum">
              <a:rPr lang="en-US" smtClean="0"/>
              <a:t>‹#›</a:t>
            </a:fld>
            <a:endParaRPr lang="en-US"/>
          </a:p>
        </p:txBody>
      </p:sp>
    </p:spTree>
    <p:extLst>
      <p:ext uri="{BB962C8B-B14F-4D97-AF65-F5344CB8AC3E}">
        <p14:creationId xmlns:p14="http://schemas.microsoft.com/office/powerpoint/2010/main" val="30048552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C8EDED12-17ED-47B7-B222-5D8ADABCC30E}" type="datetimeFigureOut">
              <a:rPr lang="en-US" smtClean="0"/>
              <a:t>6/10/2023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0BA1AE3-8F8F-4B46-91E4-EDD6D83FB3AA}" type="slidenum">
              <a:rPr lang="en-US" smtClean="0"/>
              <a:t>‹#›</a:t>
            </a:fld>
            <a:endParaRPr lang="en-US"/>
          </a:p>
        </p:txBody>
      </p:sp>
    </p:spTree>
    <p:extLst>
      <p:ext uri="{BB962C8B-B14F-4D97-AF65-F5344CB8AC3E}">
        <p14:creationId xmlns:p14="http://schemas.microsoft.com/office/powerpoint/2010/main" val="23905263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C8EDED12-17ED-47B7-B222-5D8ADABCC30E}" type="datetimeFigureOut">
              <a:rPr lang="en-US" smtClean="0"/>
              <a:t>6/10/2023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0BA1AE3-8F8F-4B46-91E4-EDD6D83FB3AA}" type="slidenum">
              <a:rPr lang="en-US" smtClean="0"/>
              <a:t>‹#›</a:t>
            </a:fld>
            <a:endParaRPr lang="en-US"/>
          </a:p>
        </p:txBody>
      </p:sp>
    </p:spTree>
    <p:extLst>
      <p:ext uri="{BB962C8B-B14F-4D97-AF65-F5344CB8AC3E}">
        <p14:creationId xmlns:p14="http://schemas.microsoft.com/office/powerpoint/2010/main" val="3216807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8EDED12-17ED-47B7-B222-5D8ADABCC30E}" type="datetimeFigureOut">
              <a:rPr lang="en-US" smtClean="0"/>
              <a:t>6/10/2023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0BA1AE3-8F8F-4B46-91E4-EDD6D83FB3AA}" type="slidenum">
              <a:rPr lang="en-US" smtClean="0"/>
              <a:t>‹#›</a:t>
            </a:fld>
            <a:endParaRPr lang="en-US"/>
          </a:p>
        </p:txBody>
      </p:sp>
    </p:spTree>
    <p:extLst>
      <p:ext uri="{BB962C8B-B14F-4D97-AF65-F5344CB8AC3E}">
        <p14:creationId xmlns:p14="http://schemas.microsoft.com/office/powerpoint/2010/main" val="15705981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8EDED12-17ED-47B7-B222-5D8ADABCC30E}" type="datetimeFigureOut">
              <a:rPr lang="en-US" smtClean="0"/>
              <a:t>6/10/2023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0BA1AE3-8F8F-4B46-91E4-EDD6D83FB3AA}" type="slidenum">
              <a:rPr lang="en-US" smtClean="0"/>
              <a:t>‹#›</a:t>
            </a:fld>
            <a:endParaRPr lang="en-US"/>
          </a:p>
        </p:txBody>
      </p:sp>
    </p:spTree>
    <p:extLst>
      <p:ext uri="{BB962C8B-B14F-4D97-AF65-F5344CB8AC3E}">
        <p14:creationId xmlns:p14="http://schemas.microsoft.com/office/powerpoint/2010/main" val="39937620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8EDED12-17ED-47B7-B222-5D8ADABCC30E}" type="datetimeFigureOut">
              <a:rPr lang="en-US" smtClean="0"/>
              <a:t>6/10/2023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0BA1AE3-8F8F-4B46-91E4-EDD6D83FB3AA}" type="slidenum">
              <a:rPr lang="en-US" smtClean="0"/>
              <a:t>‹#›</a:t>
            </a:fld>
            <a:endParaRPr lang="en-US"/>
          </a:p>
        </p:txBody>
      </p:sp>
    </p:spTree>
    <p:extLst>
      <p:ext uri="{BB962C8B-B14F-4D97-AF65-F5344CB8AC3E}">
        <p14:creationId xmlns:p14="http://schemas.microsoft.com/office/powerpoint/2010/main" val="15918270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8EDED12-17ED-47B7-B222-5D8ADABCC30E}" type="datetimeFigureOut">
              <a:rPr lang="en-US" smtClean="0"/>
              <a:t>6/10/2023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BA1AE3-8F8F-4B46-91E4-EDD6D83FB3AA}" type="slidenum">
              <a:rPr lang="en-US" smtClean="0"/>
              <a:t>‹#›</a:t>
            </a:fld>
            <a:endParaRPr lang="en-US"/>
          </a:p>
        </p:txBody>
      </p:sp>
    </p:spTree>
    <p:extLst>
      <p:ext uri="{BB962C8B-B14F-4D97-AF65-F5344CB8AC3E}">
        <p14:creationId xmlns:p14="http://schemas.microsoft.com/office/powerpoint/2010/main" val="14135609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8EDED12-17ED-47B7-B222-5D8ADABCC30E}" type="datetimeFigureOut">
              <a:rPr lang="en-US" smtClean="0"/>
              <a:t>6/10/2023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BA1AE3-8F8F-4B46-91E4-EDD6D83FB3AA}" type="slidenum">
              <a:rPr lang="en-US" smtClean="0"/>
              <a:t>‹#›</a:t>
            </a:fld>
            <a:endParaRPr lang="en-US"/>
          </a:p>
        </p:txBody>
      </p:sp>
    </p:spTree>
    <p:extLst>
      <p:ext uri="{BB962C8B-B14F-4D97-AF65-F5344CB8AC3E}">
        <p14:creationId xmlns:p14="http://schemas.microsoft.com/office/powerpoint/2010/main" val="3017338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8EDED12-17ED-47B7-B222-5D8ADABCC30E}" type="datetimeFigureOut">
              <a:rPr lang="en-US" smtClean="0"/>
              <a:t>6/10/2023</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0BA1AE3-8F8F-4B46-91E4-EDD6D83FB3AA}" type="slidenum">
              <a:rPr lang="en-US" smtClean="0"/>
              <a:t>‹#›</a:t>
            </a:fld>
            <a:endParaRPr lang="en-US"/>
          </a:p>
        </p:txBody>
      </p:sp>
    </p:spTree>
    <p:extLst>
      <p:ext uri="{BB962C8B-B14F-4D97-AF65-F5344CB8AC3E}">
        <p14:creationId xmlns:p14="http://schemas.microsoft.com/office/powerpoint/2010/main" val="91068236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0"/>
          </a:xfrm>
        </p:spPr>
        <p:txBody>
          <a:bodyPr>
            <a:normAutofit fontScale="90000"/>
          </a:bodyPr>
          <a:lstStyle/>
          <a:p>
            <a:pPr algn="ctr"/>
            <a:r>
              <a:rPr lang="en-US" dirty="0" smtClean="0">
                <a:solidFill>
                  <a:srgbClr val="FF0000"/>
                </a:solidFill>
                <a:latin typeface="Algerian" panose="04020705040A02060702" pitchFamily="82" charset="0"/>
              </a:rPr>
              <a:t>COME O CREATOR SPIRIT COME</a:t>
            </a:r>
            <a:br>
              <a:rPr lang="en-US" dirty="0" smtClean="0">
                <a:solidFill>
                  <a:srgbClr val="FF0000"/>
                </a:solidFill>
                <a:latin typeface="Algerian" panose="04020705040A02060702" pitchFamily="82" charset="0"/>
              </a:rPr>
            </a:br>
            <a:r>
              <a:rPr lang="en-US" dirty="0" smtClean="0"/>
              <a:t/>
            </a:r>
            <a:br>
              <a:rPr lang="en-US" dirty="0" smtClean="0"/>
            </a:br>
            <a:r>
              <a:rPr lang="en-US" sz="4000" dirty="0" smtClean="0">
                <a:latin typeface="Arial Black" panose="020B0A04020102020204" pitchFamily="34" charset="0"/>
              </a:rPr>
              <a:t>1. Come, </a:t>
            </a:r>
            <a:r>
              <a:rPr lang="en-US" sz="4000" dirty="0">
                <a:latin typeface="Arial Black" panose="020B0A04020102020204" pitchFamily="34" charset="0"/>
              </a:rPr>
              <a:t>O</a:t>
            </a:r>
            <a:r>
              <a:rPr lang="en-US" sz="4000" dirty="0" smtClean="0">
                <a:latin typeface="Arial Black" panose="020B0A04020102020204" pitchFamily="34" charset="0"/>
              </a:rPr>
              <a:t> </a:t>
            </a:r>
            <a:r>
              <a:rPr lang="en-US" sz="4000" dirty="0">
                <a:latin typeface="Arial Black" panose="020B0A04020102020204" pitchFamily="34" charset="0"/>
              </a:rPr>
              <a:t>C</a:t>
            </a:r>
            <a:r>
              <a:rPr lang="en-US" sz="4000" dirty="0" smtClean="0">
                <a:latin typeface="Arial Black" panose="020B0A04020102020204" pitchFamily="34" charset="0"/>
              </a:rPr>
              <a:t>reator Spirit, come, and make within our heart thy home;</a:t>
            </a:r>
            <a:br>
              <a:rPr lang="en-US" sz="4000" dirty="0" smtClean="0">
                <a:latin typeface="Arial Black" panose="020B0A04020102020204" pitchFamily="34" charset="0"/>
              </a:rPr>
            </a:br>
            <a:r>
              <a:rPr lang="en-US" sz="4000" dirty="0" smtClean="0">
                <a:latin typeface="Arial Black" panose="020B0A04020102020204" pitchFamily="34" charset="0"/>
              </a:rPr>
              <a:t>to us thy grace celestial give, who of  thy breathing move and live .</a:t>
            </a:r>
            <a:br>
              <a:rPr lang="en-US" sz="4000" dirty="0" smtClean="0">
                <a:latin typeface="Arial Black" panose="020B0A04020102020204" pitchFamily="34" charset="0"/>
              </a:rPr>
            </a:br>
            <a:r>
              <a:rPr lang="en-US" sz="4000" dirty="0" smtClean="0">
                <a:latin typeface="Arial Black" panose="020B0A04020102020204" pitchFamily="34" charset="0"/>
              </a:rPr>
              <a:t/>
            </a:r>
            <a:br>
              <a:rPr lang="en-US" sz="4000" dirty="0" smtClean="0">
                <a:latin typeface="Arial Black" panose="020B0A04020102020204" pitchFamily="34" charset="0"/>
              </a:rPr>
            </a:br>
            <a:r>
              <a:rPr lang="en-US" sz="4000" dirty="0" smtClean="0">
                <a:latin typeface="Arial Black" panose="020B0A04020102020204" pitchFamily="34" charset="0"/>
              </a:rPr>
              <a:t/>
            </a:r>
            <a:br>
              <a:rPr lang="en-US" sz="4000" dirty="0" smtClean="0">
                <a:latin typeface="Arial Black" panose="020B0A04020102020204" pitchFamily="34" charset="0"/>
              </a:rPr>
            </a:br>
            <a:r>
              <a:rPr lang="en-US" sz="4000" dirty="0" smtClean="0">
                <a:latin typeface="Arial Black" panose="020B0A04020102020204" pitchFamily="34" charset="0"/>
              </a:rPr>
              <a:t>2. Comforter, that name is </a:t>
            </a:r>
            <a:r>
              <a:rPr lang="en-US" sz="4000" dirty="0" err="1" smtClean="0">
                <a:latin typeface="Arial Black" panose="020B0A04020102020204" pitchFamily="34" charset="0"/>
              </a:rPr>
              <a:t>thine</a:t>
            </a:r>
            <a:r>
              <a:rPr lang="en-US" sz="4000" dirty="0" smtClean="0">
                <a:latin typeface="Arial Black" panose="020B0A04020102020204" pitchFamily="34" charset="0"/>
              </a:rPr>
              <a:t>, of God most high the gift divine: </a:t>
            </a:r>
            <a:br>
              <a:rPr lang="en-US" sz="4000" dirty="0" smtClean="0">
                <a:latin typeface="Arial Black" panose="020B0A04020102020204" pitchFamily="34" charset="0"/>
              </a:rPr>
            </a:br>
            <a:r>
              <a:rPr lang="en-US" sz="4000" dirty="0" smtClean="0">
                <a:latin typeface="Arial Black" panose="020B0A04020102020204" pitchFamily="34" charset="0"/>
              </a:rPr>
              <a:t>The well of life, the fire of love, our souls’ anointing from above.</a:t>
            </a:r>
            <a:endParaRPr lang="en-US" sz="4000" dirty="0">
              <a:latin typeface="Arial Black" panose="020B0A04020102020204" pitchFamily="34" charset="0"/>
            </a:endParaRPr>
          </a:p>
        </p:txBody>
      </p:sp>
    </p:spTree>
    <p:extLst>
      <p:ext uri="{BB962C8B-B14F-4D97-AF65-F5344CB8AC3E}">
        <p14:creationId xmlns:p14="http://schemas.microsoft.com/office/powerpoint/2010/main" val="177827153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0"/>
          </a:xfrm>
        </p:spPr>
        <p:txBody>
          <a:bodyPr>
            <a:normAutofit fontScale="90000"/>
          </a:bodyPr>
          <a:lstStyle/>
          <a:p>
            <a:pPr algn="ctr"/>
            <a:r>
              <a:rPr lang="en-US" dirty="0" smtClean="0">
                <a:latin typeface="Arial Black" panose="020B0A04020102020204" pitchFamily="34" charset="0"/>
              </a:rPr>
              <a:t/>
            </a:r>
            <a:br>
              <a:rPr lang="en-US" dirty="0" smtClean="0">
                <a:latin typeface="Arial Black" panose="020B0A04020102020204" pitchFamily="34" charset="0"/>
              </a:rPr>
            </a:br>
            <a:r>
              <a:rPr lang="en-US" dirty="0" smtClean="0">
                <a:latin typeface="Arial Black" panose="020B0A04020102020204" pitchFamily="34" charset="0"/>
              </a:rPr>
              <a:t>3</a:t>
            </a:r>
            <a:r>
              <a:rPr lang="en-US" dirty="0">
                <a:latin typeface="Arial Black" panose="020B0A04020102020204" pitchFamily="34" charset="0"/>
              </a:rPr>
              <a:t>. </a:t>
            </a:r>
            <a:r>
              <a:rPr lang="en-US" dirty="0" smtClean="0">
                <a:latin typeface="Arial Black" panose="020B0A04020102020204" pitchFamily="34" charset="0"/>
              </a:rPr>
              <a:t>Thou </a:t>
            </a:r>
            <a:r>
              <a:rPr lang="en-US" dirty="0">
                <a:latin typeface="Arial Black" panose="020B0A04020102020204" pitchFamily="34" charset="0"/>
              </a:rPr>
              <a:t>dost appear in </a:t>
            </a:r>
            <a:r>
              <a:rPr lang="en-US" dirty="0" err="1">
                <a:latin typeface="Arial Black" panose="020B0A04020102020204" pitchFamily="34" charset="0"/>
              </a:rPr>
              <a:t>sev’n</a:t>
            </a:r>
            <a:r>
              <a:rPr lang="en-US" dirty="0">
                <a:latin typeface="Arial Black" panose="020B0A04020102020204" pitchFamily="34" charset="0"/>
              </a:rPr>
              <a:t> fold </a:t>
            </a:r>
            <a:r>
              <a:rPr lang="en-US" dirty="0" smtClean="0">
                <a:latin typeface="Arial Black" panose="020B0A04020102020204" pitchFamily="34" charset="0"/>
              </a:rPr>
              <a:t>dower, </a:t>
            </a:r>
            <a:r>
              <a:rPr lang="en-US" dirty="0">
                <a:latin typeface="Arial Black" panose="020B0A04020102020204" pitchFamily="34" charset="0"/>
              </a:rPr>
              <a:t>the sign of God’s Almighty </a:t>
            </a:r>
            <a:r>
              <a:rPr lang="en-US" dirty="0" smtClean="0">
                <a:latin typeface="Arial Black" panose="020B0A04020102020204" pitchFamily="34" charset="0"/>
              </a:rPr>
              <a:t>power, </a:t>
            </a:r>
            <a:r>
              <a:rPr lang="en-US" dirty="0">
                <a:latin typeface="Arial Black" panose="020B0A04020102020204" pitchFamily="34" charset="0"/>
              </a:rPr>
              <a:t>the Father’s promise making rich with saving truth our earthly speech</a:t>
            </a:r>
            <a:br>
              <a:rPr lang="en-US" dirty="0">
                <a:latin typeface="Arial Black" panose="020B0A04020102020204" pitchFamily="34" charset="0"/>
              </a:rPr>
            </a:br>
            <a:r>
              <a:rPr lang="en-US" dirty="0" smtClean="0">
                <a:latin typeface="Arial Black" panose="020B0A04020102020204" pitchFamily="34" charset="0"/>
              </a:rPr>
              <a:t/>
            </a:r>
            <a:br>
              <a:rPr lang="en-US" dirty="0" smtClean="0">
                <a:latin typeface="Arial Black" panose="020B0A04020102020204" pitchFamily="34" charset="0"/>
              </a:rPr>
            </a:br>
            <a:r>
              <a:rPr lang="en-US" dirty="0" smtClean="0">
                <a:latin typeface="Arial Black" panose="020B0A04020102020204" pitchFamily="34" charset="0"/>
              </a:rPr>
              <a:t>4</a:t>
            </a:r>
            <a:r>
              <a:rPr lang="en-US" dirty="0">
                <a:latin typeface="Arial Black" panose="020B0A04020102020204" pitchFamily="34" charset="0"/>
              </a:rPr>
              <a:t>. </a:t>
            </a:r>
            <a:r>
              <a:rPr lang="en-US" dirty="0" smtClean="0">
                <a:latin typeface="Arial Black" panose="020B0A04020102020204" pitchFamily="34" charset="0"/>
              </a:rPr>
              <a:t>Our </a:t>
            </a:r>
            <a:r>
              <a:rPr lang="en-US" dirty="0">
                <a:latin typeface="Arial Black" panose="020B0A04020102020204" pitchFamily="34" charset="0"/>
              </a:rPr>
              <a:t>senses with thy light in frame ; our hearts to heavenly love reclaim; our bodies’ poor infirmity with strength perpetual fortify.</a:t>
            </a:r>
            <a:br>
              <a:rPr lang="en-US" dirty="0">
                <a:latin typeface="Arial Black" panose="020B0A04020102020204" pitchFamily="34" charset="0"/>
              </a:rPr>
            </a:br>
            <a:endParaRPr lang="en-US" dirty="0">
              <a:latin typeface="Arial Black" panose="020B0A04020102020204" pitchFamily="34" charset="0"/>
            </a:endParaRPr>
          </a:p>
        </p:txBody>
      </p:sp>
    </p:spTree>
    <p:extLst>
      <p:ext uri="{BB962C8B-B14F-4D97-AF65-F5344CB8AC3E}">
        <p14:creationId xmlns:p14="http://schemas.microsoft.com/office/powerpoint/2010/main" val="316981847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0"/>
          </a:xfrm>
        </p:spPr>
        <p:txBody>
          <a:bodyPr>
            <a:normAutofit fontScale="90000"/>
          </a:bodyPr>
          <a:lstStyle/>
          <a:p>
            <a:pPr algn="ctr"/>
            <a:r>
              <a:rPr lang="en-US" dirty="0" smtClean="0">
                <a:latin typeface="Arial Black" panose="020B0A04020102020204" pitchFamily="34" charset="0"/>
              </a:rPr>
              <a:t/>
            </a:r>
            <a:br>
              <a:rPr lang="en-US" dirty="0" smtClean="0">
                <a:latin typeface="Arial Black" panose="020B0A04020102020204" pitchFamily="34" charset="0"/>
              </a:rPr>
            </a:br>
            <a:r>
              <a:rPr lang="en-US" dirty="0" smtClean="0">
                <a:latin typeface="Arial Black" panose="020B0A04020102020204" pitchFamily="34" charset="0"/>
              </a:rPr>
              <a:t>5</a:t>
            </a:r>
            <a:r>
              <a:rPr lang="en-US" dirty="0">
                <a:latin typeface="Arial Black" panose="020B0A04020102020204" pitchFamily="34" charset="0"/>
              </a:rPr>
              <a:t>. O</a:t>
            </a:r>
            <a:r>
              <a:rPr lang="en-US" dirty="0" smtClean="0">
                <a:latin typeface="Arial Black" panose="020B0A04020102020204" pitchFamily="34" charset="0"/>
              </a:rPr>
              <a:t>ur </a:t>
            </a:r>
            <a:r>
              <a:rPr lang="en-US" dirty="0">
                <a:latin typeface="Arial Black" panose="020B0A04020102020204" pitchFamily="34" charset="0"/>
              </a:rPr>
              <a:t>mortal foe afar repel; grant us henceforth in peace to dwell; and so to </a:t>
            </a:r>
            <a:r>
              <a:rPr lang="en-US" dirty="0" smtClean="0">
                <a:latin typeface="Arial Black" panose="020B0A04020102020204" pitchFamily="34" charset="0"/>
              </a:rPr>
              <a:t>us, </a:t>
            </a:r>
            <a:r>
              <a:rPr lang="en-US" dirty="0">
                <a:latin typeface="Arial Black" panose="020B0A04020102020204" pitchFamily="34" charset="0"/>
              </a:rPr>
              <a:t>with thee for </a:t>
            </a:r>
            <a:r>
              <a:rPr lang="en-US" dirty="0" smtClean="0">
                <a:latin typeface="Arial Black" panose="020B0A04020102020204" pitchFamily="34" charset="0"/>
              </a:rPr>
              <a:t>guide, no </a:t>
            </a:r>
            <a:r>
              <a:rPr lang="en-US" dirty="0">
                <a:latin typeface="Arial Black" panose="020B0A04020102020204" pitchFamily="34" charset="0"/>
              </a:rPr>
              <a:t>ill shall come, no harm betide.</a:t>
            </a:r>
            <a:br>
              <a:rPr lang="en-US" dirty="0">
                <a:latin typeface="Arial Black" panose="020B0A04020102020204" pitchFamily="34" charset="0"/>
              </a:rPr>
            </a:br>
            <a:r>
              <a:rPr lang="en-US" dirty="0" smtClean="0">
                <a:latin typeface="Arial Black" panose="020B0A04020102020204" pitchFamily="34" charset="0"/>
              </a:rPr>
              <a:t/>
            </a:r>
            <a:br>
              <a:rPr lang="en-US" dirty="0" smtClean="0">
                <a:latin typeface="Arial Black" panose="020B0A04020102020204" pitchFamily="34" charset="0"/>
              </a:rPr>
            </a:br>
            <a:r>
              <a:rPr lang="en-US" dirty="0" smtClean="0">
                <a:latin typeface="Arial Black" panose="020B0A04020102020204" pitchFamily="34" charset="0"/>
              </a:rPr>
              <a:t>6</a:t>
            </a:r>
            <a:r>
              <a:rPr lang="en-US" dirty="0">
                <a:latin typeface="Arial Black" panose="020B0A04020102020204" pitchFamily="34" charset="0"/>
              </a:rPr>
              <a:t>. </a:t>
            </a:r>
            <a:r>
              <a:rPr lang="en-US" dirty="0" smtClean="0">
                <a:latin typeface="Arial Black" panose="020B0A04020102020204" pitchFamily="34" charset="0"/>
              </a:rPr>
              <a:t>May </a:t>
            </a:r>
            <a:r>
              <a:rPr lang="en-US" dirty="0">
                <a:latin typeface="Arial Black" panose="020B0A04020102020204" pitchFamily="34" charset="0"/>
              </a:rPr>
              <a:t>we by thee the Father </a:t>
            </a:r>
            <a:r>
              <a:rPr lang="en-US" dirty="0" smtClean="0">
                <a:latin typeface="Arial Black" panose="020B0A04020102020204" pitchFamily="34" charset="0"/>
              </a:rPr>
              <a:t>learn, </a:t>
            </a:r>
            <a:r>
              <a:rPr lang="en-US" dirty="0">
                <a:latin typeface="Arial Black" panose="020B0A04020102020204" pitchFamily="34" charset="0"/>
              </a:rPr>
              <a:t>and know the son, </a:t>
            </a:r>
            <a:r>
              <a:rPr lang="en-US" dirty="0" smtClean="0">
                <a:latin typeface="Arial Black" panose="020B0A04020102020204" pitchFamily="34" charset="0"/>
              </a:rPr>
              <a:t> </a:t>
            </a:r>
            <a:r>
              <a:rPr lang="en-US" dirty="0">
                <a:latin typeface="Arial Black" panose="020B0A04020102020204" pitchFamily="34" charset="0"/>
              </a:rPr>
              <a:t>and thee </a:t>
            </a:r>
            <a:r>
              <a:rPr lang="en-US" dirty="0" smtClean="0">
                <a:latin typeface="Arial Black" panose="020B0A04020102020204" pitchFamily="34" charset="0"/>
              </a:rPr>
              <a:t>discern, </a:t>
            </a:r>
            <a:r>
              <a:rPr lang="en-US" dirty="0">
                <a:latin typeface="Arial Black" panose="020B0A04020102020204" pitchFamily="34" charset="0"/>
              </a:rPr>
              <a:t>who art of </a:t>
            </a:r>
            <a:r>
              <a:rPr lang="en-US" dirty="0" smtClean="0">
                <a:latin typeface="Arial Black" panose="020B0A04020102020204" pitchFamily="34" charset="0"/>
              </a:rPr>
              <a:t>both, </a:t>
            </a:r>
            <a:r>
              <a:rPr lang="en-US" dirty="0">
                <a:latin typeface="Arial Black" panose="020B0A04020102020204" pitchFamily="34" charset="0"/>
              </a:rPr>
              <a:t>and thus adore in perfect faith forevermore.</a:t>
            </a:r>
            <a:br>
              <a:rPr lang="en-US" dirty="0">
                <a:latin typeface="Arial Black" panose="020B0A04020102020204" pitchFamily="34" charset="0"/>
              </a:rPr>
            </a:br>
            <a:r>
              <a:rPr lang="en-US" dirty="0">
                <a:latin typeface="Arial Black" panose="020B0A04020102020204" pitchFamily="34" charset="0"/>
              </a:rPr>
              <a:t>Amen.</a:t>
            </a:r>
          </a:p>
        </p:txBody>
      </p:sp>
    </p:spTree>
    <p:extLst>
      <p:ext uri="{BB962C8B-B14F-4D97-AF65-F5344CB8AC3E}">
        <p14:creationId xmlns:p14="http://schemas.microsoft.com/office/powerpoint/2010/main" val="427558296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22</TotalTime>
  <Words>5</Words>
  <Application>Microsoft Office PowerPoint</Application>
  <PresentationFormat>On-screen Show (4:3)</PresentationFormat>
  <Paragraphs>3</Paragraphs>
  <Slides>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vt:i4>
      </vt:variant>
    </vt:vector>
  </HeadingPairs>
  <TitlesOfParts>
    <vt:vector size="9" baseType="lpstr">
      <vt:lpstr>Algerian</vt:lpstr>
      <vt:lpstr>Arial</vt:lpstr>
      <vt:lpstr>Arial Black</vt:lpstr>
      <vt:lpstr>Calibri</vt:lpstr>
      <vt:lpstr>Calibri Light</vt:lpstr>
      <vt:lpstr>Office Theme</vt:lpstr>
      <vt:lpstr>COME O CREATOR SPIRIT COME  1. Come, O Creator Spirit, come, and make within our heart thy home; to us thy grace celestial give, who of  thy breathing move and live .   2. Comforter, that name is thine, of God most high the gift divine:  The well of life, the fire of love, our souls’ anointing from above.</vt:lpstr>
      <vt:lpstr> 3. Thou dost appear in sev’n fold dower, the sign of God’s Almighty power, the Father’s promise making rich with saving truth our earthly speech  4. Our senses with thy light in frame ; our hearts to heavenly love reclaim; our bodies’ poor infirmity with strength perpetual fortify. </vt:lpstr>
      <vt:lpstr> 5. Our mortal foe afar repel; grant us henceforth in peace to dwell; and so to us, with thee for guide, no ill shall come, no harm betide.  6. May we by thee the Father learn, and know the son,  and thee discern, who art of both, and thus adore in perfect faith forevermore. Amen.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COME O CREATOR SPIRIT COME 1. Come o creator spirit come and make within our heart thy home to us thy grace celestrial give who of  thy breathing move and live . 2. Comforter that name is thine of God most high the gift divine.  The well of life the fire of love our souls’ annonitng from above. 3. thou dost appear in sev’n fold dower the sign of God’s Almighty power the Father’s promise making rich with saving truth our earthly speech 4. our senses with thy light in frame ; our hearts to heave</dc:title>
  <dc:creator>Windows User</dc:creator>
  <cp:lastModifiedBy>Admin</cp:lastModifiedBy>
  <cp:revision>5</cp:revision>
  <dcterms:created xsi:type="dcterms:W3CDTF">2023-06-10T17:30:02Z</dcterms:created>
  <dcterms:modified xsi:type="dcterms:W3CDTF">2023-06-10T18:09:45Z</dcterms:modified>
</cp:coreProperties>
</file>