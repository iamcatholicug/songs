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C55D4-C34F-4BF1-BE94-630C2263D8CC}" type="datetimeFigureOut">
              <a:rPr lang="en-US" smtClean="0"/>
              <a:pPr/>
              <a:t>7/23/2024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B78CD-B39D-495F-8A1E-7B02023E2C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917474D7-C1E5-45F3-BB0C-F788E331281C}" type="datetime9">
              <a:rPr lang="en-US" smtClean="0"/>
              <a:t>7/23/2024 9:18:43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6748679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18F4EB04-F99C-46AC-BF61-6629D0601223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669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DD44-2B22-49E7-B51D-1F9325A33779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178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FBE-1083-4A54-A092-CEBB2DECE43D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574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A93-FA65-45A9-9BB4-526797660835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091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5928-8810-4577-98A8-F223F13EFDD0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741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E781-70BB-445E-A3E6-6BFF9E805D61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950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C577-2583-4614-9541-33DC8B3E123A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345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9FC7D-DF5B-4AEB-BE42-115C251508B1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376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A93-FA65-45A9-9BB4-526797660835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379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A93-FA65-45A9-9BB4-526797660835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27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A93-FA65-45A9-9BB4-526797660835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830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A93-FA65-45A9-9BB4-526797660835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017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A93-FA65-45A9-9BB4-526797660835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361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A93-FA65-45A9-9BB4-526797660835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131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F330-45BA-4687-B9BF-3CD2F8537828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59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0AEC-3256-4D36-ACDA-485F1939206E}" type="datetime9">
              <a:rPr lang="en-US" smtClean="0"/>
              <a:t>7/23/2024 9:18:44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025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">
              <a:srgbClr val="FF000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F3DA93-FA65-45A9-9BB4-526797660835}" type="datetime9">
              <a:rPr lang="en-US" smtClean="0"/>
              <a:t>7/23/2024 9:18:43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memory@44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0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6200" y="-304800"/>
            <a:ext cx="9220200" cy="1524000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COME AND GO WITH 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2910" y="1256044"/>
            <a:ext cx="5786310" cy="3385068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rial Black" pitchFamily="34" charset="0"/>
              </a:rPr>
              <a:t>1</a:t>
            </a:r>
          </a:p>
          <a:p>
            <a:r>
              <a:rPr lang="en-US" sz="5400" dirty="0">
                <a:latin typeface="Arial Black" pitchFamily="34" charset="0"/>
              </a:rPr>
              <a:t>Come and  go with me (to my father’s house)x3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79" y="1597688"/>
            <a:ext cx="7264121" cy="48580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>
                <a:latin typeface="Arial Black" pitchFamily="34" charset="0"/>
              </a:rPr>
              <a:t>It’s not very far, to my father’s house……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>
                <a:latin typeface="Arial Black" pitchFamily="34" charset="0"/>
              </a:rPr>
              <a:t>Jesus is the way to my father’s house</a:t>
            </a:r>
            <a:r>
              <a:rPr lang="en-US" sz="5400" dirty="0"/>
              <a:t>…..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466" y="1617784"/>
            <a:ext cx="7183734" cy="48379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>
                <a:latin typeface="Arial Black" pitchFamily="34" charset="0"/>
              </a:rPr>
              <a:t>We will all dance in my father’s house……..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90599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982" y="1828800"/>
            <a:ext cx="7131818" cy="4626936"/>
          </a:xfrm>
          <a:gradFill>
            <a:gsLst>
              <a:gs pos="75000">
                <a:schemeClr val="bg2">
                  <a:lumMod val="25000"/>
                </a:schemeClr>
              </a:gs>
              <a:gs pos="6300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6000" dirty="0">
                <a:solidFill>
                  <a:srgbClr val="002060"/>
                </a:solidFill>
                <a:latin typeface="Arial Black" pitchFamily="34" charset="0"/>
              </a:rPr>
              <a:t>We will all rejoice in my father’s house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</TotalTime>
  <Words>58</Words>
  <Application>Microsoft Office PowerPoint</Application>
  <PresentationFormat>On-screen Show (4:3)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Algerian</vt:lpstr>
      <vt:lpstr>Arial</vt:lpstr>
      <vt:lpstr>Arial Black</vt:lpstr>
      <vt:lpstr>Calibri</vt:lpstr>
      <vt:lpstr>Corbel</vt:lpstr>
      <vt:lpstr>Parallax</vt:lpstr>
      <vt:lpstr>COME AND GO WITH ME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AND GO WITH ME</dc:title>
  <dc:creator>student1</dc:creator>
  <cp:lastModifiedBy>HP</cp:lastModifiedBy>
  <cp:revision>11</cp:revision>
  <dcterms:created xsi:type="dcterms:W3CDTF">2006-08-16T00:00:00Z</dcterms:created>
  <dcterms:modified xsi:type="dcterms:W3CDTF">2024-07-23T18:22:47Z</dcterms:modified>
</cp:coreProperties>
</file>