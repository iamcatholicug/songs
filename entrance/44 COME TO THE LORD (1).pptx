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6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EFF20-828A-4CC6-82C6-EB2E6D8CCA2C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69502-9502-4254-94C1-2935AF7DBC4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E728BD6-1DF6-46AB-8FC8-313FBFF97D4D}" type="datetime9">
              <a:rPr lang="en-US" smtClean="0"/>
              <a:t>01-Sep-22 5:45:30 AM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AC9B185-0D77-432B-8162-5F7DAA0BA114}" type="datetime9">
              <a:rPr lang="en-US" smtClean="0"/>
              <a:t>01-Sep-22 5:45:30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F3F29B6-6E4D-4F50-98E0-7D2BC5EB3721}" type="datetime9">
              <a:rPr lang="en-US" smtClean="0"/>
              <a:t>01-Sep-22 5:45:30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D133FE7-350C-4BE5-AC39-D9D2E07D5DF8}" type="datetime9">
              <a:rPr lang="en-US" smtClean="0"/>
              <a:t>01-Sep-22 5:45:30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B55E640-DD18-457D-8F41-12C42BBC2B6E}" type="datetime9">
              <a:rPr lang="en-US" smtClean="0"/>
              <a:t>01-Sep-22 5:45:30 AM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1C19614-082B-4808-AA31-62A93B78445B}" type="datetime9">
              <a:rPr lang="en-US" smtClean="0"/>
              <a:t>01-Sep-22 5:45:30 AM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8FB3291-3230-4361-8DF5-89DDCF467544}" type="datetime9">
              <a:rPr lang="en-US" smtClean="0"/>
              <a:t>01-Sep-22 5:45:30 AM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E5DF0B2-1DEF-46DD-A895-35380484BF77}" type="datetime9">
              <a:rPr lang="en-US" smtClean="0"/>
              <a:t>01-Sep-22 5:45:30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ECB64CD-B974-46D4-8BE9-F7C865E44F4F}" type="datetime9">
              <a:rPr lang="en-US" smtClean="0"/>
              <a:t>01-Sep-22 5:45:30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7FC8A7-1131-4443-A858-F8EB4765E7A6}" type="datetime9">
              <a:rPr lang="en-US" smtClean="0"/>
              <a:t>01-Sep-22 5:45:30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32373E4-D49D-4BF9-9596-32860B8FA8F4}" type="datetime9">
              <a:rPr lang="en-US" smtClean="0"/>
              <a:t>01-Sep-22 5:45:30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1088312-7B45-4692-BBE3-72E4C70BAB62}" type="datetime9">
              <a:rPr lang="en-US" smtClean="0"/>
              <a:t>01-Sep-22 5:45:30 AM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dissolv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1"/>
            <a:ext cx="7772400" cy="6095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COME TO THE LORD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838200"/>
            <a:ext cx="6400800" cy="5562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latin typeface="Arial Black" pitchFamily="34" charset="0"/>
              </a:rPr>
              <a:t>Ref: come to the Lord with a song in your heart;</a:t>
            </a:r>
          </a:p>
          <a:p>
            <a:pPr algn="l"/>
            <a:r>
              <a:rPr lang="en-US" dirty="0" smtClean="0">
                <a:latin typeface="Arial Black" pitchFamily="34" charset="0"/>
              </a:rPr>
              <a:t>      For the Lord, our God, is good!</a:t>
            </a:r>
          </a:p>
          <a:p>
            <a:pPr algn="l"/>
            <a:r>
              <a:rPr lang="en-US" dirty="0" smtClean="0">
                <a:latin typeface="Arial Black" pitchFamily="34" charset="0"/>
              </a:rPr>
              <a:t>      Shout out your praises         for all that He’s  done;</a:t>
            </a:r>
          </a:p>
          <a:p>
            <a:pPr algn="l"/>
            <a:r>
              <a:rPr lang="en-US" dirty="0" smtClean="0">
                <a:latin typeface="Arial Black" pitchFamily="34" charset="0"/>
              </a:rPr>
              <a:t>      Give Him glory as you should.</a:t>
            </a:r>
          </a:p>
          <a:p>
            <a:pPr algn="l"/>
            <a:endParaRPr lang="en-US" dirty="0" smtClean="0">
              <a:latin typeface="Arial Black" pitchFamily="34" charset="0"/>
            </a:endParaRPr>
          </a:p>
          <a:p>
            <a:pPr algn="l"/>
            <a:endParaRPr lang="en-US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382000" cy="5821363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1</a:t>
            </a:r>
          </a:p>
          <a:p>
            <a:pPr>
              <a:buNone/>
            </a:pPr>
            <a:r>
              <a:rPr lang="en-US" dirty="0" smtClean="0">
                <a:latin typeface="Arial Black" pitchFamily="34" charset="0"/>
              </a:rPr>
              <a:t>Come before His altar rejoicing,</a:t>
            </a:r>
          </a:p>
          <a:p>
            <a:pPr>
              <a:buNone/>
            </a:pPr>
            <a:r>
              <a:rPr lang="en-US" dirty="0" smtClean="0">
                <a:latin typeface="Arial Black" pitchFamily="34" charset="0"/>
              </a:rPr>
              <a:t>Beat the drums and strum the guitar.</a:t>
            </a:r>
          </a:p>
          <a:p>
            <a:pPr>
              <a:buNone/>
            </a:pPr>
            <a:r>
              <a:rPr lang="en-US" dirty="0" smtClean="0">
                <a:latin typeface="Arial Black" pitchFamily="34" charset="0"/>
              </a:rPr>
              <a:t>Let cymbals sound out the news we’ve found out</a:t>
            </a:r>
          </a:p>
          <a:p>
            <a:pPr>
              <a:buNone/>
            </a:pPr>
            <a:r>
              <a:rPr lang="en-US" dirty="0" smtClean="0">
                <a:latin typeface="Arial Black" pitchFamily="34" charset="0"/>
              </a:rPr>
              <a:t>He loves us as we are</a:t>
            </a:r>
            <a:endParaRPr lang="en-US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2.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Praise Him for his loving kindness</a:t>
            </a:r>
          </a:p>
          <a:p>
            <a:pPr>
              <a:buNone/>
            </a:pPr>
            <a:r>
              <a:rPr lang="en-US" dirty="0" smtClean="0"/>
              <a:t>Praise Him for His outstretched arms.</a:t>
            </a:r>
          </a:p>
          <a:p>
            <a:pPr>
              <a:buNone/>
            </a:pPr>
            <a:r>
              <a:rPr lang="en-US" dirty="0" smtClean="0"/>
              <a:t>He shields us from every kind of foe</a:t>
            </a:r>
          </a:p>
          <a:p>
            <a:pPr>
              <a:buNone/>
            </a:pPr>
            <a:r>
              <a:rPr lang="en-US" dirty="0" smtClean="0"/>
              <a:t>And keeps us safe from harm</a:t>
            </a: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3.</a:t>
            </a:r>
          </a:p>
          <a:p>
            <a:pPr>
              <a:buNone/>
            </a:pPr>
            <a:r>
              <a:rPr lang="en-US" dirty="0" smtClean="0"/>
              <a:t>Dwelling in his shadow is comfort.</a:t>
            </a:r>
          </a:p>
          <a:p>
            <a:pPr>
              <a:buNone/>
            </a:pPr>
            <a:r>
              <a:rPr lang="en-US" dirty="0" smtClean="0"/>
              <a:t>Loneliness we need not fear.</a:t>
            </a:r>
          </a:p>
          <a:p>
            <a:pPr>
              <a:buNone/>
            </a:pPr>
            <a:r>
              <a:rPr lang="en-US" dirty="0" smtClean="0"/>
              <a:t>We are the sheep whom the shepherd keeps</a:t>
            </a:r>
          </a:p>
          <a:p>
            <a:pPr>
              <a:buNone/>
            </a:pPr>
            <a:r>
              <a:rPr lang="en-US" dirty="0" smtClean="0"/>
              <a:t>Safe from harm and ever near.</a:t>
            </a: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</TotalTime>
  <Words>136</Words>
  <Application>Microsoft Office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Concourse</vt:lpstr>
      <vt:lpstr>COME TO THE LORD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student1</dc:creator>
  <cp:lastModifiedBy>user</cp:lastModifiedBy>
  <cp:revision>8</cp:revision>
  <dcterms:created xsi:type="dcterms:W3CDTF">2006-08-16T00:00:00Z</dcterms:created>
  <dcterms:modified xsi:type="dcterms:W3CDTF">2022-09-01T02:45:34Z</dcterms:modified>
</cp:coreProperties>
</file>