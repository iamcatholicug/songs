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70" r:id="rId14"/>
    <p:sldId id="263" r:id="rId15"/>
    <p:sldId id="271" r:id="rId16"/>
    <p:sldId id="264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8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latin typeface="Arial Black" panose="020B0A04020102020204" pitchFamily="34" charset="0"/>
              </a:defRPr>
            </a:lvl1pPr>
            <a:lvl2pPr algn="ctr">
              <a:defRPr sz="3600">
                <a:latin typeface="Arial Black" panose="020B0A04020102020204" pitchFamily="34" charset="0"/>
              </a:defRPr>
            </a:lvl2pPr>
            <a:lvl3pPr algn="ctr">
              <a:defRPr sz="3200">
                <a:latin typeface="Arial Black" panose="020B0A04020102020204" pitchFamily="34" charset="0"/>
              </a:defRPr>
            </a:lvl3pPr>
            <a:lvl4pPr algn="ctr">
              <a:defRPr sz="2800">
                <a:latin typeface="Arial Black" panose="020B0A04020102020204" pitchFamily="34" charset="0"/>
              </a:defRPr>
            </a:lvl4pPr>
            <a:lvl5pPr algn="ctr">
              <a:defRPr sz="2800">
                <a:latin typeface="Arial Black" panose="020B0A04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79898-53F2-4F6E-B3E6-B341242D99A6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3DE3F-C514-4E35-BBF5-59BD7FB921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68113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dirty="0"/>
              <a:t>1. </a:t>
            </a:r>
            <a:r>
              <a:rPr lang="en-US" dirty="0" err="1"/>
              <a:t>Amakuru</a:t>
            </a:r>
            <a:r>
              <a:rPr lang="en-US" dirty="0"/>
              <a:t> </a:t>
            </a:r>
            <a:r>
              <a:rPr lang="en-US" dirty="0" err="1"/>
              <a:t>marungi</a:t>
            </a:r>
            <a:r>
              <a:rPr lang="en-US" dirty="0"/>
              <a:t> </a:t>
            </a:r>
            <a:r>
              <a:rPr lang="en-US" dirty="0" err="1"/>
              <a:t>gakeija</a:t>
            </a:r>
            <a:r>
              <a:rPr lang="en-US" dirty="0"/>
              <a:t> </a:t>
            </a:r>
            <a:r>
              <a:rPr lang="en-US" dirty="0" err="1"/>
              <a:t>omunsi</a:t>
            </a:r>
            <a:r>
              <a:rPr lang="en-US" dirty="0"/>
              <a:t> </a:t>
            </a:r>
            <a:r>
              <a:rPr lang="en-US" dirty="0" err="1"/>
              <a:t>omu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garetwa</a:t>
            </a:r>
            <a:r>
              <a:rPr lang="en-US" dirty="0"/>
              <a:t> ago </a:t>
            </a:r>
            <a:r>
              <a:rPr lang="en-US" dirty="0" err="1"/>
              <a:t>mamanzi</a:t>
            </a:r>
            <a:r>
              <a:rPr lang="en-US" dirty="0"/>
              <a:t> </a:t>
            </a:r>
            <a:r>
              <a:rPr lang="en-US" dirty="0" err="1"/>
              <a:t>ogwo</a:t>
            </a:r>
            <a:r>
              <a:rPr lang="en-US" dirty="0"/>
              <a:t> </a:t>
            </a:r>
            <a:r>
              <a:rPr lang="en-US" dirty="0" err="1"/>
              <a:t>mukuru</a:t>
            </a:r>
            <a:r>
              <a:rPr lang="en-US" dirty="0"/>
              <a:t> </a:t>
            </a:r>
            <a:r>
              <a:rPr lang="en-US" dirty="0" err="1"/>
              <a:t>Mapeera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Br </a:t>
            </a:r>
            <a:r>
              <a:rPr lang="en-US" dirty="0" err="1"/>
              <a:t>Amans</a:t>
            </a:r>
            <a:r>
              <a:rPr lang="en-US" dirty="0"/>
              <a:t> </a:t>
            </a:r>
            <a:r>
              <a:rPr lang="en-US" dirty="0" err="1"/>
              <a:t>yamushongyera</a:t>
            </a:r>
            <a:r>
              <a:rPr lang="en-US" dirty="0"/>
              <a:t>, </a:t>
            </a:r>
            <a:r>
              <a:rPr lang="en-US" dirty="0" err="1"/>
              <a:t>n’abandi</a:t>
            </a:r>
            <a:r>
              <a:rPr lang="en-US" dirty="0"/>
              <a:t> </a:t>
            </a:r>
            <a:r>
              <a:rPr lang="en-US" dirty="0" err="1"/>
              <a:t>batweizira</a:t>
            </a:r>
            <a:r>
              <a:rPr lang="en-US" dirty="0"/>
              <a:t> </a:t>
            </a:r>
            <a:r>
              <a:rPr lang="en-US" dirty="0" err="1"/>
              <a:t>obwo</a:t>
            </a:r>
            <a:r>
              <a:rPr lang="en-US" dirty="0"/>
              <a:t> Uganda </a:t>
            </a:r>
            <a:r>
              <a:rPr lang="en-US" dirty="0" err="1"/>
              <a:t>yashemererwa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92309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2. </a:t>
            </a:r>
            <a:r>
              <a:rPr lang="en-US" dirty="0" err="1"/>
              <a:t>Buzima</a:t>
            </a:r>
            <a:r>
              <a:rPr lang="en-US" dirty="0"/>
              <a:t> ago </a:t>
            </a:r>
            <a:r>
              <a:rPr lang="en-US" dirty="0" err="1"/>
              <a:t>mamaanzi</a:t>
            </a:r>
            <a:r>
              <a:rPr lang="en-US" dirty="0"/>
              <a:t> </a:t>
            </a:r>
            <a:r>
              <a:rPr lang="en-US" dirty="0" err="1"/>
              <a:t>akaruga</a:t>
            </a:r>
            <a:r>
              <a:rPr lang="en-US" dirty="0"/>
              <a:t> </a:t>
            </a:r>
            <a:r>
              <a:rPr lang="en-US" dirty="0" err="1"/>
              <a:t>omu</a:t>
            </a:r>
            <a:r>
              <a:rPr lang="en-US" dirty="0"/>
              <a:t> </a:t>
            </a:r>
            <a:r>
              <a:rPr lang="en-US" dirty="0" err="1"/>
              <a:t>Buraaya</a:t>
            </a:r>
            <a:r>
              <a:rPr lang="en-US" dirty="0"/>
              <a:t>, </a:t>
            </a:r>
            <a:r>
              <a:rPr lang="en-US" dirty="0" err="1"/>
              <a:t>gahika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Kigungu</a:t>
            </a:r>
            <a:r>
              <a:rPr lang="en-US" dirty="0"/>
              <a:t> </a:t>
            </a:r>
            <a:r>
              <a:rPr lang="en-US" dirty="0" err="1"/>
              <a:t>nigaruga</a:t>
            </a:r>
            <a:r>
              <a:rPr lang="en-US" dirty="0"/>
              <a:t> Mombasa, </a:t>
            </a:r>
            <a:r>
              <a:rPr lang="en-US" dirty="0" err="1"/>
              <a:t>Garaara</a:t>
            </a:r>
            <a:r>
              <a:rPr lang="en-US" dirty="0"/>
              <a:t> </a:t>
            </a:r>
            <a:r>
              <a:rPr lang="en-US" dirty="0" err="1"/>
              <a:t>garaarira</a:t>
            </a:r>
            <a:r>
              <a:rPr lang="en-US" dirty="0"/>
              <a:t>, </a:t>
            </a:r>
            <a:r>
              <a:rPr lang="en-US" dirty="0" err="1"/>
              <a:t>Kristu</a:t>
            </a:r>
            <a:r>
              <a:rPr lang="en-US" dirty="0"/>
              <a:t> </a:t>
            </a:r>
            <a:r>
              <a:rPr lang="en-US"/>
              <a:t>ogwo</a:t>
            </a:r>
            <a:r>
              <a:rPr lang="en-US" dirty="0"/>
              <a:t> </a:t>
            </a:r>
            <a:r>
              <a:rPr lang="en-US" dirty="0" err="1"/>
              <a:t>gamwegyesa</a:t>
            </a:r>
            <a:br>
              <a:rPr lang="en-US" dirty="0"/>
            </a:br>
            <a:r>
              <a:rPr lang="en-US" dirty="0" err="1"/>
              <a:t>Aba</a:t>
            </a:r>
            <a:r>
              <a:rPr lang="en-US" dirty="0"/>
              <a:t> Uganda </a:t>
            </a:r>
            <a:r>
              <a:rPr lang="en-US" dirty="0" err="1"/>
              <a:t>babatizibwa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64818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3. </a:t>
            </a:r>
            <a:r>
              <a:rPr lang="en-US" dirty="0" err="1"/>
              <a:t>Iwe</a:t>
            </a:r>
            <a:r>
              <a:rPr lang="en-US" dirty="0"/>
              <a:t>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Nyamuhanga</a:t>
            </a:r>
            <a:r>
              <a:rPr lang="en-US" dirty="0"/>
              <a:t> </a:t>
            </a:r>
            <a:r>
              <a:rPr lang="en-US" dirty="0" err="1"/>
              <a:t>nitumanya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dirty="0" err="1"/>
              <a:t>Tateitwe</a:t>
            </a:r>
            <a:r>
              <a:rPr lang="en-US" dirty="0"/>
              <a:t>, </a:t>
            </a:r>
            <a:r>
              <a:rPr lang="en-US" dirty="0" err="1"/>
              <a:t>Buzima</a:t>
            </a:r>
            <a:r>
              <a:rPr lang="en-US" dirty="0"/>
              <a:t> </a:t>
            </a:r>
            <a:r>
              <a:rPr lang="en-US" dirty="0" err="1"/>
              <a:t>abaana</a:t>
            </a:r>
            <a:r>
              <a:rPr lang="en-US" dirty="0"/>
              <a:t> </a:t>
            </a:r>
            <a:r>
              <a:rPr lang="en-US" dirty="0" err="1"/>
              <a:t>baawe</a:t>
            </a:r>
            <a:r>
              <a:rPr lang="en-US" dirty="0"/>
              <a:t> </a:t>
            </a:r>
            <a:r>
              <a:rPr lang="en-US" dirty="0" err="1"/>
              <a:t>nitukusiimira</a:t>
            </a:r>
            <a:r>
              <a:rPr lang="en-US" dirty="0"/>
              <a:t> </a:t>
            </a:r>
            <a:r>
              <a:rPr lang="en-US" dirty="0" err="1"/>
              <a:t>byoona</a:t>
            </a:r>
            <a:r>
              <a:rPr lang="en-US" dirty="0"/>
              <a:t>, </a:t>
            </a:r>
            <a:r>
              <a:rPr lang="en-US" dirty="0" err="1"/>
              <a:t>N’ebyensi</a:t>
            </a:r>
            <a:r>
              <a:rPr lang="en-US" dirty="0"/>
              <a:t> </a:t>
            </a:r>
            <a:r>
              <a:rPr lang="en-US" dirty="0" err="1"/>
              <a:t>nebyeiguru</a:t>
            </a:r>
            <a:r>
              <a:rPr lang="en-US" dirty="0"/>
              <a:t>, </a:t>
            </a:r>
            <a:r>
              <a:rPr lang="en-US" dirty="0" err="1"/>
              <a:t>Omuri</a:t>
            </a:r>
            <a:r>
              <a:rPr lang="en-US" dirty="0"/>
              <a:t> </a:t>
            </a:r>
            <a:r>
              <a:rPr lang="en-US" dirty="0" err="1"/>
              <a:t>Yezu</a:t>
            </a:r>
            <a:r>
              <a:rPr lang="en-US" dirty="0"/>
              <a:t> </a:t>
            </a:r>
            <a:r>
              <a:rPr lang="en-US" dirty="0" err="1"/>
              <a:t>twabyegagye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err="1"/>
              <a:t>bamwe</a:t>
            </a:r>
            <a:r>
              <a:rPr lang="en-US" dirty="0"/>
              <a:t> </a:t>
            </a:r>
            <a:r>
              <a:rPr lang="en-US" dirty="0" err="1"/>
              <a:t>turyamushanga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48576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4. </a:t>
            </a:r>
            <a:r>
              <a:rPr lang="en-US" dirty="0" err="1"/>
              <a:t>Turamye</a:t>
            </a:r>
            <a:r>
              <a:rPr lang="en-US" dirty="0"/>
              <a:t> </a:t>
            </a:r>
            <a:r>
              <a:rPr lang="en-US" dirty="0" err="1"/>
              <a:t>Nyamuhanga</a:t>
            </a:r>
            <a:r>
              <a:rPr lang="en-US" dirty="0"/>
              <a:t> </a:t>
            </a:r>
            <a:r>
              <a:rPr lang="en-US" dirty="0" err="1"/>
              <a:t>tutende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kazooba</a:t>
            </a:r>
            <a:r>
              <a:rPr lang="en-US" dirty="0"/>
              <a:t>, Na </a:t>
            </a:r>
            <a:r>
              <a:rPr lang="en-US" dirty="0" err="1"/>
              <a:t>Muhumuza</a:t>
            </a:r>
            <a:r>
              <a:rPr lang="en-US" dirty="0"/>
              <a:t> bantu </a:t>
            </a:r>
            <a:r>
              <a:rPr lang="en-US" dirty="0" err="1"/>
              <a:t>buzima</a:t>
            </a:r>
            <a:r>
              <a:rPr lang="en-US" dirty="0"/>
              <a:t> </a:t>
            </a:r>
            <a:r>
              <a:rPr lang="en-US" dirty="0" err="1"/>
              <a:t>kwo</a:t>
            </a:r>
            <a:r>
              <a:rPr lang="en-US" dirty="0"/>
              <a:t> </a:t>
            </a:r>
            <a:r>
              <a:rPr lang="en-US" dirty="0" err="1"/>
              <a:t>oba</a:t>
            </a:r>
            <a:r>
              <a:rPr lang="en-US" dirty="0"/>
              <a:t> </a:t>
            </a:r>
            <a:r>
              <a:rPr lang="en-US" dirty="0" err="1"/>
              <a:t>rukundo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Twabeeha</a:t>
            </a:r>
            <a:r>
              <a:rPr lang="en-US" dirty="0"/>
              <a:t> </a:t>
            </a:r>
            <a:r>
              <a:rPr lang="en-US" dirty="0" err="1"/>
              <a:t>twabeesiga</a:t>
            </a:r>
            <a:r>
              <a:rPr lang="en-US" dirty="0"/>
              <a:t>,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bambe</a:t>
            </a:r>
            <a:r>
              <a:rPr lang="en-US" dirty="0"/>
              <a:t> </a:t>
            </a:r>
            <a:r>
              <a:rPr lang="en-US" dirty="0" err="1"/>
              <a:t>batwoorora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err="1"/>
              <a:t>bamwe</a:t>
            </a:r>
            <a:r>
              <a:rPr lang="en-US" dirty="0"/>
              <a:t> </a:t>
            </a:r>
            <a:r>
              <a:rPr lang="en-US" dirty="0" err="1"/>
              <a:t>turyamushanga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4884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5. </a:t>
            </a:r>
            <a:r>
              <a:rPr lang="en-US" dirty="0" err="1"/>
              <a:t>Turamye</a:t>
            </a:r>
            <a:r>
              <a:rPr lang="en-US" dirty="0"/>
              <a:t> </a:t>
            </a:r>
            <a:r>
              <a:rPr lang="en-US" dirty="0" err="1"/>
              <a:t>Nyamuhanga</a:t>
            </a:r>
            <a:r>
              <a:rPr lang="en-US" dirty="0"/>
              <a:t> </a:t>
            </a:r>
            <a:r>
              <a:rPr lang="en-US" dirty="0" err="1"/>
              <a:t>nituraba</a:t>
            </a:r>
            <a:r>
              <a:rPr lang="en-US" dirty="0"/>
              <a:t> </a:t>
            </a:r>
            <a:r>
              <a:rPr lang="en-US" dirty="0" err="1"/>
              <a:t>omuri</a:t>
            </a:r>
            <a:r>
              <a:rPr lang="en-US" dirty="0"/>
              <a:t> </a:t>
            </a:r>
            <a:r>
              <a:rPr lang="en-US" dirty="0" err="1"/>
              <a:t>Mwana</a:t>
            </a:r>
            <a:r>
              <a:rPr lang="en-US" dirty="0"/>
              <a:t>, </a:t>
            </a:r>
            <a:r>
              <a:rPr lang="en-US" dirty="0" err="1"/>
              <a:t>Tushabe</a:t>
            </a:r>
            <a:r>
              <a:rPr lang="en-US" dirty="0"/>
              <a:t> </a:t>
            </a:r>
            <a:r>
              <a:rPr lang="en-US" dirty="0" err="1"/>
              <a:t>Nyamuhanga</a:t>
            </a:r>
            <a:r>
              <a:rPr lang="en-US" dirty="0"/>
              <a:t> </a:t>
            </a:r>
            <a:r>
              <a:rPr lang="en-US" dirty="0" err="1"/>
              <a:t>nituraba</a:t>
            </a:r>
            <a:r>
              <a:rPr lang="en-US" dirty="0"/>
              <a:t> </a:t>
            </a:r>
            <a:r>
              <a:rPr lang="en-US" dirty="0" err="1"/>
              <a:t>omuri</a:t>
            </a:r>
            <a:r>
              <a:rPr lang="en-US" dirty="0"/>
              <a:t> </a:t>
            </a:r>
            <a:r>
              <a:rPr lang="en-US" dirty="0" err="1"/>
              <a:t>mwana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Twamwega</a:t>
            </a:r>
            <a:r>
              <a:rPr lang="en-US" dirty="0"/>
              <a:t> </a:t>
            </a:r>
            <a:r>
              <a:rPr lang="en-US" dirty="0" err="1"/>
              <a:t>twamwegyesa</a:t>
            </a:r>
            <a:r>
              <a:rPr lang="en-US" dirty="0"/>
              <a:t>, we </a:t>
            </a:r>
            <a:r>
              <a:rPr lang="en-US" dirty="0" err="1"/>
              <a:t>Yezu</a:t>
            </a:r>
            <a:r>
              <a:rPr lang="en-US" dirty="0"/>
              <a:t> </a:t>
            </a:r>
            <a:r>
              <a:rPr lang="en-US" dirty="0" err="1"/>
              <a:t>yatworobya</a:t>
            </a:r>
            <a:br>
              <a:rPr lang="en-US" dirty="0"/>
            </a:b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err="1"/>
              <a:t>bamwe</a:t>
            </a:r>
            <a:r>
              <a:rPr lang="en-US" dirty="0"/>
              <a:t> </a:t>
            </a:r>
            <a:r>
              <a:rPr lang="en-US" dirty="0" err="1"/>
              <a:t>turyamushanga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5029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6. </a:t>
            </a:r>
            <a:r>
              <a:rPr lang="en-US" dirty="0" err="1"/>
              <a:t>Ruhanga</a:t>
            </a:r>
            <a:r>
              <a:rPr lang="en-US" dirty="0"/>
              <a:t> </a:t>
            </a:r>
            <a:r>
              <a:rPr lang="en-US" dirty="0" err="1"/>
              <a:t>aga</a:t>
            </a:r>
            <a:r>
              <a:rPr lang="en-US" dirty="0"/>
              <a:t> </a:t>
            </a:r>
            <a:r>
              <a:rPr lang="en-US" dirty="0" err="1"/>
              <a:t>magiingo</a:t>
            </a:r>
            <a:r>
              <a:rPr lang="en-US" dirty="0"/>
              <a:t> </a:t>
            </a:r>
            <a:r>
              <a:rPr lang="en-US" dirty="0" err="1"/>
              <a:t>ekweitse</a:t>
            </a:r>
            <a:r>
              <a:rPr lang="en-US" dirty="0"/>
              <a:t> </a:t>
            </a:r>
            <a:r>
              <a:rPr lang="en-US" dirty="0" err="1"/>
              <a:t>neesiima</a:t>
            </a:r>
            <a:r>
              <a:rPr lang="en-US" dirty="0"/>
              <a:t>, </a:t>
            </a:r>
            <a:r>
              <a:rPr lang="en-US" dirty="0" err="1"/>
              <a:t>Ruhanga</a:t>
            </a:r>
            <a:r>
              <a:rPr lang="en-US" dirty="0"/>
              <a:t> </a:t>
            </a:r>
            <a:r>
              <a:rPr lang="en-US" dirty="0" err="1"/>
              <a:t>Nyamuhanga</a:t>
            </a:r>
            <a:r>
              <a:rPr lang="en-US" dirty="0"/>
              <a:t> </a:t>
            </a:r>
            <a:r>
              <a:rPr lang="en-US" dirty="0" err="1"/>
              <a:t>owagukunzire</a:t>
            </a:r>
            <a:r>
              <a:rPr lang="en-US" dirty="0"/>
              <a:t> </a:t>
            </a:r>
            <a:r>
              <a:rPr lang="en-US" dirty="0" err="1"/>
              <a:t>yoona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Tateitwe</a:t>
            </a:r>
            <a:r>
              <a:rPr lang="en-US" dirty="0"/>
              <a:t> </a:t>
            </a:r>
            <a:r>
              <a:rPr lang="en-US" dirty="0" err="1"/>
              <a:t>ow’embabazi</a:t>
            </a:r>
            <a:r>
              <a:rPr lang="en-US" dirty="0"/>
              <a:t> </a:t>
            </a:r>
            <a:r>
              <a:rPr lang="en-US" dirty="0" err="1"/>
              <a:t>tuhe</a:t>
            </a:r>
            <a:r>
              <a:rPr lang="en-US" dirty="0"/>
              <a:t> </a:t>
            </a:r>
            <a:r>
              <a:rPr lang="en-US" dirty="0" err="1"/>
              <a:t>okukunda</a:t>
            </a:r>
            <a:r>
              <a:rPr lang="en-US" dirty="0"/>
              <a:t> </a:t>
            </a:r>
            <a:r>
              <a:rPr lang="en-US" dirty="0" err="1"/>
              <a:t>n’okukwesiga</a:t>
            </a:r>
            <a:br>
              <a:rPr lang="en-US" dirty="0"/>
            </a:br>
            <a:r>
              <a:rPr lang="en-US" dirty="0" err="1"/>
              <a:t>Tubukare</a:t>
            </a:r>
            <a:r>
              <a:rPr lang="en-US" dirty="0"/>
              <a:t> </a:t>
            </a:r>
            <a:r>
              <a:rPr lang="en-US" dirty="0" err="1"/>
              <a:t>n’okushemererwa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09485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7. </a:t>
            </a:r>
            <a:r>
              <a:rPr lang="en-US" dirty="0" err="1"/>
              <a:t>Iwe</a:t>
            </a:r>
            <a:r>
              <a:rPr lang="en-US" dirty="0"/>
              <a:t> </a:t>
            </a:r>
            <a:r>
              <a:rPr lang="en-US" dirty="0" err="1"/>
              <a:t>Yezu</a:t>
            </a:r>
            <a:r>
              <a:rPr lang="en-US" dirty="0"/>
              <a:t> </a:t>
            </a:r>
            <a:r>
              <a:rPr lang="en-US" dirty="0" err="1"/>
              <a:t>Kigambo</a:t>
            </a:r>
            <a:r>
              <a:rPr lang="en-US" dirty="0"/>
              <a:t> Uganda </a:t>
            </a:r>
            <a:r>
              <a:rPr lang="en-US" dirty="0" err="1"/>
              <a:t>nesiima</a:t>
            </a:r>
            <a:br>
              <a:rPr lang="en-US" dirty="0"/>
            </a:br>
            <a:r>
              <a:rPr lang="en-US" dirty="0" err="1"/>
              <a:t>Ezo</a:t>
            </a:r>
            <a:r>
              <a:rPr lang="en-US" dirty="0"/>
              <a:t> </a:t>
            </a:r>
            <a:r>
              <a:rPr lang="en-US" dirty="0" err="1"/>
              <a:t>mbabazi</a:t>
            </a:r>
            <a:r>
              <a:rPr lang="en-US" dirty="0"/>
              <a:t> </a:t>
            </a:r>
            <a:r>
              <a:rPr lang="en-US" dirty="0" err="1"/>
              <a:t>zaawe</a:t>
            </a:r>
            <a:r>
              <a:rPr lang="en-US" dirty="0"/>
              <a:t> </a:t>
            </a:r>
            <a:r>
              <a:rPr lang="en-US" dirty="0" err="1"/>
              <a:t>ezirimu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rukundo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watweeha</a:t>
            </a:r>
            <a:r>
              <a:rPr lang="en-US" dirty="0"/>
              <a:t> </a:t>
            </a:r>
            <a:r>
              <a:rPr lang="en-US" dirty="0" err="1"/>
              <a:t>watwemera</a:t>
            </a:r>
            <a:r>
              <a:rPr lang="en-US" dirty="0"/>
              <a:t>,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wafa</a:t>
            </a:r>
            <a:r>
              <a:rPr lang="en-US" dirty="0"/>
              <a:t> </a:t>
            </a:r>
            <a:r>
              <a:rPr lang="en-US" dirty="0" err="1"/>
              <a:t>watucungura</a:t>
            </a:r>
            <a:br>
              <a:rPr lang="en-US" dirty="0"/>
            </a:b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err="1"/>
              <a:t>bamwe</a:t>
            </a:r>
            <a:r>
              <a:rPr lang="en-US" dirty="0"/>
              <a:t> </a:t>
            </a:r>
            <a:r>
              <a:rPr lang="en-US" dirty="0" err="1"/>
              <a:t>turyakureeba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64627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8. </a:t>
            </a:r>
            <a:r>
              <a:rPr lang="en-US" dirty="0" err="1"/>
              <a:t>Turamye</a:t>
            </a:r>
            <a:r>
              <a:rPr lang="en-US" dirty="0"/>
              <a:t> </a:t>
            </a:r>
            <a:r>
              <a:rPr lang="en-US" dirty="0" err="1"/>
              <a:t>Nyamuhanga</a:t>
            </a:r>
            <a:r>
              <a:rPr lang="en-US" dirty="0"/>
              <a:t>, </a:t>
            </a:r>
            <a:r>
              <a:rPr lang="en-US" dirty="0" err="1"/>
              <a:t>Ruhanga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byoona</a:t>
            </a:r>
            <a:br>
              <a:rPr lang="en-US" dirty="0"/>
            </a:br>
            <a:r>
              <a:rPr lang="en-US" dirty="0" err="1"/>
              <a:t>Tukuhereza</a:t>
            </a:r>
            <a:r>
              <a:rPr lang="en-US" dirty="0"/>
              <a:t> </a:t>
            </a:r>
            <a:r>
              <a:rPr lang="en-US" dirty="0" err="1"/>
              <a:t>kweija</a:t>
            </a:r>
            <a:r>
              <a:rPr lang="en-US" dirty="0"/>
              <a:t> </a:t>
            </a:r>
            <a:r>
              <a:rPr lang="en-US" dirty="0" err="1"/>
              <a:t>owaawe</a:t>
            </a:r>
            <a:r>
              <a:rPr lang="en-US" dirty="0"/>
              <a:t> </a:t>
            </a:r>
            <a:r>
              <a:rPr lang="en-US" dirty="0" err="1"/>
              <a:t>omuri</a:t>
            </a:r>
            <a:r>
              <a:rPr lang="en-US" dirty="0"/>
              <a:t> </a:t>
            </a:r>
            <a:r>
              <a:rPr lang="en-US" dirty="0" err="1"/>
              <a:t>Bwera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Watweeta</a:t>
            </a:r>
            <a:r>
              <a:rPr lang="en-US" dirty="0"/>
              <a:t> </a:t>
            </a:r>
            <a:r>
              <a:rPr lang="en-US" dirty="0" err="1"/>
              <a:t>twakweizira</a:t>
            </a:r>
            <a:r>
              <a:rPr lang="en-US" dirty="0"/>
              <a:t>, </a:t>
            </a:r>
            <a:r>
              <a:rPr lang="en-US" dirty="0" err="1"/>
              <a:t>twatuura</a:t>
            </a:r>
            <a:r>
              <a:rPr lang="en-US" dirty="0"/>
              <a:t> </a:t>
            </a:r>
            <a:r>
              <a:rPr lang="en-US" dirty="0" err="1"/>
              <a:t>n’okukundana</a:t>
            </a:r>
            <a:br>
              <a:rPr lang="en-US" dirty="0"/>
            </a:b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err="1"/>
              <a:t>bamwe</a:t>
            </a:r>
            <a:r>
              <a:rPr lang="en-US" dirty="0"/>
              <a:t> </a:t>
            </a:r>
            <a:r>
              <a:rPr lang="en-US" dirty="0" err="1"/>
              <a:t>turyashemererwa</a:t>
            </a:r>
            <a:r>
              <a:rPr lang="en-US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4800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  <a:latin typeface="Algerian" panose="04020705040A02060702" pitchFamily="82" charset="0"/>
              </a:rPr>
              <a:t>TURIBAMWE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Tateitwe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Nyamuhanga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turi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bamwe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omuri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,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 err="1">
                <a:latin typeface="Arial Black" panose="020B0A04020102020204" pitchFamily="34" charset="0"/>
              </a:rPr>
              <a:t>Kristu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Omwana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Ruhanga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omwe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wenka</a:t>
            </a:r>
            <a:r>
              <a:rPr lang="en-US" sz="36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96935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117</Words>
  <Application>Microsoft Office PowerPoint</Application>
  <PresentationFormat>On-screen Show (4:3)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Arial Black</vt:lpstr>
      <vt:lpstr>Calibri</vt:lpstr>
      <vt:lpstr>Office Theme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  <vt:lpstr>PowerPoint Presentation</vt:lpstr>
      <vt:lpstr>TURIBAMWE  Turi bamwe omuri Kristu, Kristu omwana wa Ruhanga omwe, Tateitwe Nyamuhanga turi bamwe omuri Kristu, Kristu Omwana wa Ruhanga omwe wenka.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 bamwe omuri Kristu, Kristu omwana wa Ruhanga omwe, Tateitwe Nyamuhanga turi bamwe omuri Kristu, Kristu Omwana wa Ruhanga omwe wenka.</dc:title>
  <dc:creator>DELL</dc:creator>
  <cp:lastModifiedBy>HP</cp:lastModifiedBy>
  <cp:revision>18</cp:revision>
  <dcterms:created xsi:type="dcterms:W3CDTF">2015-07-18T15:32:27Z</dcterms:created>
  <dcterms:modified xsi:type="dcterms:W3CDTF">2024-03-02T18:45:38Z</dcterms:modified>
</cp:coreProperties>
</file>