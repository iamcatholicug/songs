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E64FA-2CFB-401F-B507-F957131B7CE4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CB7BB-EF7F-4DA3-A8A4-D1BCE20A2AA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3750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CB7BB-EF7F-4DA3-A8A4-D1BCE20A2AA1}" type="slidenum">
              <a:rPr lang="en-UG" smtClean="0"/>
              <a:t>4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56429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BFD8-3F8C-469A-834E-87EA69501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DE245-4506-4D90-9CB7-63F9F8924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3CDE1-75AE-4C66-AC80-403BB3A1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CE2E1-F6DE-47A4-BA57-E38B3E70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AFE8-10D7-4558-9F2A-91EA7D41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5204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6E7C-430B-4E67-B9E1-BDEEB35DD0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BF01F-32E2-464E-961F-3DBC6D7D1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40" y="1690688"/>
            <a:ext cx="10515600" cy="4351338"/>
          </a:xfrm>
        </p:spPr>
        <p:txBody>
          <a:bodyPr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CA709-A1C0-41DC-A387-995DBB3D6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71802-FB0C-46A3-B075-E3A736F9E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3AE76-01EF-49E6-9A34-9214E6A1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17DB8-B1B7-4273-9EAC-F7C956B17E59}"/>
              </a:ext>
            </a:extLst>
          </p:cNvPr>
          <p:cNvSpPr/>
          <p:nvPr userDrawn="1"/>
        </p:nvSpPr>
        <p:spPr>
          <a:xfrm>
            <a:off x="982260" y="2967335"/>
            <a:ext cx="102274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G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0534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531A-50B0-4F0C-BBC3-81E476E23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15C63-0DBE-4517-80A4-0E395D87B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7E098-2E08-4072-83BC-84B8907C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FB31C-1D9A-4C8D-BACD-4BDB52853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6044F-2D73-45E7-B4CE-AA176E52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3303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69A5-4765-4BDD-B8F1-D622ACF6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59081-E9CB-4BE7-900E-C809BC46B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29E0B-13DC-4775-8542-79250B716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C52F7-7CB5-4DBC-A981-BA410B3A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89AF0-36BD-4472-BC9D-C24B1B06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94D89-D454-4D7B-83C4-29FD68DE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4713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7FF0-0C85-4BFB-A836-AEFE61F3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3F273-0B31-499A-B9CD-63692CE74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AFAC2-C42F-4D01-994C-C202004CC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0D417-8C9C-4864-82C1-EAD53A881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CD7C3-8839-499C-B8B1-81CDE4A74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B9073-7065-4983-83F3-565414E0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98780-E23F-4E77-8999-F4D2F6B7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06518-A0A8-4708-93BD-541B1270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5809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F862-1EAD-4D47-9B71-823143A1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856F3-897C-4986-9FE9-53B8078C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FCBC2-FFC3-4370-97CB-7AFA91C1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4D0F7-3840-4AD8-903B-23FC617E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45373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37362-3306-4A8B-83EC-C650725E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60FF8-5A59-42ED-8312-681FD511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892B3-FA9F-4B07-A7C9-4C94A6C2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0109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E7E2-A3B7-46C2-9A04-DCB3E6C09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02AFF-F27B-4408-A1EA-CD3F7140F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BC16D-3753-4DD7-8F89-DEEEB62B7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E11A9-87D8-47BB-901E-2F682CF9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4C549-A771-48AA-A6DA-085CE829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0C2B3-BFB8-418B-B1BF-BC4457E5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7665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EB2E-E4BA-4632-BFE9-B9079073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45742-F9AD-46DD-878F-D01F0B804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B6C44-609B-4351-A05F-4866FEF17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EE6A-075A-4CE4-AB9E-DBB2CBE8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E69E8-636A-4162-A904-63CC0036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087B1-B9CA-4AD2-B670-AFC447D8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3114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7BDB9-C21B-4C09-B2D2-BF240ABA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C0C1F-9BAB-4A24-AE6A-25D1BD40D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CBBC-0142-4120-B4F7-A53CC8A7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3461-538C-425C-B9AC-1FF3F4FF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F15E7-1B2D-42E9-B4D5-E426210F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48448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348570-4287-4D9A-A530-9D64F522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B9332-7C72-4E1C-A96D-32752665C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1756D-A872-415D-83DD-C3521EA7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CE59E-6F80-4F23-8E39-4AF95E32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2711-7EC0-4124-BC19-B432398E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131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97981-AD65-4588-A35A-461D0F8F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A48E7-DE04-439E-8F58-5EAD00AB6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E2912-D602-4A38-83BC-5608637C3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15418-CD6E-4ED8-A8AA-B183CF106718}" type="datetimeFigureOut">
              <a:rPr lang="en-UG" smtClean="0"/>
              <a:t>14/03/2024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F491F-E4AA-4012-83C6-8A888C811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47F76-7440-4CEC-AE40-671323B8F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0271A-B9BA-4B43-8BFE-81E64337CCD6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784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CC8D6-5AD7-43C8-9546-62EDDB773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 COMES THE BRIDE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28815-9F7A-4CD0-834C-5DE4CD2FE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0773" y="1346479"/>
            <a:ext cx="12352774" cy="5511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Here comes the bride , she’s full of pride</a:t>
            </a:r>
          </a:p>
          <a:p>
            <a:pPr marL="0" indent="0">
              <a:buNone/>
            </a:pPr>
            <a:r>
              <a:rPr lang="en-US" sz="5400" dirty="0"/>
              <a:t>all you present turn your head and behold</a:t>
            </a:r>
          </a:p>
          <a:p>
            <a:pPr marL="0" indent="0">
              <a:buNone/>
            </a:pPr>
            <a:r>
              <a:rPr lang="en-US" sz="5400" dirty="0"/>
              <a:t>her steps so firm , her will confirm </a:t>
            </a:r>
          </a:p>
          <a:p>
            <a:pPr marL="0" indent="0">
              <a:buNone/>
            </a:pPr>
            <a:r>
              <a:rPr lang="en-US" sz="5400" dirty="0"/>
              <a:t>that she has been and will always </a:t>
            </a:r>
            <a:r>
              <a:rPr lang="en-US" sz="5400" dirty="0">
                <a:hlinkClick r:id="rId2" action="ppaction://hlinksldjump"/>
              </a:rPr>
              <a:t>behold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402145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44716-EAE8-4F05-ADFC-FE23111DE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70338"/>
            <a:ext cx="12192000" cy="6928338"/>
          </a:xfrm>
        </p:spPr>
        <p:txBody>
          <a:bodyPr>
            <a:normAutofit/>
          </a:bodyPr>
          <a:lstStyle/>
          <a:p>
            <a:r>
              <a:rPr lang="en-US" sz="5400" dirty="0"/>
              <a:t>Inside her heart , she’s full of joy </a:t>
            </a:r>
          </a:p>
          <a:p>
            <a:r>
              <a:rPr lang="en-US" sz="5400" dirty="0"/>
              <a:t>She approaches to meet the boy,</a:t>
            </a:r>
          </a:p>
          <a:p>
            <a:r>
              <a:rPr lang="en-US" sz="5400" dirty="0"/>
              <a:t>My prayer is quite short and without lie</a:t>
            </a:r>
          </a:p>
          <a:p>
            <a:r>
              <a:rPr lang="en-US" sz="5400" dirty="0"/>
              <a:t>My darling lead me now  to the Altar</a:t>
            </a:r>
          </a:p>
          <a:p>
            <a:r>
              <a:rPr lang="en-US" sz="5400" dirty="0"/>
              <a:t>So that I become , your dear little legal star</a:t>
            </a:r>
          </a:p>
          <a:p>
            <a:r>
              <a:rPr lang="en-US" sz="5400" dirty="0"/>
              <a:t>And you will be my </a:t>
            </a:r>
            <a:r>
              <a:rPr lang="en-US" sz="5400" dirty="0">
                <a:hlinkClick r:id="rId2" action="ppaction://hlinksldjump"/>
              </a:rPr>
              <a:t>own</a:t>
            </a:r>
            <a:r>
              <a:rPr lang="en-US" sz="5400" dirty="0"/>
              <a:t>   I die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12938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EEB6-6A31-450E-8A13-FF9E7F1C8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6" y="10048"/>
            <a:ext cx="12171903" cy="6847952"/>
          </a:xfrm>
        </p:spPr>
        <p:txBody>
          <a:bodyPr>
            <a:normAutofit/>
          </a:bodyPr>
          <a:lstStyle/>
          <a:p>
            <a:r>
              <a:rPr lang="en-US" sz="6600" dirty="0"/>
              <a:t>Guided by us , thrice happy pair ,</a:t>
            </a:r>
          </a:p>
          <a:p>
            <a:r>
              <a:rPr lang="en-US" sz="6600" dirty="0"/>
              <a:t>Enter this doorway . Its lite that invites </a:t>
            </a:r>
          </a:p>
          <a:p>
            <a:r>
              <a:rPr lang="en-US" sz="6600" dirty="0"/>
              <a:t>All that is brave , all that is fair</a:t>
            </a:r>
          </a:p>
          <a:p>
            <a:r>
              <a:rPr lang="en-US" sz="6600" dirty="0"/>
              <a:t>Love now </a:t>
            </a:r>
            <a:r>
              <a:rPr lang="en-US" sz="6600" dirty="0">
                <a:hlinkClick r:id="rId2" action="ppaction://hlinksldjump"/>
              </a:rPr>
              <a:t>triumphant</a:t>
            </a:r>
            <a:r>
              <a:rPr lang="en-US" sz="6600" dirty="0"/>
              <a:t> forever unites</a:t>
            </a:r>
          </a:p>
          <a:p>
            <a:endParaRPr lang="en-UG" sz="6600" dirty="0"/>
          </a:p>
        </p:txBody>
      </p:sp>
    </p:spTree>
    <p:extLst>
      <p:ext uri="{BB962C8B-B14F-4D97-AF65-F5344CB8AC3E}">
        <p14:creationId xmlns:p14="http://schemas.microsoft.com/office/powerpoint/2010/main" val="56531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061A1-1122-44D6-B1CA-D0687155B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8" y="-10048"/>
            <a:ext cx="12181952" cy="6868048"/>
          </a:xfrm>
        </p:spPr>
        <p:txBody>
          <a:bodyPr>
            <a:normAutofit/>
          </a:bodyPr>
          <a:lstStyle/>
          <a:p>
            <a:r>
              <a:rPr lang="en-US" sz="5400" dirty="0"/>
              <a:t>Champion of virtue , boldly advance </a:t>
            </a:r>
          </a:p>
          <a:p>
            <a:r>
              <a:rPr lang="en-US" sz="5400" dirty="0"/>
              <a:t>Flower of beauty , gently advance</a:t>
            </a:r>
          </a:p>
          <a:p>
            <a:r>
              <a:rPr lang="en-US" sz="5400" dirty="0"/>
              <a:t>Now the loud mirth of revealing is ended</a:t>
            </a:r>
          </a:p>
          <a:p>
            <a:r>
              <a:rPr lang="en-US" sz="5400" dirty="0"/>
              <a:t>Night bringing peace and bliss has descended </a:t>
            </a:r>
          </a:p>
          <a:p>
            <a:r>
              <a:rPr lang="en-US" sz="5400" dirty="0"/>
              <a:t>Fanned by the breath of happiness rest</a:t>
            </a:r>
          </a:p>
          <a:p>
            <a:r>
              <a:rPr lang="en-US" sz="5400" dirty="0"/>
              <a:t>Closed to the world by love , only </a:t>
            </a:r>
            <a:r>
              <a:rPr lang="en-US" sz="5400" dirty="0">
                <a:hlinkClick r:id="rId3" action="ppaction://hlinksldjump"/>
              </a:rPr>
              <a:t>blessed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1217144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161</Words>
  <Application>Microsoft Office PowerPoint</Application>
  <PresentationFormat>Widescreen</PresentationFormat>
  <Paragraphs>23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HERE COMES THE BRIDE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COMES THE BRIDE</dc:title>
  <dc:creator>HP</dc:creator>
  <cp:lastModifiedBy>HP</cp:lastModifiedBy>
  <cp:revision>9</cp:revision>
  <dcterms:created xsi:type="dcterms:W3CDTF">2024-03-14T17:15:21Z</dcterms:created>
  <dcterms:modified xsi:type="dcterms:W3CDTF">2024-03-14T17:48:20Z</dcterms:modified>
</cp:coreProperties>
</file>