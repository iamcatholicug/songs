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3" r:id="rId5"/>
    <p:sldId id="260" r:id="rId6"/>
    <p:sldId id="264" r:id="rId7"/>
    <p:sldId id="261" r:id="rId8"/>
    <p:sldId id="265" r:id="rId9"/>
    <p:sldId id="262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B628-4C87-4D13-A84B-7AC7DD071FC7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5C39-D7E8-47E3-8F4E-B654E6BB8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05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B628-4C87-4D13-A84B-7AC7DD071FC7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5C39-D7E8-47E3-8F4E-B654E6BB8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945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B628-4C87-4D13-A84B-7AC7DD071FC7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5C39-D7E8-47E3-8F4E-B654E6BB8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52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B628-4C87-4D13-A84B-7AC7DD071FC7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5C39-D7E8-47E3-8F4E-B654E6BB8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945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B628-4C87-4D13-A84B-7AC7DD071FC7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5C39-D7E8-47E3-8F4E-B654E6BB8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455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B628-4C87-4D13-A84B-7AC7DD071FC7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5C39-D7E8-47E3-8F4E-B654E6BB8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53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B628-4C87-4D13-A84B-7AC7DD071FC7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5C39-D7E8-47E3-8F4E-B654E6BB8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3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B628-4C87-4D13-A84B-7AC7DD071FC7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5C39-D7E8-47E3-8F4E-B654E6BB8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53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B628-4C87-4D13-A84B-7AC7DD071FC7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5C39-D7E8-47E3-8F4E-B654E6BB8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94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B628-4C87-4D13-A84B-7AC7DD071FC7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5C39-D7E8-47E3-8F4E-B654E6BB8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603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B628-4C87-4D13-A84B-7AC7DD071FC7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5C39-D7E8-47E3-8F4E-B654E6BB8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3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9B628-4C87-4D13-A84B-7AC7DD071FC7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95C39-D7E8-47E3-8F4E-B654E6BB8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179" y="0"/>
            <a:ext cx="8879473" cy="6858000"/>
          </a:xfrm>
        </p:spPr>
        <p:txBody>
          <a:bodyPr>
            <a:normAutofit/>
          </a:bodyPr>
          <a:lstStyle/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>
                <a:solidFill>
                  <a:srgbClr val="FF0000"/>
                </a:solidFill>
                <a:latin typeface="Arial Black" panose="020B0A04020102020204" pitchFamily="34" charset="0"/>
              </a:rPr>
              <a:t>          COME, LET US SHARE </a:t>
            </a: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Black" panose="020B0A04020102020204" pitchFamily="34" charset="0"/>
              </a:rPr>
              <a:t> </a:t>
            </a:r>
            <a:endParaRPr lang="en-US" sz="4500" b="1" dirty="0" smtClean="0">
              <a:solidFill>
                <a:prstClr val="black">
                  <a:lumMod val="75000"/>
                  <a:lumOff val="25000"/>
                </a:prstClr>
              </a:solidFill>
              <a:latin typeface="Arial Black" panose="020B0A04020102020204" pitchFamily="34" charset="0"/>
            </a:endParaRP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 smtClean="0">
                <a:latin typeface="Arial Black" panose="020B0A04020102020204" pitchFamily="34" charset="0"/>
              </a:rPr>
              <a:t>1</a:t>
            </a:r>
            <a:r>
              <a:rPr lang="en-US" sz="4500" b="1" dirty="0">
                <a:latin typeface="Arial Black" panose="020B0A04020102020204" pitchFamily="34" charset="0"/>
              </a:rPr>
              <a:t>.  Come, let’s share in the banquet of the Lord, </a:t>
            </a: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>
                <a:latin typeface="Arial Black" panose="020B0A04020102020204" pitchFamily="34" charset="0"/>
              </a:rPr>
              <a:t>  In the Blessed Sacrament.  </a:t>
            </a: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>
                <a:latin typeface="Arial Black" panose="020B0A04020102020204" pitchFamily="34" charset="0"/>
              </a:rPr>
              <a:t> Come, let’s share in the supper of the Lord,   </a:t>
            </a: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>
                <a:latin typeface="Arial Black" panose="020B0A04020102020204" pitchFamily="34" charset="0"/>
              </a:rPr>
              <a:t>In the blessed Sacrament. </a:t>
            </a:r>
          </a:p>
          <a:p>
            <a:pPr algn="ctr"/>
            <a:endParaRPr lang="en-US" sz="45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219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66" y="0"/>
            <a:ext cx="8925931" cy="6858000"/>
          </a:xfrm>
        </p:spPr>
        <p:txBody>
          <a:bodyPr>
            <a:normAutofit/>
          </a:bodyPr>
          <a:lstStyle/>
          <a:p>
            <a:pPr marL="0" indent="0" algn="ctr">
              <a:buClr>
                <a:srgbClr val="90C226"/>
              </a:buClr>
              <a:buNone/>
            </a:pPr>
            <a:r>
              <a:rPr lang="en-US" sz="45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Chrs</a:t>
            </a:r>
            <a:r>
              <a:rPr lang="en-US" sz="45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45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 smtClean="0">
                <a:latin typeface="Arial Black" panose="020B0A04020102020204" pitchFamily="34" charset="0"/>
              </a:rPr>
              <a:t>Eat </a:t>
            </a:r>
            <a:r>
              <a:rPr lang="en-US" sz="4500" b="1" dirty="0">
                <a:latin typeface="Arial Black" panose="020B0A04020102020204" pitchFamily="34" charset="0"/>
              </a:rPr>
              <a:t>the bread and drink the wine,   </a:t>
            </a: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>
                <a:latin typeface="Arial Black" panose="020B0A04020102020204" pitchFamily="34" charset="0"/>
              </a:rPr>
              <a:t>  Flesh and blood of the Lord divine.     </a:t>
            </a: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>
                <a:latin typeface="Arial Black" panose="020B0A04020102020204" pitchFamily="34" charset="0"/>
              </a:rPr>
              <a:t>Share his life, it is yours and mine,   </a:t>
            </a: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>
                <a:latin typeface="Arial Black" panose="020B0A04020102020204" pitchFamily="34" charset="0"/>
              </a:rPr>
              <a:t>  For we are one in his design. </a:t>
            </a:r>
          </a:p>
          <a:p>
            <a:pPr algn="ctr"/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237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79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US" sz="5400" dirty="0" smtClean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r>
              <a:rPr lang="en-US" sz="5400" dirty="0" smtClean="0">
                <a:latin typeface="Arial Black" panose="020B0A04020102020204" pitchFamily="34" charset="0"/>
              </a:rPr>
              <a:t>2</a:t>
            </a:r>
            <a:r>
              <a:rPr lang="en-US" sz="5400" dirty="0">
                <a:latin typeface="Arial Black" panose="020B0A04020102020204" pitchFamily="34" charset="0"/>
              </a:rPr>
              <a:t>. Come, let’s share in the passion of the Lord, </a:t>
            </a:r>
            <a:r>
              <a:rPr lang="en-US" sz="5400" i="1" dirty="0">
                <a:latin typeface="Arial Black" panose="020B0A04020102020204" pitchFamily="34" charset="0"/>
                <a:cs typeface="Times New Roman" panose="02020603050405020304" pitchFamily="18" charset="0"/>
              </a:rPr>
              <a:t>In the blessed.... </a:t>
            </a:r>
          </a:p>
          <a:p>
            <a:pPr marL="0" indent="0" algn="ctr">
              <a:buNone/>
            </a:pPr>
            <a:r>
              <a:rPr lang="en-US" sz="5400" dirty="0">
                <a:latin typeface="Arial Black" panose="020B0A04020102020204" pitchFamily="34" charset="0"/>
              </a:rPr>
              <a:t> Come, let’s share the resurrection of the Lord, </a:t>
            </a:r>
            <a:r>
              <a:rPr lang="en-US" sz="5400" i="1" dirty="0">
                <a:latin typeface="Arial Black" panose="020B0A04020102020204" pitchFamily="34" charset="0"/>
                <a:cs typeface="Times New Roman" panose="02020603050405020304" pitchFamily="18" charset="0"/>
              </a:rPr>
              <a:t>In the blessed</a:t>
            </a:r>
          </a:p>
        </p:txBody>
      </p:sp>
    </p:spTree>
    <p:extLst>
      <p:ext uri="{BB962C8B-B14F-4D97-AF65-F5344CB8AC3E}">
        <p14:creationId xmlns:p14="http://schemas.microsoft.com/office/powerpoint/2010/main" val="252633132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66" y="0"/>
            <a:ext cx="8925931" cy="6858000"/>
          </a:xfrm>
        </p:spPr>
        <p:txBody>
          <a:bodyPr>
            <a:normAutofit/>
          </a:bodyPr>
          <a:lstStyle/>
          <a:p>
            <a:pPr marL="0" indent="0" algn="ctr">
              <a:buClr>
                <a:srgbClr val="90C226"/>
              </a:buClr>
              <a:buNone/>
            </a:pPr>
            <a:r>
              <a:rPr lang="en-US" sz="45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Chrs</a:t>
            </a:r>
            <a:r>
              <a:rPr lang="en-US" sz="45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45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 smtClean="0">
                <a:latin typeface="Arial Black" panose="020B0A04020102020204" pitchFamily="34" charset="0"/>
              </a:rPr>
              <a:t>Eat </a:t>
            </a:r>
            <a:r>
              <a:rPr lang="en-US" sz="4500" b="1" dirty="0">
                <a:latin typeface="Arial Black" panose="020B0A04020102020204" pitchFamily="34" charset="0"/>
              </a:rPr>
              <a:t>the bread and drink the wine,   </a:t>
            </a: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>
                <a:latin typeface="Arial Black" panose="020B0A04020102020204" pitchFamily="34" charset="0"/>
              </a:rPr>
              <a:t>  Flesh and blood of the Lord divine.     </a:t>
            </a: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>
                <a:latin typeface="Arial Black" panose="020B0A04020102020204" pitchFamily="34" charset="0"/>
              </a:rPr>
              <a:t>Share his life, it is yours and mine,   </a:t>
            </a: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>
                <a:latin typeface="Arial Black" panose="020B0A04020102020204" pitchFamily="34" charset="0"/>
              </a:rPr>
              <a:t>  For we are one in his design. </a:t>
            </a:r>
          </a:p>
          <a:p>
            <a:pPr algn="ctr"/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736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buClr>
                <a:srgbClr val="90C226"/>
              </a:buClr>
              <a:buNone/>
            </a:pPr>
            <a:endParaRPr lang="en-US" sz="5400" b="1" dirty="0" smtClean="0">
              <a:latin typeface="Arial Black" panose="020B0A04020102020204" pitchFamily="34" charset="0"/>
            </a:endParaRP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5400" b="1" dirty="0" smtClean="0">
                <a:latin typeface="Arial Black" panose="020B0A04020102020204" pitchFamily="34" charset="0"/>
              </a:rPr>
              <a:t>3</a:t>
            </a:r>
            <a:r>
              <a:rPr lang="en-US" sz="5400" b="1" dirty="0">
                <a:latin typeface="Arial Black" panose="020B0A04020102020204" pitchFamily="34" charset="0"/>
              </a:rPr>
              <a:t>. Come, let’s share the ascension of the Lord, </a:t>
            </a:r>
            <a:r>
              <a:rPr lang="en-US" sz="5400" b="1" i="1" dirty="0">
                <a:latin typeface="Arial Black" panose="020B0A04020102020204" pitchFamily="34" charset="0"/>
                <a:cs typeface="Times New Roman" panose="02020603050405020304" pitchFamily="18" charset="0"/>
              </a:rPr>
              <a:t>In the...  </a:t>
            </a: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5400" b="1" dirty="0">
                <a:latin typeface="Arial Black" panose="020B0A04020102020204" pitchFamily="34" charset="0"/>
              </a:rPr>
              <a:t>Come, lets' share our union with the Lord, </a:t>
            </a:r>
            <a:r>
              <a:rPr lang="en-US" sz="5400" b="1" i="1" dirty="0">
                <a:latin typeface="Arial Black" panose="020B0A04020102020204" pitchFamily="34" charset="0"/>
                <a:cs typeface="Times New Roman" panose="02020603050405020304" pitchFamily="18" charset="0"/>
              </a:rPr>
              <a:t>In the.. </a:t>
            </a:r>
          </a:p>
          <a:p>
            <a:pPr algn="ctr"/>
            <a:endParaRPr lang="en-US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4724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66" y="0"/>
            <a:ext cx="8925931" cy="6858000"/>
          </a:xfrm>
        </p:spPr>
        <p:txBody>
          <a:bodyPr>
            <a:normAutofit/>
          </a:bodyPr>
          <a:lstStyle/>
          <a:p>
            <a:pPr marL="0" indent="0" algn="ctr">
              <a:buClr>
                <a:srgbClr val="90C226"/>
              </a:buClr>
              <a:buNone/>
            </a:pPr>
            <a:r>
              <a:rPr lang="en-US" sz="45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Chrs</a:t>
            </a:r>
            <a:r>
              <a:rPr lang="en-US" sz="45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45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 smtClean="0">
                <a:latin typeface="Arial Black" panose="020B0A04020102020204" pitchFamily="34" charset="0"/>
              </a:rPr>
              <a:t>Eat </a:t>
            </a:r>
            <a:r>
              <a:rPr lang="en-US" sz="4500" b="1" dirty="0">
                <a:latin typeface="Arial Black" panose="020B0A04020102020204" pitchFamily="34" charset="0"/>
              </a:rPr>
              <a:t>the bread and drink the wine,   </a:t>
            </a: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>
                <a:latin typeface="Arial Black" panose="020B0A04020102020204" pitchFamily="34" charset="0"/>
              </a:rPr>
              <a:t>  Flesh and blood of the Lord divine.     </a:t>
            </a: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>
                <a:latin typeface="Arial Black" panose="020B0A04020102020204" pitchFamily="34" charset="0"/>
              </a:rPr>
              <a:t>Share his life, it is yours and mine,   </a:t>
            </a: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>
                <a:latin typeface="Arial Black" panose="020B0A04020102020204" pitchFamily="34" charset="0"/>
              </a:rPr>
              <a:t>  For we are one in his design. </a:t>
            </a:r>
          </a:p>
          <a:p>
            <a:pPr algn="ctr"/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129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pPr marL="0" indent="0" algn="ctr">
              <a:buClr>
                <a:srgbClr val="90C226"/>
              </a:buClr>
              <a:buNone/>
            </a:pPr>
            <a:endParaRPr lang="en-US" sz="4800" b="1" dirty="0" smtClean="0">
              <a:latin typeface="Arial Black" panose="020B0A04020102020204" pitchFamily="34" charset="0"/>
            </a:endParaRP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800" b="1" dirty="0" smtClean="0">
                <a:latin typeface="Arial Black" panose="020B0A04020102020204" pitchFamily="34" charset="0"/>
              </a:rPr>
              <a:t>4</a:t>
            </a:r>
            <a:r>
              <a:rPr lang="en-US" sz="4800" b="1" dirty="0">
                <a:latin typeface="Arial Black" panose="020B0A04020102020204" pitchFamily="34" charset="0"/>
              </a:rPr>
              <a:t>. </a:t>
            </a:r>
            <a:r>
              <a:rPr lang="en-US" sz="5400" b="1" dirty="0">
                <a:latin typeface="Arial Black" panose="020B0A04020102020204" pitchFamily="34" charset="0"/>
              </a:rPr>
              <a:t>Come, let’s share in the life of the Lord, </a:t>
            </a:r>
            <a:r>
              <a:rPr lang="en-US" sz="5400" b="1" i="1" dirty="0">
                <a:latin typeface="Arial Black" panose="020B0A04020102020204" pitchFamily="34" charset="0"/>
                <a:cs typeface="Times New Roman" panose="02020603050405020304" pitchFamily="18" charset="0"/>
              </a:rPr>
              <a:t>In the...  </a:t>
            </a: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5400" b="1" dirty="0">
                <a:latin typeface="Arial Black" panose="020B0A04020102020204" pitchFamily="34" charset="0"/>
              </a:rPr>
              <a:t> Come, let’s share in the love of the Lord, </a:t>
            </a:r>
            <a:r>
              <a:rPr lang="en-US" sz="5400" b="1" i="1" dirty="0">
                <a:latin typeface="Arial Black" panose="020B0A04020102020204" pitchFamily="34" charset="0"/>
                <a:cs typeface="Times New Roman" panose="02020603050405020304" pitchFamily="18" charset="0"/>
              </a:rPr>
              <a:t>In the.. </a:t>
            </a:r>
          </a:p>
          <a:p>
            <a:pPr algn="ctr"/>
            <a:endParaRPr lang="en-US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98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66" y="0"/>
            <a:ext cx="8925931" cy="6858000"/>
          </a:xfrm>
        </p:spPr>
        <p:txBody>
          <a:bodyPr>
            <a:normAutofit/>
          </a:bodyPr>
          <a:lstStyle/>
          <a:p>
            <a:pPr marL="0" indent="0" algn="ctr">
              <a:buClr>
                <a:srgbClr val="90C226"/>
              </a:buClr>
              <a:buNone/>
            </a:pPr>
            <a:r>
              <a:rPr lang="en-US" sz="45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Chrs</a:t>
            </a:r>
            <a:r>
              <a:rPr lang="en-US" sz="45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45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 smtClean="0">
                <a:latin typeface="Arial Black" panose="020B0A04020102020204" pitchFamily="34" charset="0"/>
              </a:rPr>
              <a:t>Eat </a:t>
            </a:r>
            <a:r>
              <a:rPr lang="en-US" sz="4500" b="1" dirty="0">
                <a:latin typeface="Arial Black" panose="020B0A04020102020204" pitchFamily="34" charset="0"/>
              </a:rPr>
              <a:t>the bread and drink the wine,   </a:t>
            </a: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>
                <a:latin typeface="Arial Black" panose="020B0A04020102020204" pitchFamily="34" charset="0"/>
              </a:rPr>
              <a:t>  Flesh and blood of the Lord divine.     </a:t>
            </a: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>
                <a:latin typeface="Arial Black" panose="020B0A04020102020204" pitchFamily="34" charset="0"/>
              </a:rPr>
              <a:t>Share his life, it is yours and mine,   </a:t>
            </a: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>
                <a:latin typeface="Arial Black" panose="020B0A04020102020204" pitchFamily="34" charset="0"/>
              </a:rPr>
              <a:t>  For we are one in his design. </a:t>
            </a:r>
          </a:p>
          <a:p>
            <a:pPr algn="ctr"/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496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361" y="0"/>
            <a:ext cx="8932127" cy="6858000"/>
          </a:xfrm>
        </p:spPr>
        <p:txBody>
          <a:bodyPr>
            <a:noAutofit/>
          </a:bodyPr>
          <a:lstStyle/>
          <a:p>
            <a:pPr marL="0" indent="0" algn="ctr">
              <a:buClr>
                <a:srgbClr val="90C226"/>
              </a:buClr>
              <a:buNone/>
            </a:pPr>
            <a:endParaRPr lang="en-US" sz="5400" b="1" dirty="0" smtClean="0">
              <a:latin typeface="Arial Black" panose="020B0A04020102020204" pitchFamily="34" charset="0"/>
            </a:endParaRP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5400" b="1" dirty="0" smtClean="0">
                <a:latin typeface="Arial Black" panose="020B0A04020102020204" pitchFamily="34" charset="0"/>
              </a:rPr>
              <a:t>5</a:t>
            </a:r>
            <a:r>
              <a:rPr lang="en-US" sz="5400" b="1" dirty="0">
                <a:latin typeface="Arial Black" panose="020B0A04020102020204" pitchFamily="34" charset="0"/>
              </a:rPr>
              <a:t>. Come, let’s share in the banquet of the Lord, In the...</a:t>
            </a: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5400" b="1" dirty="0">
                <a:latin typeface="Arial Black" panose="020B0A04020102020204" pitchFamily="34" charset="0"/>
              </a:rPr>
              <a:t>  Come let’s share in the supper of the lord, In the.. </a:t>
            </a:r>
          </a:p>
          <a:p>
            <a:pPr algn="ctr"/>
            <a:endParaRPr lang="en-US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747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66" y="0"/>
            <a:ext cx="8925931" cy="6858000"/>
          </a:xfrm>
        </p:spPr>
        <p:txBody>
          <a:bodyPr>
            <a:normAutofit/>
          </a:bodyPr>
          <a:lstStyle/>
          <a:p>
            <a:pPr marL="0" indent="0" algn="ctr">
              <a:buClr>
                <a:srgbClr val="90C226"/>
              </a:buClr>
              <a:buNone/>
            </a:pPr>
            <a:r>
              <a:rPr lang="en-US" sz="45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Chrs</a:t>
            </a:r>
            <a:r>
              <a:rPr lang="en-US" sz="45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45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 smtClean="0">
                <a:latin typeface="Arial Black" panose="020B0A04020102020204" pitchFamily="34" charset="0"/>
              </a:rPr>
              <a:t>Eat </a:t>
            </a:r>
            <a:r>
              <a:rPr lang="en-US" sz="4500" b="1" dirty="0">
                <a:latin typeface="Arial Black" panose="020B0A04020102020204" pitchFamily="34" charset="0"/>
              </a:rPr>
              <a:t>the bread and drink the wine,   </a:t>
            </a: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>
                <a:latin typeface="Arial Black" panose="020B0A04020102020204" pitchFamily="34" charset="0"/>
              </a:rPr>
              <a:t>  Flesh and blood of the Lord divine.     </a:t>
            </a: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>
                <a:latin typeface="Arial Black" panose="020B0A04020102020204" pitchFamily="34" charset="0"/>
              </a:rPr>
              <a:t>Share his life, it is yours and mine,   </a:t>
            </a:r>
          </a:p>
          <a:p>
            <a:pPr marL="0" indent="0" algn="ctr">
              <a:buClr>
                <a:srgbClr val="90C226"/>
              </a:buClr>
              <a:buNone/>
            </a:pPr>
            <a:r>
              <a:rPr lang="en-US" sz="4500" b="1" dirty="0">
                <a:latin typeface="Arial Black" panose="020B0A04020102020204" pitchFamily="34" charset="0"/>
              </a:rPr>
              <a:t>  For we are one in his design. </a:t>
            </a:r>
          </a:p>
          <a:p>
            <a:pPr algn="ctr"/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67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354</Words>
  <Application>Microsoft Office PowerPoint</Application>
  <PresentationFormat>On-screen Show (4:3)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</cp:revision>
  <dcterms:created xsi:type="dcterms:W3CDTF">2021-04-14T12:36:34Z</dcterms:created>
  <dcterms:modified xsi:type="dcterms:W3CDTF">2023-02-08T07:18:10Z</dcterms:modified>
</cp:coreProperties>
</file>