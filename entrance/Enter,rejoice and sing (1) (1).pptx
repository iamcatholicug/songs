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3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571E7-4D2B-463C-BD72-7B308DB69D87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FB592-FFF6-4F69-AA88-04255888F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03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571E7-4D2B-463C-BD72-7B308DB69D87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FB592-FFF6-4F69-AA88-04255888F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280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571E7-4D2B-463C-BD72-7B308DB69D87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FB592-FFF6-4F69-AA88-04255888F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40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571E7-4D2B-463C-BD72-7B308DB69D87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FB592-FFF6-4F69-AA88-04255888F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878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571E7-4D2B-463C-BD72-7B308DB69D87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FB592-FFF6-4F69-AA88-04255888F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476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571E7-4D2B-463C-BD72-7B308DB69D87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FB592-FFF6-4F69-AA88-04255888F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192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571E7-4D2B-463C-BD72-7B308DB69D87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FB592-FFF6-4F69-AA88-04255888F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941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571E7-4D2B-463C-BD72-7B308DB69D87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FB592-FFF6-4F69-AA88-04255888F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978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571E7-4D2B-463C-BD72-7B308DB69D87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FB592-FFF6-4F69-AA88-04255888F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50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571E7-4D2B-463C-BD72-7B308DB69D87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FB592-FFF6-4F69-AA88-04255888F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39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571E7-4D2B-463C-BD72-7B308DB69D87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FB592-FFF6-4F69-AA88-04255888F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36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2000">
              <a:srgbClr val="4671BE"/>
            </a:gs>
            <a:gs pos="36000">
              <a:srgbClr val="426CB6"/>
            </a:gs>
            <a:gs pos="24000">
              <a:srgbClr val="3A61A6"/>
            </a:gs>
            <a:gs pos="0">
              <a:srgbClr val="FF0000"/>
            </a:gs>
            <a:gs pos="48000">
              <a:schemeClr val="accent5">
                <a:lumMod val="97000"/>
                <a:lumOff val="3000"/>
              </a:schemeClr>
            </a:gs>
            <a:gs pos="100000">
              <a:srgbClr val="FF0000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571E7-4D2B-463C-BD72-7B308DB69D87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FB592-FFF6-4F69-AA88-04255888F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890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436799"/>
            <a:ext cx="9144000" cy="3535251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Chrs</a:t>
            </a:r>
            <a:r>
              <a:rPr lang="en-US" sz="3600" dirty="0">
                <a:solidFill>
                  <a:srgbClr val="FF0000"/>
                </a:solidFill>
                <a:latin typeface="Arial Black" panose="020B0A04020102020204" pitchFamily="34" charset="0"/>
              </a:rPr>
              <a:t>:</a:t>
            </a:r>
            <a:br>
              <a:rPr lang="en-US" sz="36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3600" dirty="0">
                <a:solidFill>
                  <a:srgbClr val="002060"/>
                </a:solidFill>
                <a:latin typeface="Arial Black" panose="020B0A04020102020204" pitchFamily="34" charset="0"/>
              </a:rPr>
              <a:t>Enter, rejoice and sing,</a:t>
            </a:r>
            <a:br>
              <a:rPr lang="en-US" sz="36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3600" dirty="0">
                <a:solidFill>
                  <a:srgbClr val="002060"/>
                </a:solidFill>
                <a:latin typeface="Arial Black" panose="020B0A04020102020204" pitchFamily="34" charset="0"/>
              </a:rPr>
              <a:t>Enter, rejoice and sing</a:t>
            </a:r>
            <a:br>
              <a:rPr lang="en-US" sz="36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3600" dirty="0">
                <a:solidFill>
                  <a:srgbClr val="002060"/>
                </a:solidFill>
                <a:latin typeface="Arial Black" panose="020B0A04020102020204" pitchFamily="34" charset="0"/>
              </a:rPr>
              <a:t>	Today will be a joyful day</a:t>
            </a:r>
            <a:br>
              <a:rPr lang="en-US" sz="36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3600" dirty="0">
                <a:solidFill>
                  <a:srgbClr val="002060"/>
                </a:solidFill>
                <a:latin typeface="Arial Black" panose="020B0A04020102020204" pitchFamily="34" charset="0"/>
              </a:rPr>
              <a:t>Enter, rejoice </a:t>
            </a:r>
            <a:r>
              <a:rPr lang="en-US" sz="3600" dirty="0">
                <a:solidFill>
                  <a:srgbClr val="002060"/>
                </a:solidFill>
                <a:latin typeface="Arial Black" panose="020B0A04020102020204" pitchFamily="34" charset="0"/>
                <a:hlinkClick r:id="rId2" action="ppaction://hlinksldjump"/>
              </a:rPr>
              <a:t>and</a:t>
            </a:r>
            <a:r>
              <a:rPr lang="en-US" sz="3600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>
                <a:solidFill>
                  <a:srgbClr val="002060"/>
                </a:solidFill>
                <a:latin typeface="Arial Black" panose="020B0A04020102020204" pitchFamily="34" charset="0"/>
                <a:hlinkClick r:id="rId3" action="ppaction://hlinksldjump"/>
              </a:rPr>
              <a:t>sing</a:t>
            </a:r>
            <a:r>
              <a:rPr lang="en-US" sz="3600" dirty="0">
                <a:solidFill>
                  <a:srgbClr val="002060"/>
                </a:solidFill>
                <a:latin typeface="Arial Black" panose="020B0A04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1865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282253"/>
            <a:ext cx="9144000" cy="31393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3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	1.Open your heart to the Lord</a:t>
            </a:r>
          </a:p>
          <a:p>
            <a:pPr algn="ctr">
              <a:lnSpc>
                <a:spcPct val="150000"/>
              </a:lnSpc>
            </a:pPr>
            <a:r>
              <a:rPr lang="en-US" sz="33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    	Open your heart to the Lord</a:t>
            </a:r>
          </a:p>
          <a:p>
            <a:pPr algn="ctr">
              <a:lnSpc>
                <a:spcPct val="150000"/>
              </a:lnSpc>
            </a:pPr>
            <a:r>
              <a:rPr lang="en-US" sz="33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    	Today will be a joyful day</a:t>
            </a:r>
          </a:p>
          <a:p>
            <a:pPr algn="ctr">
              <a:lnSpc>
                <a:spcPct val="150000"/>
              </a:lnSpc>
            </a:pPr>
            <a:r>
              <a:rPr lang="en-US" sz="33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    	Open your heart to the </a:t>
            </a:r>
            <a:r>
              <a:rPr lang="en-US" sz="33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  <a:hlinkClick r:id="rId2" action="ppaction://hlinksldjump"/>
              </a:rPr>
              <a:t>Lord</a:t>
            </a:r>
            <a:r>
              <a:rPr lang="en-US" sz="33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0763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272594"/>
            <a:ext cx="9144000" cy="31393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3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2.Lift up your heart to the Lord</a:t>
            </a:r>
          </a:p>
          <a:p>
            <a:pPr algn="ctr">
              <a:lnSpc>
                <a:spcPct val="150000"/>
              </a:lnSpc>
            </a:pPr>
            <a:r>
              <a:rPr lang="en-US" sz="33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Lift up your heart to the Lord</a:t>
            </a:r>
          </a:p>
          <a:p>
            <a:pPr algn="ctr">
              <a:lnSpc>
                <a:spcPct val="150000"/>
              </a:lnSpc>
            </a:pPr>
            <a:r>
              <a:rPr lang="en-US" sz="33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Today will be a joyful day</a:t>
            </a:r>
          </a:p>
          <a:p>
            <a:pPr algn="ctr">
              <a:lnSpc>
                <a:spcPct val="150000"/>
              </a:lnSpc>
            </a:pPr>
            <a:r>
              <a:rPr lang="en-US" sz="33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 Lift up your heart to the </a:t>
            </a:r>
            <a:r>
              <a:rPr lang="en-US" sz="33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  <a:hlinkClick r:id="rId2" action="ppaction://hlinksldjump"/>
              </a:rPr>
              <a:t>Lord</a:t>
            </a:r>
            <a:r>
              <a:rPr lang="en-US" sz="33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4452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33</Words>
  <Application>Microsoft Office PowerPoint</Application>
  <PresentationFormat>On-screen Show (4:3)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Office Theme</vt:lpstr>
      <vt:lpstr>Chrs: Enter, rejoice and sing, Enter, rejoice and sing  Today will be a joyful day Enter, rejoice and sing.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Enter, rejoice and sing, Enter, rejoice and sing  Today will be a joyful day Enter, rejoice and sing.</dc:title>
  <dc:creator>EVANS</dc:creator>
  <cp:lastModifiedBy>HP</cp:lastModifiedBy>
  <cp:revision>10</cp:revision>
  <dcterms:created xsi:type="dcterms:W3CDTF">2019-10-26T22:55:39Z</dcterms:created>
  <dcterms:modified xsi:type="dcterms:W3CDTF">2024-03-02T18:46:05Z</dcterms:modified>
</cp:coreProperties>
</file>