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9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5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8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1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41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0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33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5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00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5000">
              <a:srgbClr val="FF0000"/>
            </a:gs>
            <a:gs pos="73000">
              <a:srgbClr val="002060"/>
            </a:gs>
            <a:gs pos="86500">
              <a:srgbClr val="00B0F0"/>
            </a:gs>
            <a:gs pos="100000">
              <a:srgbClr val="FFFF00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47568-F273-47C4-81A1-9FA767264F2C}" type="datetimeFigureOut">
              <a:rPr lang="en-US" smtClean="0"/>
              <a:t>26-Oct-19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70378-CF90-4A91-B6EA-092D0493F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9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031" y="682580"/>
            <a:ext cx="11990231" cy="5190186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1.Come </a:t>
            </a:r>
            <a:r>
              <a:rPr lang="en-US" sz="4000" dirty="0">
                <a:latin typeface="Arial Black" panose="020B0A04020102020204" pitchFamily="34" charset="0"/>
              </a:rPr>
              <a:t>and join in the family of God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O </a:t>
            </a:r>
            <a:r>
              <a:rPr lang="en-US" sz="4000" dirty="0">
                <a:latin typeface="Arial Black" panose="020B0A04020102020204" pitchFamily="34" charset="0"/>
              </a:rPr>
              <a:t>come and join in the sisterhood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	</a:t>
            </a:r>
            <a:r>
              <a:rPr lang="en-US" sz="4000" dirty="0" smtClean="0">
                <a:latin typeface="Arial Black" panose="020B0A04020102020204" pitchFamily="34" charset="0"/>
              </a:rPr>
              <a:t>Joined </a:t>
            </a:r>
            <a:r>
              <a:rPr lang="en-US" sz="4000" dirty="0">
                <a:latin typeface="Arial Black" panose="020B0A04020102020204" pitchFamily="34" charset="0"/>
              </a:rPr>
              <a:t>by the blood of our Lord Jesus Christ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Joined </a:t>
            </a:r>
            <a:r>
              <a:rPr lang="en-US" sz="4000" dirty="0">
                <a:latin typeface="Arial Black" panose="020B0A04020102020204" pitchFamily="34" charset="0"/>
              </a:rPr>
              <a:t>by the blood of Jesus Christ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783487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0152" y="528034"/>
            <a:ext cx="12003110" cy="424731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5400" dirty="0" smtClean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O Come ye all</a:t>
            </a:r>
          </a:p>
          <a:p>
            <a:pPr algn="ctr"/>
            <a:r>
              <a:rPr lang="en-US" sz="5400" dirty="0" smtClean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O Come ye always</a:t>
            </a:r>
          </a:p>
          <a:p>
            <a:pPr algn="ctr"/>
            <a:r>
              <a:rPr lang="en-US" sz="5400" dirty="0" smtClean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And share the life of Christ x2</a:t>
            </a:r>
          </a:p>
          <a:p>
            <a:pPr algn="ctr"/>
            <a:endParaRPr lang="en-US" sz="5400" dirty="0">
              <a:latin typeface="Arial Black" panose="020B0A04020102020204" pitchFamily="34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  <a:p>
            <a:pPr algn="ctr"/>
            <a:endParaRPr lang="en-US" sz="5400" dirty="0">
              <a:effectLst/>
              <a:latin typeface="Arial Black" panose="020B0A04020102020204" pitchFamily="34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77877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031" y="927279"/>
            <a:ext cx="11990231" cy="461664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 smtClean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2.Blessed by the presence of God today x2</a:t>
            </a:r>
          </a:p>
          <a:p>
            <a:pPr algn="ctr">
              <a:lnSpc>
                <a:spcPct val="150000"/>
              </a:lnSpc>
            </a:pPr>
            <a:r>
              <a:rPr lang="en-US" sz="3600" dirty="0" smtClean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Washed and cleansed in your blood oh Lord</a:t>
            </a:r>
          </a:p>
          <a:p>
            <a:pPr algn="ctr">
              <a:lnSpc>
                <a:spcPct val="150000"/>
              </a:lnSpc>
            </a:pPr>
            <a:r>
              <a:rPr lang="en-US" sz="3600" dirty="0" smtClean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O lets unite</a:t>
            </a:r>
          </a:p>
          <a:p>
            <a:pPr algn="ctr">
              <a:lnSpc>
                <a:spcPct val="150000"/>
              </a:lnSpc>
            </a:pPr>
            <a:r>
              <a:rPr lang="en-US" sz="3600" dirty="0" smtClean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O lets be one</a:t>
            </a:r>
          </a:p>
          <a:p>
            <a:pPr algn="ctr">
              <a:lnSpc>
                <a:spcPct val="150000"/>
              </a:lnSpc>
            </a:pPr>
            <a:r>
              <a:rPr lang="en-US" sz="3600" dirty="0" smtClean="0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And share the life of  Christ.</a:t>
            </a:r>
          </a:p>
          <a:p>
            <a:pPr algn="ctr">
              <a:lnSpc>
                <a:spcPct val="150000"/>
              </a:lnSpc>
            </a:pPr>
            <a:r>
              <a:rPr lang="en-US" sz="1400" dirty="0" smtClean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END</a:t>
            </a:r>
            <a:endParaRPr lang="en-US" sz="1400" dirty="0">
              <a:solidFill>
                <a:srgbClr val="FF0000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184728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Angsana New</vt:lpstr>
      <vt:lpstr>Arial</vt:lpstr>
      <vt:lpstr>Arial Black</vt:lpstr>
      <vt:lpstr>Calibri</vt:lpstr>
      <vt:lpstr>Calibri Light</vt:lpstr>
      <vt:lpstr>Times New Roman</vt:lpstr>
      <vt:lpstr>Office Theme</vt:lpstr>
      <vt:lpstr>1.Come and join in the family of God O come and join in the sisterhood  Joined by the blood of our Lord Jesus Christ Joined by the blood of Jesus Christ  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1.Come and join in the family of God O come and join in the sisterhood  Joined by the blood of our Lord Jesus Christ Joined by the blood of Jesus Christ  </dc:title>
  <dc:creator>EVANS</dc:creator>
  <cp:lastModifiedBy>EVANS</cp:lastModifiedBy>
  <cp:revision>5</cp:revision>
  <dcterms:created xsi:type="dcterms:W3CDTF">2019-10-26T23:05:41Z</dcterms:created>
  <dcterms:modified xsi:type="dcterms:W3CDTF">2019-10-26T23:08:07Z</dcterms:modified>
</cp:coreProperties>
</file>