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2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0590-ACA6-43D8-89F2-7572845F5FE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40E2-5A21-4CD3-A4AF-D332FDF9B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05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0590-ACA6-43D8-89F2-7572845F5FE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40E2-5A21-4CD3-A4AF-D332FDF9B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9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0590-ACA6-43D8-89F2-7572845F5FE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40E2-5A21-4CD3-A4AF-D332FDF9B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0590-ACA6-43D8-89F2-7572845F5FE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40E2-5A21-4CD3-A4AF-D332FDF9B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17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0590-ACA6-43D8-89F2-7572845F5FE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40E2-5A21-4CD3-A4AF-D332FDF9B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18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0590-ACA6-43D8-89F2-7572845F5FE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40E2-5A21-4CD3-A4AF-D332FDF9B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088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0590-ACA6-43D8-89F2-7572845F5FE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40E2-5A21-4CD3-A4AF-D332FDF9B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0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0590-ACA6-43D8-89F2-7572845F5FE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40E2-5A21-4CD3-A4AF-D332FDF9B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6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0590-ACA6-43D8-89F2-7572845F5FE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40E2-5A21-4CD3-A4AF-D332FDF9B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8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0590-ACA6-43D8-89F2-7572845F5FE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40E2-5A21-4CD3-A4AF-D332FDF9B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38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0590-ACA6-43D8-89F2-7572845F5FE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40E2-5A21-4CD3-A4AF-D332FDF9B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37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50590-ACA6-43D8-89F2-7572845F5FEF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940E2-5A21-4CD3-A4AF-D332FDF9B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2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>COME TO ME</a:t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latin typeface="Arial Black" panose="020B0A04020102020204" pitchFamily="34" charset="0"/>
              </a:rPr>
              <a:t>1. I am the Lord your God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I go before you now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I stand beside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I’m all around you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Though you feel I’m far away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I’m closer than your breath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I am with you, </a:t>
            </a:r>
            <a:r>
              <a:rPr lang="en-US" dirty="0" smtClean="0">
                <a:latin typeface="Arial Black" panose="020B0A04020102020204" pitchFamily="34" charset="0"/>
              </a:rPr>
              <a:t>wherever you go</a:t>
            </a:r>
            <a:r>
              <a:rPr lang="en-US" dirty="0" smtClean="0">
                <a:latin typeface="Arial Black" panose="020B0A04020102020204" pitchFamily="34" charset="0"/>
              </a:rPr>
              <a:t>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634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Bernard MT Condensed" panose="02050806060905020404" pitchFamily="18" charset="0"/>
              </a:rPr>
              <a:t>CHORUS</a:t>
            </a:r>
            <a:br>
              <a:rPr lang="en-US" dirty="0" smtClean="0">
                <a:solidFill>
                  <a:srgbClr val="FF0000"/>
                </a:solidFill>
                <a:latin typeface="Bernard MT Condensed" panose="02050806060905020404" pitchFamily="18" charset="0"/>
              </a:rPr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latin typeface="Arial Black" panose="020B0A04020102020204" pitchFamily="34" charset="0"/>
              </a:rPr>
              <a:t>Come to me, I’m all you need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Come to me, I’m everything.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829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2. I am the Lord your peace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No evil will conquer you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Steady now your heart and mind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Come into my rest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Oh, let your faith arise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Lift up your weary head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I am with you wherever you go.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193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Bernard MT Condensed" panose="02050806060905020404" pitchFamily="18" charset="0"/>
              </a:rPr>
              <a:t>CHORUS</a:t>
            </a:r>
            <a:br>
              <a:rPr lang="en-US" dirty="0" smtClean="0">
                <a:solidFill>
                  <a:srgbClr val="FF0000"/>
                </a:solidFill>
                <a:latin typeface="Bernard MT Condensed" panose="02050806060905020404" pitchFamily="18" charset="0"/>
              </a:rPr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latin typeface="Arial Black" panose="020B0A04020102020204" pitchFamily="34" charset="0"/>
              </a:rPr>
              <a:t>Come to me, I’m all you need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Come to me, I’m everything.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148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Bernard MT Condensed" panose="02050806060905020404" pitchFamily="18" charset="0"/>
              </a:rPr>
              <a:t>BRIDGE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latin typeface="Arial Black" panose="020B0A04020102020204" pitchFamily="34" charset="0"/>
              </a:rPr>
              <a:t>I am your anchor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In the wind and the waves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I am </a:t>
            </a:r>
            <a:r>
              <a:rPr lang="en-US" dirty="0" smtClean="0">
                <a:latin typeface="Arial Black" panose="020B0A04020102020204" pitchFamily="34" charset="0"/>
              </a:rPr>
              <a:t>your steadfast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So don’t be afraid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Though your heart and flesh ma fail you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I’m your faithful strength</a:t>
            </a:r>
            <a:r>
              <a:rPr lang="en-US" smtClean="0">
                <a:latin typeface="Arial Black" panose="020B0A04020102020204" pitchFamily="34" charset="0"/>
              </a:rPr>
              <a:t/>
            </a:r>
            <a:br>
              <a:rPr lang="en-US" smtClean="0">
                <a:latin typeface="Arial Black" panose="020B0A04020102020204" pitchFamily="34" charset="0"/>
              </a:rPr>
            </a:br>
            <a:r>
              <a:rPr lang="en-US" smtClean="0">
                <a:latin typeface="Arial Black" panose="020B0A04020102020204" pitchFamily="34" charset="0"/>
              </a:rPr>
              <a:t>I am </a:t>
            </a:r>
            <a:r>
              <a:rPr lang="en-US" dirty="0" smtClean="0">
                <a:latin typeface="Arial Black" panose="020B0A04020102020204" pitchFamily="34" charset="0"/>
              </a:rPr>
              <a:t>with you wherever you go.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760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Bernard MT Condensed" panose="02050806060905020404" pitchFamily="18" charset="0"/>
              </a:rPr>
              <a:t>CHORUS</a:t>
            </a:r>
            <a:br>
              <a:rPr lang="en-US" dirty="0" smtClean="0">
                <a:solidFill>
                  <a:srgbClr val="FF0000"/>
                </a:solidFill>
                <a:latin typeface="Bernard MT Condensed" panose="02050806060905020404" pitchFamily="18" charset="0"/>
              </a:rPr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latin typeface="Arial Black" panose="020B0A04020102020204" pitchFamily="34" charset="0"/>
              </a:rPr>
              <a:t>Come to me, I’m all you need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Come to me, I’m everything.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0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15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Algerian</vt:lpstr>
      <vt:lpstr>Arial</vt:lpstr>
      <vt:lpstr>Arial Black</vt:lpstr>
      <vt:lpstr>Bernard MT Condensed</vt:lpstr>
      <vt:lpstr>Calibri</vt:lpstr>
      <vt:lpstr>Calibri Light</vt:lpstr>
      <vt:lpstr>Office Theme</vt:lpstr>
      <vt:lpstr>COME TO ME  1. I am the Lord your God I go before you now I stand beside I’m all around you Though you feel I’m far away I’m closer than your breath  I am with you, wherever you go.</vt:lpstr>
      <vt:lpstr>CHORUS  Come to me, I’m all you need Come to me, I’m everything.</vt:lpstr>
      <vt:lpstr>2. I am the Lord your peace No evil will conquer you Steady now your heart and mind Come into my rest Oh, let your faith arise  Lift up your weary head I am with you wherever you go.</vt:lpstr>
      <vt:lpstr>CHORUS  Come to me, I’m all you need Come to me, I’m everything.</vt:lpstr>
      <vt:lpstr>BRIDGE  I am your anchor In the wind and the waves I am your steadfast So don’t be afraid Though your heart and flesh ma fail you I’m your faithful strength I am with you wherever you go.</vt:lpstr>
      <vt:lpstr>CHORUS  Come to me, I’m all you need Come to me, I’m everything.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 TO ME  1. I am the Lord your God I go before you now I stand beside I’m all around you Though you feel I’m far away I’m closer than your breath  I am with you, more than you know.</dc:title>
  <dc:creator>Admin</dc:creator>
  <cp:lastModifiedBy>Admin</cp:lastModifiedBy>
  <cp:revision>7</cp:revision>
  <dcterms:created xsi:type="dcterms:W3CDTF">2023-03-03T06:55:16Z</dcterms:created>
  <dcterms:modified xsi:type="dcterms:W3CDTF">2023-03-04T07:40:44Z</dcterms:modified>
</cp:coreProperties>
</file>