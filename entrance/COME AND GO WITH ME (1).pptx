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12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2C58946-60C8-43E0-89A4-6D1E6CB44FB3}" type="datetimeFigureOut">
              <a:rPr lang="en-US" smtClean="0"/>
              <a:t>8/14/2022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360551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C58946-60C8-43E0-89A4-6D1E6CB44FB3}" type="datetimeFigureOut">
              <a:rPr lang="en-US" smtClean="0"/>
              <a:t>8/14/2022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1427783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C58946-60C8-43E0-89A4-6D1E6CB44FB3}" type="datetimeFigureOut">
              <a:rPr lang="en-US" smtClean="0"/>
              <a:t>8/14/2022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3858368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2C58946-60C8-43E0-89A4-6D1E6CB44FB3}" type="datetimeFigureOut">
              <a:rPr lang="en-US" smtClean="0"/>
              <a:t>8/14/2022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3798052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2C58946-60C8-43E0-89A4-6D1E6CB44FB3}" type="datetimeFigureOut">
              <a:rPr lang="en-US" smtClean="0"/>
              <a:t>8/14/2022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1211113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2C58946-60C8-43E0-89A4-6D1E6CB44FB3}" type="datetimeFigureOut">
              <a:rPr lang="en-US" smtClean="0"/>
              <a:t>8/14/2022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537252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C58946-60C8-43E0-89A4-6D1E6CB44FB3}" type="datetimeFigureOut">
              <a:rPr lang="en-US" smtClean="0"/>
              <a:t>8/14/2022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4280855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C58946-60C8-43E0-89A4-6D1E6CB44FB3}" type="datetimeFigureOut">
              <a:rPr lang="en-US" smtClean="0"/>
              <a:t>8/14/2022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2631981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C58946-60C8-43E0-89A4-6D1E6CB44FB3}" type="datetimeFigureOut">
              <a:rPr lang="en-US" smtClean="0"/>
              <a:t>8/14/2022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1239604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C58946-60C8-43E0-89A4-6D1E6CB44FB3}" type="datetimeFigureOut">
              <a:rPr lang="en-US" smtClean="0"/>
              <a:t>8/14/2022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3409968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C58946-60C8-43E0-89A4-6D1E6CB44FB3}" type="datetimeFigureOut">
              <a:rPr lang="en-US" smtClean="0"/>
              <a:t>8/14/2022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3958C-A6BD-47AC-876A-61D1B1FE13CE}" type="slidenum">
              <a:rPr lang="en-US" smtClean="0"/>
              <a:t>‹#›</a:t>
            </a:fld>
            <a:endParaRPr lang="en-US"/>
          </a:p>
        </p:txBody>
      </p:sp>
    </p:spTree>
    <p:extLst>
      <p:ext uri="{BB962C8B-B14F-4D97-AF65-F5344CB8AC3E}">
        <p14:creationId xmlns:p14="http://schemas.microsoft.com/office/powerpoint/2010/main" val="1970566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C58946-60C8-43E0-89A4-6D1E6CB44FB3}" type="datetimeFigureOut">
              <a:rPr lang="en-US" smtClean="0"/>
              <a:t>8/14/2022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13958C-A6BD-47AC-876A-61D1B1FE13CE}" type="slidenum">
              <a:rPr lang="en-US" smtClean="0"/>
              <a:t>‹#›</a:t>
            </a:fld>
            <a:endParaRPr lang="en-US"/>
          </a:p>
        </p:txBody>
      </p:sp>
    </p:spTree>
    <p:extLst>
      <p:ext uri="{BB962C8B-B14F-4D97-AF65-F5344CB8AC3E}">
        <p14:creationId xmlns:p14="http://schemas.microsoft.com/office/powerpoint/2010/main" val="3247236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a:bodyPr>
          <a:lstStyle/>
          <a:p>
            <a:pPr algn="ctr"/>
            <a:r>
              <a:rPr lang="en-US" dirty="0" smtClean="0">
                <a:solidFill>
                  <a:srgbClr val="FF0000"/>
                </a:solidFill>
                <a:latin typeface="Arial Black" panose="020B0A04020102020204" pitchFamily="34" charset="0"/>
              </a:rPr>
              <a:t>COME AND GO WITH ME</a:t>
            </a:r>
            <a:r>
              <a:rPr lang="en-US" dirty="0" smtClean="0">
                <a:latin typeface="Arial Black" panose="020B0A04020102020204" pitchFamily="34" charset="0"/>
              </a:rPr>
              <a:t/>
            </a:r>
            <a:br>
              <a:rPr lang="en-US" dirty="0" smtClean="0">
                <a:latin typeface="Arial Black" panose="020B0A04020102020204" pitchFamily="34" charset="0"/>
              </a:rPr>
            </a:br>
            <a:r>
              <a:rPr lang="en-US" dirty="0" smtClean="0">
                <a:latin typeface="Arial Black" panose="020B0A04020102020204" pitchFamily="34" charset="0"/>
              </a:rPr>
              <a:t>Come and go with me into my father’s house</a:t>
            </a:r>
            <a:br>
              <a:rPr lang="en-US" dirty="0" smtClean="0">
                <a:latin typeface="Arial Black" panose="020B0A04020102020204" pitchFamily="34" charset="0"/>
              </a:rPr>
            </a:br>
            <a:r>
              <a:rPr lang="en-US" dirty="0" smtClean="0">
                <a:latin typeface="Arial Black" panose="020B0A04020102020204" pitchFamily="34" charset="0"/>
              </a:rPr>
              <a:t>Into my father’s house X2</a:t>
            </a:r>
            <a:br>
              <a:rPr lang="en-US" dirty="0" smtClean="0">
                <a:latin typeface="Arial Black" panose="020B0A04020102020204" pitchFamily="34" charset="0"/>
              </a:rPr>
            </a:br>
            <a:r>
              <a:rPr lang="en-US" dirty="0" smtClean="0">
                <a:latin typeface="Arial Black" panose="020B0A04020102020204" pitchFamily="34" charset="0"/>
              </a:rPr>
              <a:t>Come and go with me into my father’s house</a:t>
            </a:r>
            <a:br>
              <a:rPr lang="en-US" dirty="0" smtClean="0">
                <a:latin typeface="Arial Black" panose="020B0A04020102020204" pitchFamily="34" charset="0"/>
              </a:rPr>
            </a:br>
            <a:r>
              <a:rPr lang="en-US" dirty="0" smtClean="0">
                <a:latin typeface="Arial Black" panose="020B0A04020102020204" pitchFamily="34" charset="0"/>
              </a:rPr>
              <a:t>There is joy </a:t>
            </a:r>
            <a:r>
              <a:rPr lang="en-US" dirty="0" err="1" smtClean="0">
                <a:latin typeface="Arial Black" panose="020B0A04020102020204" pitchFamily="34" charset="0"/>
              </a:rPr>
              <a:t>joy</a:t>
            </a:r>
            <a:r>
              <a:rPr lang="en-US" dirty="0" smtClean="0">
                <a:latin typeface="Arial Black" panose="020B0A04020102020204" pitchFamily="34" charset="0"/>
              </a:rPr>
              <a:t> </a:t>
            </a:r>
            <a:r>
              <a:rPr lang="en-US" dirty="0" err="1" smtClean="0">
                <a:latin typeface="Arial Black" panose="020B0A04020102020204" pitchFamily="34" charset="0"/>
              </a:rPr>
              <a:t>joy</a:t>
            </a:r>
            <a:r>
              <a:rPr lang="en-US" dirty="0" smtClean="0">
                <a:latin typeface="Arial Black" panose="020B0A04020102020204" pitchFamily="34" charset="0"/>
              </a:rPr>
              <a:t/>
            </a:r>
            <a:br>
              <a:rPr lang="en-US" dirty="0" smtClean="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14293773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a:bodyPr>
          <a:lstStyle/>
          <a:p>
            <a:pPr algn="ctr"/>
            <a:r>
              <a:rPr lang="en-US" dirty="0" smtClean="0">
                <a:latin typeface="Arial Black" panose="020B0A04020102020204" pitchFamily="34" charset="0"/>
              </a:rPr>
              <a:t>Jesus is the way</a:t>
            </a:r>
            <a:br>
              <a:rPr lang="en-US" dirty="0" smtClean="0">
                <a:latin typeface="Arial Black" panose="020B0A04020102020204" pitchFamily="34" charset="0"/>
              </a:rPr>
            </a:br>
            <a:r>
              <a:rPr lang="en-US" dirty="0" smtClean="0">
                <a:latin typeface="Arial Black" panose="020B0A04020102020204" pitchFamily="34" charset="0"/>
              </a:rPr>
              <a:t>Into my father’s house</a:t>
            </a:r>
            <a:br>
              <a:rPr lang="en-US" dirty="0" smtClean="0">
                <a:latin typeface="Arial Black" panose="020B0A04020102020204" pitchFamily="34" charset="0"/>
              </a:rPr>
            </a:br>
            <a:r>
              <a:rPr lang="en-US" dirty="0">
                <a:latin typeface="Arial Black" panose="020B0A04020102020204" pitchFamily="34" charset="0"/>
              </a:rPr>
              <a:t>Into my father’s </a:t>
            </a:r>
            <a:r>
              <a:rPr lang="en-US" dirty="0" smtClean="0">
                <a:latin typeface="Arial Black" panose="020B0A04020102020204" pitchFamily="34" charset="0"/>
              </a:rPr>
              <a:t>house X2…</a:t>
            </a:r>
            <a:r>
              <a:rPr lang="en-US" dirty="0">
                <a:latin typeface="Arial Black" panose="020B0A04020102020204" pitchFamily="34" charset="0"/>
              </a:rPr>
              <a:t/>
            </a:r>
            <a:br>
              <a:rPr lang="en-US" dirty="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20610286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9</Words>
  <Application>Microsoft Office PowerPoint</Application>
  <PresentationFormat>On-screen Show (4:3)</PresentationFormat>
  <Paragraphs>2</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Arial Black</vt:lpstr>
      <vt:lpstr>Calibri</vt:lpstr>
      <vt:lpstr>Calibri Light</vt:lpstr>
      <vt:lpstr>Office Theme</vt:lpstr>
      <vt:lpstr>COME AND GO WITH ME Come and go with me into my father’s house Into my father’s house X2 Come and go with me into my father’s house There is joy joy joy </vt:lpstr>
      <vt:lpstr>Jesus is the way Into my father’s house Into my father’s house X2…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COME AND GO WITH ME Come and go with me into my father’s house Into my father’s house X2 Come and go with me into my father’s house There is joy joy joy </dc:title>
  <dc:creator>Admin</dc:creator>
  <cp:lastModifiedBy>Admin</cp:lastModifiedBy>
  <cp:revision>3</cp:revision>
  <dcterms:created xsi:type="dcterms:W3CDTF">2022-08-14T04:27:06Z</dcterms:created>
  <dcterms:modified xsi:type="dcterms:W3CDTF">2022-08-14T04:29:26Z</dcterms:modified>
</cp:coreProperties>
</file>