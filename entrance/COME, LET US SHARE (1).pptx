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9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6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5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7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3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9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0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9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66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C6C88-2853-4635-9A8B-678DF58616B9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67232-542C-427D-B169-679035E36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5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46" y="1551956"/>
            <a:ext cx="9081655" cy="4061361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en-US" sz="3300" b="1" dirty="0">
                <a:latin typeface="Arial Black" panose="020B0A04020102020204" pitchFamily="34" charset="0"/>
              </a:rPr>
              <a:t> </a:t>
            </a:r>
            <a:r>
              <a:rPr lang="en-US" sz="2400" b="1" dirty="0">
                <a:latin typeface="Arial Black" panose="020B0A04020102020204" pitchFamily="34" charset="0"/>
              </a:rPr>
              <a:t>COME, LET US SHARE </a:t>
            </a:r>
            <a:r>
              <a:rPr lang="en-US" sz="3300" b="1" dirty="0">
                <a:latin typeface="Arial Black" panose="020B0A04020102020204" pitchFamily="34" charset="0"/>
              </a:rPr>
              <a:t/>
            </a:r>
            <a:br>
              <a:rPr lang="en-US" sz="3300" b="1" dirty="0">
                <a:latin typeface="Arial Black" panose="020B0A04020102020204" pitchFamily="34" charset="0"/>
              </a:rPr>
            </a:br>
            <a:r>
              <a:rPr lang="en-US" sz="3300" b="1" dirty="0">
                <a:latin typeface="Arial Black" panose="020B0A04020102020204" pitchFamily="34" charset="0"/>
              </a:rPr>
              <a:t> 1.  Come, let’s share in the banquet of the Lord, </a:t>
            </a:r>
            <a:br>
              <a:rPr lang="en-US" sz="3300" b="1" dirty="0">
                <a:latin typeface="Arial Black" panose="020B0A04020102020204" pitchFamily="34" charset="0"/>
              </a:rPr>
            </a:br>
            <a:r>
              <a:rPr lang="en-US" sz="3300" b="1" dirty="0">
                <a:latin typeface="Arial Black" panose="020B0A04020102020204" pitchFamily="34" charset="0"/>
              </a:rPr>
              <a:t>  In the Blessed Sacrament.  </a:t>
            </a:r>
            <a:br>
              <a:rPr lang="en-US" sz="3300" b="1" dirty="0">
                <a:latin typeface="Arial Black" panose="020B0A04020102020204" pitchFamily="34" charset="0"/>
              </a:rPr>
            </a:br>
            <a:r>
              <a:rPr lang="en-US" sz="3300" b="1" dirty="0">
                <a:latin typeface="Arial Black" panose="020B0A04020102020204" pitchFamily="34" charset="0"/>
              </a:rPr>
              <a:t> Come, let’s share in the supper of the Lord,   </a:t>
            </a:r>
            <a:br>
              <a:rPr lang="en-US" sz="3300" b="1" dirty="0">
                <a:latin typeface="Arial Black" panose="020B0A04020102020204" pitchFamily="34" charset="0"/>
              </a:rPr>
            </a:br>
            <a:r>
              <a:rPr lang="en-US" sz="3300" b="1" dirty="0">
                <a:latin typeface="Arial Black" panose="020B0A04020102020204" pitchFamily="34" charset="0"/>
              </a:rPr>
              <a:t>In the blessed Sacrament. </a:t>
            </a:r>
            <a:br>
              <a:rPr lang="en-US" sz="3300" b="1" dirty="0">
                <a:latin typeface="Arial Black" panose="020B0A04020102020204" pitchFamily="34" charset="0"/>
              </a:rPr>
            </a:br>
            <a:endParaRPr lang="en-US" sz="33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68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53" y="1311482"/>
            <a:ext cx="9004465" cy="39703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600" b="1" i="1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3600" b="1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latin typeface="Arial Black" panose="020B0A04020102020204" pitchFamily="34" charset="0"/>
              </a:rPr>
              <a:t>Eat the bread and drink the wine,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latin typeface="Arial Black" panose="020B0A04020102020204" pitchFamily="34" charset="0"/>
              </a:rPr>
              <a:t>  Flesh and blood of the Lord divine.  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latin typeface="Arial Black" panose="020B0A04020102020204" pitchFamily="34" charset="0"/>
              </a:rPr>
              <a:t>Share his life, it is yours and mine,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711" y="1543051"/>
            <a:ext cx="8862646" cy="341632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2.Come, let’s share in the passion of the Lord,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 the blessed....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Come, let’s share the resurrection of the Lord,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 the blessed….</a:t>
            </a:r>
          </a:p>
        </p:txBody>
      </p:sp>
    </p:spTree>
    <p:extLst>
      <p:ext uri="{BB962C8B-B14F-4D97-AF65-F5344CB8AC3E}">
        <p14:creationId xmlns:p14="http://schemas.microsoft.com/office/powerpoint/2010/main" val="142809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957" y="1458644"/>
            <a:ext cx="8968154" cy="39703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600" b="1" i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3600" b="1" i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Eat the bread and drink the wine,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Flesh and blood of the Lord divine.  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Share his life, it is yours and mine,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4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406" y="1321483"/>
            <a:ext cx="8978705" cy="364715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3. Come, let’s share the ascension of the Lord, </a:t>
            </a:r>
          </a:p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 the..............  </a:t>
            </a:r>
          </a:p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Come, lets' share our union with the Lord, </a:t>
            </a:r>
          </a:p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 the…………….</a:t>
            </a:r>
          </a:p>
          <a:p>
            <a:pPr algn="ctr"/>
            <a:endParaRPr lang="en-US" sz="33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63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55" y="1437542"/>
            <a:ext cx="8989256" cy="39703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600" b="1" i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3600" b="1" i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Eat the bread and drink the wine,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Flesh and blood of the Lord divine.  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Share his life, it is yours and mine,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45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56" y="1363687"/>
            <a:ext cx="8978705" cy="39703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4. Come, let’s share in the life of the Lord,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 the...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Come, let’s share in the love of the Lord,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 the.. </a:t>
            </a:r>
          </a:p>
          <a:p>
            <a:pPr algn="ctr"/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81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406" y="1184324"/>
            <a:ext cx="8968154" cy="39703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600" b="1" i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3600" b="1" i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Eat the bread and drink the wine,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Flesh and blood of the Lord divine.  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Share his life, it is yours and mine,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44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55" y="1764616"/>
            <a:ext cx="8989256" cy="364715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5. Come, let’s share in the banquet of the Lord, </a:t>
            </a:r>
          </a:p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In the...</a:t>
            </a:r>
          </a:p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 Come let’s share in the supper of the lord, </a:t>
            </a:r>
          </a:p>
          <a:p>
            <a:pPr lvl="0" algn="ctr">
              <a:buClr>
                <a:srgbClr val="90C226"/>
              </a:buClr>
            </a:pPr>
            <a:r>
              <a:rPr lang="en-US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In the.. </a:t>
            </a:r>
          </a:p>
          <a:p>
            <a:pPr algn="ctr"/>
            <a:endParaRPr lang="en-US" sz="33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72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55" y="1669659"/>
            <a:ext cx="8989256" cy="39703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90C226"/>
              </a:buClr>
            </a:pPr>
            <a:r>
              <a:rPr lang="en-US" sz="3600" b="1" i="1" dirty="0" err="1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3600" b="1" i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Eat the bread and drink the wine,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Flesh and blood of the Lord divine.  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Share his life, it is yours and mine,   </a:t>
            </a:r>
          </a:p>
          <a:p>
            <a:pPr lvl="0" algn="ctr">
              <a:buClr>
                <a:srgbClr val="90C226"/>
              </a:buClr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955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317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Office Theme</vt:lpstr>
      <vt:lpstr> COME, LET US SHARE   1.  Come, let’s share in the banquet of the Lord,    In the Blessed Sacrament.    Come, let’s share in the supper of the Lord,    In the blessed Sacrament.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COME, LET US SHARE   1.  Come, let’s share in the banquet of the Lord,    In the Blessed Sacrament.    Come, let’s share in the supper of the Lord,    In the blessed Sacrament.</dc:title>
  <dc:creator>EVANS</dc:creator>
  <cp:lastModifiedBy>Admin</cp:lastModifiedBy>
  <cp:revision>25</cp:revision>
  <dcterms:created xsi:type="dcterms:W3CDTF">2019-11-09T17:04:58Z</dcterms:created>
  <dcterms:modified xsi:type="dcterms:W3CDTF">2022-10-18T19:48:25Z</dcterms:modified>
</cp:coreProperties>
</file>