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user\Desktop\CHOIR\wed\BWASHESHA.pptx#-1,1,Chrs 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We are gathering together unto Him x2</a:t>
            </a:r>
          </a:p>
          <a:p>
            <a:pPr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gathering of the people be</a:t>
            </a:r>
          </a:p>
          <a:p>
            <a:pPr>
              <a:buNone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We are gathering together unto Him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887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offering together unto Himx2 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offering of the people be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offering together unto him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125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singing together unto Him x2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singing of the people be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singing together unto Him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649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praying together unto Him x2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praying of the people be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praying together unto Him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praising together unto Him x2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praising of the people be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praising together unto Him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hlinkClick r:id="rId3" action="ppaction://hlinkpres?slideindex=1&amp;slidetitle=Chrs "/>
              </a:rPr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clapping together unto Him x2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Unto him shall the clapping of the people be</a:t>
            </a:r>
          </a:p>
          <a:p>
            <a:pPr>
              <a:buNone/>
            </a:pP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We are clapping together unto Him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20</TotalTime>
  <Words>137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Georgia</vt:lpstr>
      <vt:lpstr>Trebuchet MS</vt:lpstr>
      <vt:lpstr>Wingdings 2</vt:lpstr>
      <vt:lpstr>Urban</vt:lpstr>
      <vt:lpstr>1</vt:lpstr>
      <vt:lpstr>2</vt:lpstr>
      <vt:lpstr>3</vt:lpstr>
      <vt:lpstr>4</vt:lpstr>
      <vt:lpstr>5</vt:lpstr>
      <vt:lpstr>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OWAMAANI Claret</dc:creator>
  <cp:lastModifiedBy>HP</cp:lastModifiedBy>
  <cp:revision>17</cp:revision>
  <dcterms:created xsi:type="dcterms:W3CDTF">2006-08-16T00:00:00Z</dcterms:created>
  <dcterms:modified xsi:type="dcterms:W3CDTF">2024-06-08T17:22:38Z</dcterms:modified>
</cp:coreProperties>
</file>