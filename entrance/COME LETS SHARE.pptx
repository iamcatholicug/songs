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76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9290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619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095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4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5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962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27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7/24/2024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485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2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88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20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070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685800"/>
            <a:ext cx="7924800" cy="617220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1</a:t>
            </a:r>
          </a:p>
          <a:p>
            <a:pPr algn="l"/>
            <a:r>
              <a:rPr lang="en-US" sz="4000" b="1" dirty="0">
                <a:solidFill>
                  <a:schemeClr val="tx1"/>
                </a:solidFill>
              </a:rPr>
              <a:t>Come lets share in the banquet of the lord, in the blessed sacrament</a:t>
            </a:r>
          </a:p>
          <a:p>
            <a:pPr algn="l"/>
            <a:r>
              <a:rPr lang="en-US" sz="4000" b="1" dirty="0">
                <a:solidFill>
                  <a:schemeClr val="tx1"/>
                </a:solidFill>
              </a:rPr>
              <a:t>Come lets share in the supper of the lord in the blessed </a:t>
            </a:r>
            <a:r>
              <a:rPr lang="en-US" sz="4000" b="1" dirty="0">
                <a:solidFill>
                  <a:schemeClr val="tx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sacrament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Chrs</a:t>
            </a:r>
            <a:r>
              <a:rPr lang="en-US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3600" b="1" dirty="0"/>
              <a:t>Eat the bread and Drink the wine</a:t>
            </a:r>
          </a:p>
          <a:p>
            <a:pPr>
              <a:buNone/>
            </a:pPr>
            <a:r>
              <a:rPr lang="en-US" sz="3600" b="1" dirty="0"/>
              <a:t>       Flesh and blood of the Lord divine</a:t>
            </a:r>
          </a:p>
          <a:p>
            <a:pPr>
              <a:buNone/>
            </a:pPr>
            <a:r>
              <a:rPr lang="en-US" sz="3600" b="1" dirty="0"/>
              <a:t>        Share his life it is yours and mine</a:t>
            </a:r>
          </a:p>
          <a:p>
            <a:pPr>
              <a:buNone/>
            </a:pPr>
            <a:r>
              <a:rPr lang="en-US" sz="3600" b="1" dirty="0"/>
              <a:t>           For we </a:t>
            </a:r>
            <a:r>
              <a:rPr lang="en-US" sz="3600" b="1" dirty="0">
                <a:hlinkClick r:id="rId2" action="ppaction://hlinksldjump"/>
              </a:rPr>
              <a:t>are</a:t>
            </a:r>
            <a:r>
              <a:rPr lang="en-US" sz="3600" b="1" dirty="0"/>
              <a:t> one </a:t>
            </a:r>
            <a:r>
              <a:rPr lang="en-US" sz="3600" b="1" dirty="0">
                <a:hlinkClick r:id="rId3" action="ppaction://hlinksldjump"/>
              </a:rPr>
              <a:t>in</a:t>
            </a:r>
            <a:r>
              <a:rPr lang="en-US" sz="3600" b="1" dirty="0"/>
              <a:t> his </a:t>
            </a:r>
            <a:r>
              <a:rPr lang="en-US" sz="3600" b="1" dirty="0">
                <a:hlinkClick r:id="rId4" action="ppaction://hlinksldjump"/>
              </a:rPr>
              <a:t>design</a:t>
            </a:r>
            <a:endParaRPr lang="en-US" sz="3600" b="1" dirty="0"/>
          </a:p>
        </p:txBody>
      </p:sp>
    </p:spTree>
  </p:cSld>
  <p:clrMapOvr>
    <a:masterClrMapping/>
  </p:clrMapOvr>
  <p:transition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endParaRPr lang="en-US" sz="4800" b="1" dirty="0"/>
          </a:p>
          <a:p>
            <a:pPr>
              <a:buNone/>
            </a:pPr>
            <a:r>
              <a:rPr lang="en-US" sz="4800" b="1" dirty="0"/>
              <a:t>Come lets share in the passion of the Lord………</a:t>
            </a:r>
          </a:p>
          <a:p>
            <a:pPr>
              <a:buNone/>
            </a:pPr>
            <a:r>
              <a:rPr lang="en-US" sz="4800" b="1" dirty="0"/>
              <a:t>Come lets share in the resurrection of the </a:t>
            </a:r>
            <a:r>
              <a:rPr lang="en-US" sz="4800" b="1" dirty="0">
                <a:hlinkClick r:id="rId2" action="ppaction://hlinksldjump"/>
              </a:rPr>
              <a:t>Lord</a:t>
            </a:r>
            <a:r>
              <a:rPr lang="en-US" sz="4800" b="1" dirty="0"/>
              <a:t>……</a:t>
            </a:r>
          </a:p>
          <a:p>
            <a:pPr>
              <a:buNone/>
            </a:pPr>
            <a:endParaRPr lang="en-US" sz="4800" b="1" dirty="0"/>
          </a:p>
        </p:txBody>
      </p:sp>
    </p:spTree>
  </p:cSld>
  <p:clrMapOvr>
    <a:masterClrMapping/>
  </p:clrMapOvr>
  <p:transition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endParaRPr lang="en-US" sz="4400" b="1" dirty="0"/>
          </a:p>
          <a:p>
            <a:pPr>
              <a:buNone/>
            </a:pPr>
            <a:r>
              <a:rPr lang="en-US" sz="4400" b="1" dirty="0"/>
              <a:t>Come lets share in the ascension of the Lord……….</a:t>
            </a:r>
          </a:p>
          <a:p>
            <a:pPr>
              <a:buNone/>
            </a:pPr>
            <a:r>
              <a:rPr lang="en-US" sz="4400" b="1" dirty="0"/>
              <a:t>Come lets share  our union with </a:t>
            </a:r>
            <a:r>
              <a:rPr lang="en-US" sz="4400" b="1" dirty="0">
                <a:hlinkClick r:id="rId2" action="ppaction://hlinksldjump"/>
              </a:rPr>
              <a:t>Lord</a:t>
            </a:r>
            <a:r>
              <a:rPr lang="en-US" sz="4400" b="1" dirty="0"/>
              <a:t>………… </a:t>
            </a:r>
          </a:p>
        </p:txBody>
      </p:sp>
    </p:spTree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endParaRPr lang="en-US" sz="4400" b="1" dirty="0"/>
          </a:p>
          <a:p>
            <a:pPr>
              <a:buNone/>
            </a:pPr>
            <a:r>
              <a:rPr lang="en-US" sz="4400" b="1" dirty="0"/>
              <a:t>Come lets share in the life of the Lord………</a:t>
            </a:r>
          </a:p>
          <a:p>
            <a:pPr>
              <a:buNone/>
            </a:pPr>
            <a:r>
              <a:rPr lang="en-US" sz="4400" b="1" dirty="0"/>
              <a:t>Come lets share in the supper of the </a:t>
            </a:r>
            <a:r>
              <a:rPr lang="en-US" sz="4400" b="1" dirty="0">
                <a:hlinkClick r:id="rId2" action="ppaction://hlinksldjump"/>
              </a:rPr>
              <a:t>Lord</a:t>
            </a:r>
            <a:r>
              <a:rPr lang="en-US" sz="4400" b="1" dirty="0"/>
              <a:t>………</a:t>
            </a:r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34</TotalTime>
  <Words>123</Words>
  <Application>Microsoft Office PowerPoint</Application>
  <PresentationFormat>On-screen Show (4:3)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Calibri Light</vt:lpstr>
      <vt:lpstr>Retrospect</vt:lpstr>
      <vt:lpstr>PowerPoint Presentation</vt:lpstr>
      <vt:lpstr>Chrs:</vt:lpstr>
      <vt:lpstr>2</vt:lpstr>
      <vt:lpstr>3</vt:lpstr>
      <vt:lpstr>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COME LET US SHARE</dc:title>
  <dc:creator>OWAMAANI Claret</dc:creator>
  <cp:lastModifiedBy>HP</cp:lastModifiedBy>
  <cp:revision>19</cp:revision>
  <dcterms:created xsi:type="dcterms:W3CDTF">2006-08-16T00:00:00Z</dcterms:created>
  <dcterms:modified xsi:type="dcterms:W3CDTF">2024-07-24T09:11:05Z</dcterms:modified>
</cp:coreProperties>
</file>