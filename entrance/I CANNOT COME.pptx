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7" autoAdjust="0"/>
    <p:restoredTop sz="94660"/>
  </p:normalViewPr>
  <p:slideViewPr>
    <p:cSldViewPr>
      <p:cViewPr varScale="1">
        <p:scale>
          <a:sx n="72" d="100"/>
          <a:sy n="72" d="100"/>
        </p:scale>
        <p:origin x="1666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366FF-BEE5-4CC9-B9CF-5DDA65266B46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4D1A0-3E0D-44CE-BB2F-D6A4630F48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8AE2405F-DE32-40CA-AE51-D52A3D2E7330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196287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CEAC886D-7454-4A2D-9A2B-E96091C17666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59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89C4A-0E6F-494A-A999-F39A3A77C8C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16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87378-9C48-40E7-B37D-038AEFF3B214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82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F31D-BB49-4148-B825-499CCF892C6B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57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6D81-6F1D-4457-949D-73D3AEBB13B0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59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5D85-9877-47D4-B24E-816D90C9F594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71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ECE04-A26A-4D75-91E8-4BB85EA0893F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01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8AE-B02B-4595-B2EC-66885B73101D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22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676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155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652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375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93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015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B724-DB1C-4565-AADF-49105FA6F733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47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65E5-09D2-4488-A89E-C74A408EC744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9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DC3ED2-9C67-40D6-BCAD-805534B5C01E}" type="datetime1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hyperlink" Target="file:///C:\Users\user\Desktop\CHOIR\SUN\KARIBU.pptx#-1,1,1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r>
              <a:rPr lang="en-US" dirty="0"/>
              <a:t>I CANNOT 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336" y="1745673"/>
            <a:ext cx="8461664" cy="4883727"/>
          </a:xfrm>
        </p:spPr>
        <p:txBody>
          <a:bodyPr>
            <a:normAutofit/>
          </a:bodyPr>
          <a:lstStyle/>
          <a:p>
            <a:r>
              <a:rPr lang="en-US" sz="3200" dirty="0" err="1">
                <a:hlinkClick r:id="rId2" action="ppaction://hlinkpres?slideindex=1&amp;slidetitle=1"/>
              </a:rPr>
              <a:t>Chrs</a:t>
            </a:r>
            <a:r>
              <a:rPr lang="en-US" sz="3200" dirty="0"/>
              <a:t>:</a:t>
            </a:r>
          </a:p>
          <a:p>
            <a:pPr algn="l"/>
            <a:r>
              <a:rPr lang="en-US" sz="3200" dirty="0"/>
              <a:t>I cannot come to the banquet don’t trouble me</a:t>
            </a:r>
          </a:p>
          <a:p>
            <a:pPr algn="l"/>
            <a:r>
              <a:rPr lang="en-US" sz="3200" dirty="0"/>
              <a:t> now</a:t>
            </a:r>
          </a:p>
          <a:p>
            <a:pPr algn="l"/>
            <a:r>
              <a:rPr lang="en-US" sz="3200" dirty="0"/>
              <a:t>I have married a wife I have bought me a cow</a:t>
            </a:r>
          </a:p>
          <a:p>
            <a:pPr algn="l"/>
            <a:r>
              <a:rPr lang="en-US" sz="3200" dirty="0"/>
              <a:t>I have fields and commitment that cost a pretty sum, </a:t>
            </a:r>
          </a:p>
          <a:p>
            <a:pPr algn="l"/>
            <a:r>
              <a:rPr lang="en-US" sz="3200" dirty="0">
                <a:hlinkClick r:id="rId3" action="ppaction://hlinksldjump"/>
              </a:rPr>
              <a:t>Pray</a:t>
            </a:r>
            <a:r>
              <a:rPr lang="en-US" sz="3200" dirty="0"/>
              <a:t> </a:t>
            </a:r>
            <a:r>
              <a:rPr lang="en-US" sz="3200" dirty="0">
                <a:hlinkClick r:id="rId4" action="ppaction://hlinksldjump"/>
              </a:rPr>
              <a:t>hold</a:t>
            </a:r>
            <a:r>
              <a:rPr lang="en-US" sz="3200" dirty="0"/>
              <a:t> me </a:t>
            </a:r>
            <a:r>
              <a:rPr lang="en-US" sz="3200" dirty="0">
                <a:hlinkClick r:id="rId5" action="ppaction://hlinksldjump"/>
              </a:rPr>
              <a:t>excused</a:t>
            </a:r>
            <a:r>
              <a:rPr lang="en-US" sz="3200" dirty="0"/>
              <a:t> I cannot </a:t>
            </a:r>
            <a:r>
              <a:rPr lang="en-US" sz="3200" dirty="0">
                <a:hlinkClick r:id="rId6" action="ppaction://hlinksldjump"/>
              </a:rPr>
              <a:t>come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8686800" cy="57912"/>
          </a:xfrm>
        </p:spPr>
        <p:txBody>
          <a:bodyPr>
            <a:noAutofit/>
          </a:bodyPr>
          <a:lstStyle/>
          <a:p>
            <a:r>
              <a:rPr lang="en-US" sz="5400" dirty="0"/>
              <a:t>                               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04088"/>
            <a:ext cx="9144000" cy="61539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/>
              <a:t>A certain man held a feast on his fine estate in town</a:t>
            </a:r>
          </a:p>
          <a:p>
            <a:pPr>
              <a:buNone/>
            </a:pPr>
            <a:r>
              <a:rPr lang="en-US" sz="4000" dirty="0"/>
              <a:t>He laid a festive table and wore a wedding gown</a:t>
            </a:r>
          </a:p>
          <a:p>
            <a:pPr>
              <a:buNone/>
            </a:pPr>
            <a:r>
              <a:rPr lang="en-US" sz="4000" dirty="0"/>
              <a:t>He sent invitations to his friends far and wide</a:t>
            </a:r>
          </a:p>
          <a:p>
            <a:pPr>
              <a:buNone/>
            </a:pPr>
            <a:r>
              <a:rPr lang="en-US" sz="4000" dirty="0"/>
              <a:t>But when the meal was ready each one of them </a:t>
            </a:r>
            <a:r>
              <a:rPr lang="en-US" sz="4000" dirty="0">
                <a:hlinkClick r:id="rId2" action="ppaction://hlinksldjump"/>
              </a:rPr>
              <a:t>replied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0782" y="955964"/>
            <a:ext cx="9164782" cy="5368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/>
              <a:t>The master rose up in anger, called his</a:t>
            </a:r>
          </a:p>
          <a:p>
            <a:pPr>
              <a:buNone/>
            </a:pPr>
            <a:r>
              <a:rPr lang="en-US" sz="4000" dirty="0"/>
              <a:t>Servants by name said go into the town </a:t>
            </a:r>
          </a:p>
          <a:p>
            <a:pPr>
              <a:buNone/>
            </a:pPr>
            <a:r>
              <a:rPr lang="en-US" sz="4000" dirty="0"/>
              <a:t>Fetch the blind and the lame</a:t>
            </a:r>
          </a:p>
          <a:p>
            <a:pPr>
              <a:buNone/>
            </a:pPr>
            <a:r>
              <a:rPr lang="en-US" sz="4000" dirty="0"/>
              <a:t>Fetch the peasants and pauper, far this I have willed</a:t>
            </a:r>
          </a:p>
          <a:p>
            <a:pPr>
              <a:buNone/>
            </a:pPr>
            <a:r>
              <a:rPr lang="en-US" sz="4000" dirty="0"/>
              <a:t>My banquet must be crowned and my table must be </a:t>
            </a:r>
            <a:r>
              <a:rPr lang="en-US" sz="4000" dirty="0">
                <a:hlinkClick r:id="rId2" action="ppaction://hlinksldjump"/>
              </a:rPr>
              <a:t>filled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1" cy="1066800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0678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/>
              <a:t>When the poor had assembled there was still a room to spare,</a:t>
            </a:r>
          </a:p>
          <a:p>
            <a:pPr>
              <a:buNone/>
            </a:pPr>
            <a:r>
              <a:rPr lang="en-US" sz="4000" dirty="0"/>
              <a:t>So the master demanded go search in the by ways and force them to come it</a:t>
            </a:r>
          </a:p>
          <a:p>
            <a:pPr>
              <a:buNone/>
            </a:pPr>
            <a:r>
              <a:rPr lang="en-US" sz="4000" dirty="0"/>
              <a:t>My table must be filled before the banquet can </a:t>
            </a:r>
            <a:r>
              <a:rPr lang="en-US" sz="4000" dirty="0">
                <a:hlinkClick r:id="rId2" action="ppaction://hlinksldjump"/>
              </a:rPr>
              <a:t>begin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" y="0"/>
            <a:ext cx="8610601" cy="9144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391" y="561109"/>
            <a:ext cx="9154391" cy="62968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400" dirty="0"/>
              <a:t>Now God has written a lesson for the rest of mankind</a:t>
            </a:r>
          </a:p>
          <a:p>
            <a:pPr>
              <a:buNone/>
            </a:pPr>
            <a:r>
              <a:rPr lang="en-US" sz="4400" dirty="0"/>
              <a:t>If  we’re slow in responding he may leave us behind,</a:t>
            </a:r>
          </a:p>
          <a:p>
            <a:pPr>
              <a:buNone/>
            </a:pPr>
            <a:r>
              <a:rPr lang="en-US" sz="4400" dirty="0"/>
              <a:t>He’s preparing a banquet for the great land glorious day</a:t>
            </a:r>
          </a:p>
          <a:p>
            <a:pPr>
              <a:buNone/>
            </a:pPr>
            <a:r>
              <a:rPr lang="en-US" sz="4400" dirty="0"/>
              <a:t>When the lord and master call us before certain not to </a:t>
            </a:r>
            <a:r>
              <a:rPr lang="en-US" sz="4400" dirty="0">
                <a:hlinkClick r:id="rId2" action="ppaction://hlinksldjump"/>
              </a:rPr>
              <a:t>say</a:t>
            </a:r>
            <a:r>
              <a:rPr lang="en-US" sz="44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38</TotalTime>
  <Words>223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Parallax</vt:lpstr>
      <vt:lpstr>I CANNOT COME</vt:lpstr>
      <vt:lpstr>                                1</vt:lpstr>
      <vt:lpstr>                          2</vt:lpstr>
      <vt:lpstr>                           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CANNOT COME</dc:title>
  <dc:creator>OWAMAANI Claret</dc:creator>
  <cp:lastModifiedBy>HP</cp:lastModifiedBy>
  <cp:revision>19</cp:revision>
  <dcterms:created xsi:type="dcterms:W3CDTF">2006-08-16T00:00:00Z</dcterms:created>
  <dcterms:modified xsi:type="dcterms:W3CDTF">2024-07-17T09:33:04Z</dcterms:modified>
</cp:coreProperties>
</file>