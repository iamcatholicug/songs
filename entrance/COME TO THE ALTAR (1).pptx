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D7F5-C250-4A5F-8A20-8B96FDFC6E17}" type="datetimeFigureOut">
              <a:rPr lang="en-US" smtClean="0"/>
              <a:t>6/10/2023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CB85C-0EBB-4280-BCE0-0030F2A09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120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D7F5-C250-4A5F-8A20-8B96FDFC6E17}" type="datetimeFigureOut">
              <a:rPr lang="en-US" smtClean="0"/>
              <a:t>6/10/2023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CB85C-0EBB-4280-BCE0-0030F2A09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85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D7F5-C250-4A5F-8A20-8B96FDFC6E17}" type="datetimeFigureOut">
              <a:rPr lang="en-US" smtClean="0"/>
              <a:t>6/10/2023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CB85C-0EBB-4280-BCE0-0030F2A09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820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D7F5-C250-4A5F-8A20-8B96FDFC6E17}" type="datetimeFigureOut">
              <a:rPr lang="en-US" smtClean="0"/>
              <a:t>6/10/2023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CB85C-0EBB-4280-BCE0-0030F2A09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40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D7F5-C250-4A5F-8A20-8B96FDFC6E17}" type="datetimeFigureOut">
              <a:rPr lang="en-US" smtClean="0"/>
              <a:t>6/10/2023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CB85C-0EBB-4280-BCE0-0030F2A09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51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D7F5-C250-4A5F-8A20-8B96FDFC6E17}" type="datetimeFigureOut">
              <a:rPr lang="en-US" smtClean="0"/>
              <a:t>6/10/2023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CB85C-0EBB-4280-BCE0-0030F2A09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996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D7F5-C250-4A5F-8A20-8B96FDFC6E17}" type="datetimeFigureOut">
              <a:rPr lang="en-US" smtClean="0"/>
              <a:t>6/10/2023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CB85C-0EBB-4280-BCE0-0030F2A09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091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D7F5-C250-4A5F-8A20-8B96FDFC6E17}" type="datetimeFigureOut">
              <a:rPr lang="en-US" smtClean="0"/>
              <a:t>6/10/2023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CB85C-0EBB-4280-BCE0-0030F2A09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67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D7F5-C250-4A5F-8A20-8B96FDFC6E17}" type="datetimeFigureOut">
              <a:rPr lang="en-US" smtClean="0"/>
              <a:t>6/10/2023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CB85C-0EBB-4280-BCE0-0030F2A09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57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D7F5-C250-4A5F-8A20-8B96FDFC6E17}" type="datetimeFigureOut">
              <a:rPr lang="en-US" smtClean="0"/>
              <a:t>6/10/2023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CB85C-0EBB-4280-BCE0-0030F2A09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071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D7F5-C250-4A5F-8A20-8B96FDFC6E17}" type="datetimeFigureOut">
              <a:rPr lang="en-US" smtClean="0"/>
              <a:t>6/10/2023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CB85C-0EBB-4280-BCE0-0030F2A09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74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DED7F5-C250-4A5F-8A20-8B96FDFC6E17}" type="datetimeFigureOut">
              <a:rPr lang="en-US" smtClean="0"/>
              <a:t>6/10/2023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CB85C-0EBB-4280-BCE0-0030F2A09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14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COME TO THE ALTAR</a:t>
            </a:r>
            <a:b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Are you hurting and broken within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Overwhelmed by the weight of your sin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Jesus is calling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111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Leave behind all your sorrows and mistakes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Do you thirst for a drink from the well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Jesus is calling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108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Ooh come to the altar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My father’s arms are open wide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Forgiveness was brought with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The precious blood of Jesus Christ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832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16</Words>
  <Application>Microsoft Office PowerPoint</Application>
  <PresentationFormat>On-screen Show (4:3)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Office Theme</vt:lpstr>
      <vt:lpstr>COME TO THE ALTAR  Are you hurting and broken within Overwhelmed by the weight of your sin Jesus is calling  </vt:lpstr>
      <vt:lpstr>Leave behind all your sorrows and mistakes Do you thirst for a drink from the well Jesus is calling</vt:lpstr>
      <vt:lpstr>Ooh come to the altar My father’s arms are open wide Forgiveness was brought with The precious blood of Jesus Christ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COME TO THE ALTAR  Are you hurting and broken within Overwhelmed by the weight of your sin Jesus is calling  </dc:title>
  <dc:creator>Admin</dc:creator>
  <cp:lastModifiedBy>Admin</cp:lastModifiedBy>
  <cp:revision>2</cp:revision>
  <dcterms:created xsi:type="dcterms:W3CDTF">2023-06-10T06:15:00Z</dcterms:created>
  <dcterms:modified xsi:type="dcterms:W3CDTF">2023-06-10T06:18:53Z</dcterms:modified>
</cp:coreProperties>
</file>