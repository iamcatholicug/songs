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file:///C:\Users\user\Desktop\CHOIR\WED\TUSIIME%20OMURISA%20WANGYE.pptx" TargetMode="Externa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04800"/>
            <a:ext cx="7772400" cy="1470025"/>
          </a:xfrm>
        </p:spPr>
        <p:txBody>
          <a:bodyPr/>
          <a:lstStyle/>
          <a:p>
            <a:r>
              <a:rPr lang="en-US" dirty="0" smtClean="0"/>
              <a:t>COME LET US SHARE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981200"/>
            <a:ext cx="8153400" cy="4343400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tx1"/>
                </a:solidFill>
              </a:rPr>
              <a:t>1</a:t>
            </a:r>
          </a:p>
          <a:p>
            <a:pPr algn="l"/>
            <a:r>
              <a:rPr lang="en-US" sz="4000" dirty="0" smtClean="0">
                <a:solidFill>
                  <a:schemeClr val="tx1"/>
                </a:solidFill>
              </a:rPr>
              <a:t>Come lets share in the banquet of the lord, in the blessed sacrament</a:t>
            </a:r>
          </a:p>
          <a:p>
            <a:pPr algn="l"/>
            <a:r>
              <a:rPr lang="en-US" sz="4000" dirty="0" smtClean="0">
                <a:solidFill>
                  <a:schemeClr val="tx1"/>
                </a:solidFill>
              </a:rPr>
              <a:t>Come lets share in the supper of the lord in the blessed </a:t>
            </a:r>
            <a:r>
              <a:rPr lang="en-US" sz="4000" dirty="0" smtClean="0">
                <a:solidFill>
                  <a:schemeClr val="tx1"/>
                </a:solidFill>
                <a:hlinkClick r:id="rId2" action="ppaction://hlinksldjump"/>
              </a:rPr>
              <a:t>sacrament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3600" b="1" dirty="0" smtClean="0"/>
              <a:t>Eat the bread and Drink the wine</a:t>
            </a:r>
          </a:p>
          <a:p>
            <a:pPr>
              <a:buNone/>
            </a:pPr>
            <a:r>
              <a:rPr lang="en-US" sz="3600" b="1" dirty="0" smtClean="0"/>
              <a:t>       Flesh and blood of the Lord divine</a:t>
            </a:r>
          </a:p>
          <a:p>
            <a:pPr>
              <a:buNone/>
            </a:pPr>
            <a:r>
              <a:rPr lang="en-US" sz="3600" b="1" dirty="0" smtClean="0"/>
              <a:t>        Share his life it is yours and mine</a:t>
            </a:r>
          </a:p>
          <a:p>
            <a:pPr>
              <a:buNone/>
            </a:pPr>
            <a:r>
              <a:rPr lang="en-US" sz="3600" b="1" dirty="0" smtClean="0"/>
              <a:t>           For we </a:t>
            </a:r>
            <a:r>
              <a:rPr lang="en-US" sz="3600" b="1" dirty="0" smtClean="0">
                <a:hlinkClick r:id="rId2" action="ppaction://hlinksldjump"/>
              </a:rPr>
              <a:t>are</a:t>
            </a:r>
            <a:r>
              <a:rPr lang="en-US" sz="3600" b="1" dirty="0" smtClean="0"/>
              <a:t> one </a:t>
            </a:r>
            <a:r>
              <a:rPr lang="en-US" sz="3600" b="1" dirty="0" smtClean="0">
                <a:hlinkClick r:id="rId3" action="ppaction://hlinksldjump"/>
              </a:rPr>
              <a:t>in</a:t>
            </a:r>
            <a:r>
              <a:rPr lang="en-US" sz="3600" b="1" dirty="0" smtClean="0"/>
              <a:t> his </a:t>
            </a:r>
            <a:r>
              <a:rPr lang="en-US" sz="3600" b="1" dirty="0" smtClean="0">
                <a:hlinkClick r:id="rId4" action="ppaction://hlinksldjump"/>
              </a:rPr>
              <a:t>design</a:t>
            </a:r>
            <a:endParaRPr lang="en-US" sz="36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hlinkClick r:id="rId5" action="ppaction://hlinkpres?slideindex=1&amp;slidetitle=Slide 1"/>
              </a:rPr>
              <a:t>Chrs</a:t>
            </a:r>
            <a:r>
              <a:rPr lang="en-US" dirty="0" smtClean="0"/>
              <a:t>:</a:t>
            </a:r>
            <a:endParaRPr lang="en-US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endParaRPr lang="en-US" sz="4800" b="1" dirty="0" smtClean="0"/>
          </a:p>
          <a:p>
            <a:pPr>
              <a:buNone/>
            </a:pPr>
            <a:r>
              <a:rPr lang="en-US" sz="4800" b="1" dirty="0" smtClean="0"/>
              <a:t>Come lets share in the passion of the Lord………</a:t>
            </a:r>
          </a:p>
          <a:p>
            <a:pPr>
              <a:buNone/>
            </a:pPr>
            <a:r>
              <a:rPr lang="en-US" sz="4800" b="1" dirty="0" smtClean="0"/>
              <a:t>Come lets share in the resurrection of the </a:t>
            </a:r>
            <a:r>
              <a:rPr lang="en-US" sz="4800" b="1" dirty="0" smtClean="0">
                <a:hlinkClick r:id="rId2" action="ppaction://hlinksldjump"/>
              </a:rPr>
              <a:t>Lord</a:t>
            </a:r>
            <a:r>
              <a:rPr lang="en-US" sz="4800" b="1" dirty="0" smtClean="0"/>
              <a:t>……</a:t>
            </a:r>
          </a:p>
          <a:p>
            <a:pPr>
              <a:buNone/>
            </a:pPr>
            <a:endParaRPr lang="en-US" sz="4800" b="1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400" b="1" dirty="0" smtClean="0"/>
          </a:p>
          <a:p>
            <a:pPr>
              <a:buNone/>
            </a:pPr>
            <a:r>
              <a:rPr lang="en-US" sz="4400" b="1" dirty="0" smtClean="0"/>
              <a:t>Come lets share in the ascension of the Lord……….</a:t>
            </a:r>
          </a:p>
          <a:p>
            <a:pPr>
              <a:buNone/>
            </a:pPr>
            <a:r>
              <a:rPr lang="en-US" sz="4400" b="1" dirty="0" smtClean="0"/>
              <a:t>Come lets share  our union with </a:t>
            </a:r>
            <a:r>
              <a:rPr lang="en-US" sz="4400" b="1" dirty="0" smtClean="0">
                <a:hlinkClick r:id="rId2" action="ppaction://hlinksldjump"/>
              </a:rPr>
              <a:t>Lord</a:t>
            </a:r>
            <a:r>
              <a:rPr lang="en-US" sz="4400" b="1" dirty="0" smtClean="0"/>
              <a:t>………… </a:t>
            </a:r>
            <a:endParaRPr lang="en-US" sz="44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400" b="1" dirty="0" smtClean="0"/>
          </a:p>
          <a:p>
            <a:pPr>
              <a:buNone/>
            </a:pPr>
            <a:r>
              <a:rPr lang="en-US" sz="4400" b="1" dirty="0" smtClean="0"/>
              <a:t>Come lets share in the life of the Lord………</a:t>
            </a:r>
          </a:p>
          <a:p>
            <a:pPr>
              <a:buNone/>
            </a:pPr>
            <a:r>
              <a:rPr lang="en-US" sz="4400" b="1" dirty="0" smtClean="0"/>
              <a:t>Come lets share in the supper of the </a:t>
            </a:r>
            <a:r>
              <a:rPr lang="en-US" sz="4400" b="1" dirty="0" smtClean="0">
                <a:hlinkClick r:id="rId2" action="ppaction://hlinksldjump"/>
              </a:rPr>
              <a:t>Lord</a:t>
            </a:r>
            <a:r>
              <a:rPr lang="en-US" sz="4400" b="1" dirty="0" smtClean="0"/>
              <a:t>………</a:t>
            </a:r>
            <a:endParaRPr lang="en-US" sz="4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24</TotalTime>
  <Words>127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Concourse</vt:lpstr>
      <vt:lpstr>COME LET US SHARE</vt:lpstr>
      <vt:lpstr>Chrs: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 LET US SHARE</dc:title>
  <dc:creator>OWAMAANI Claret</dc:creator>
  <cp:lastModifiedBy>user</cp:lastModifiedBy>
  <cp:revision>14</cp:revision>
  <dcterms:created xsi:type="dcterms:W3CDTF">2006-08-16T00:00:00Z</dcterms:created>
  <dcterms:modified xsi:type="dcterms:W3CDTF">2022-09-01T21:54:56Z</dcterms:modified>
</cp:coreProperties>
</file>