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762" y="7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85166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09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83536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511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1172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7983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6963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6/9/2024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5189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90646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783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6947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3629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TEACH US YOUR WAYS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066800"/>
            <a:ext cx="8686800" cy="5486400"/>
          </a:xfrm>
        </p:spPr>
        <p:txBody>
          <a:bodyPr>
            <a:normAutofit/>
          </a:bodyPr>
          <a:lstStyle/>
          <a:p>
            <a:r>
              <a:rPr lang="en-US" sz="6000" dirty="0"/>
              <a:t>1</a:t>
            </a:r>
          </a:p>
          <a:p>
            <a:pPr algn="l"/>
            <a:r>
              <a:rPr lang="en-US" sz="6000" dirty="0"/>
              <a:t>Teach Us your ways lord Jesus and lead us to your glory  </a:t>
            </a:r>
            <a:r>
              <a:rPr lang="en-US" sz="6000" dirty="0">
                <a:hlinkClick r:id="rId2" action="ppaction://hlinksldjump"/>
              </a:rPr>
              <a:t>x2</a:t>
            </a:r>
            <a:endParaRPr lang="en-US" sz="6000" dirty="0"/>
          </a:p>
          <a:p>
            <a:pPr algn="l"/>
            <a:endParaRPr lang="en-US" sz="60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400" dirty="0"/>
              <a:t>We sing (alleluia x3)</a:t>
            </a:r>
          </a:p>
          <a:p>
            <a:pPr>
              <a:buNone/>
            </a:pPr>
            <a:r>
              <a:rPr lang="en-US" sz="4400" dirty="0"/>
              <a:t>Singing to the lord – Alleluia we </a:t>
            </a:r>
            <a:r>
              <a:rPr lang="en-US" sz="4400" dirty="0">
                <a:hlinkClick r:id="rId2" action="ppaction://hlinksldjump"/>
              </a:rPr>
              <a:t>sing</a:t>
            </a:r>
            <a:r>
              <a:rPr lang="en-US" sz="4400" dirty="0"/>
              <a:t> </a:t>
            </a:r>
            <a:r>
              <a:rPr lang="en-US" sz="4400" dirty="0">
                <a:hlinkClick r:id="rId2" action="ppaction://hlinksldjump"/>
              </a:rPr>
              <a:t>alleluia</a:t>
            </a:r>
            <a:endParaRPr 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dirty="0"/>
              <a:t>Your word remains forever, and lead us to your glory </a:t>
            </a:r>
            <a:r>
              <a:rPr lang="en-US" sz="5400" dirty="0">
                <a:hlinkClick r:id="rId2" action="ppaction://hlinksldjump"/>
              </a:rPr>
              <a:t>x2</a:t>
            </a:r>
            <a:endParaRPr lang="en-US" sz="54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dirty="0"/>
              <a:t>Give us your word Lord Jesus, and lead us to your glory   </a:t>
            </a:r>
            <a:r>
              <a:rPr lang="en-US" sz="5400" dirty="0">
                <a:hlinkClick r:id="rId2" action="ppaction://hlinksldjump"/>
              </a:rPr>
              <a:t>x2</a:t>
            </a:r>
            <a:endParaRPr lang="en-US" sz="54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</TotalTime>
  <Words>62</Words>
  <Application>Microsoft Office PowerPoint</Application>
  <PresentationFormat>On-screen Show (4:3)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Calibri</vt:lpstr>
      <vt:lpstr>Calibri Light</vt:lpstr>
      <vt:lpstr>Retrospect</vt:lpstr>
      <vt:lpstr>TEACH US YOUR WAYS</vt:lpstr>
      <vt:lpstr>chrs</vt:lpstr>
      <vt:lpstr>2</vt:lpstr>
      <vt:lpstr>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 US YOUR WAYS</dc:title>
  <dc:creator>OWAMAANI Claret</dc:creator>
  <cp:lastModifiedBy>HP</cp:lastModifiedBy>
  <cp:revision>9</cp:revision>
  <dcterms:created xsi:type="dcterms:W3CDTF">2006-08-16T00:00:00Z</dcterms:created>
  <dcterms:modified xsi:type="dcterms:W3CDTF">2024-06-09T05:20:08Z</dcterms:modified>
</cp:coreProperties>
</file>