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64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042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4702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7855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085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25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18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174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7830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8353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106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71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427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533400"/>
            <a:ext cx="7848600" cy="2590800"/>
          </a:xfrm>
        </p:spPr>
        <p:txBody>
          <a:bodyPr>
            <a:normAutofit fontScale="90000"/>
          </a:bodyPr>
          <a:lstStyle/>
          <a:p>
            <a:r>
              <a:rPr lang="en-US" dirty="0"/>
              <a:t>Speak to us dear Jesus for you are our preacher our heart to receive your word x </a:t>
            </a:r>
            <a:r>
              <a:rPr lang="en-US"/>
              <a:t>2 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dirty="0"/>
              <a:t>You are my sheep……</a:t>
            </a:r>
          </a:p>
          <a:p>
            <a:pPr>
              <a:buNone/>
            </a:pPr>
            <a:r>
              <a:rPr lang="en-US" sz="3200" dirty="0"/>
              <a:t>You know me I know you…..</a:t>
            </a:r>
          </a:p>
          <a:p>
            <a:pPr>
              <a:buNone/>
            </a:pPr>
            <a:r>
              <a:rPr lang="en-US" sz="3200" dirty="0"/>
              <a:t>You are slaves no more….</a:t>
            </a:r>
          </a:p>
          <a:p>
            <a:pPr>
              <a:buNone/>
            </a:pPr>
            <a:r>
              <a:rPr lang="en-US" sz="3200" dirty="0"/>
              <a:t>To me you are friends…..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200" dirty="0"/>
              <a:t>My word is of life…</a:t>
            </a:r>
          </a:p>
          <a:p>
            <a:pPr>
              <a:buNone/>
            </a:pPr>
            <a:r>
              <a:rPr lang="en-US" sz="3200" dirty="0"/>
              <a:t>You listen and live in it….</a:t>
            </a:r>
          </a:p>
          <a:p>
            <a:pPr>
              <a:buNone/>
            </a:pPr>
            <a:r>
              <a:rPr lang="en-US" sz="3200" dirty="0"/>
              <a:t>You are slaves no more…..</a:t>
            </a:r>
          </a:p>
          <a:p>
            <a:pPr>
              <a:buNone/>
            </a:pPr>
            <a:r>
              <a:rPr lang="en-US" sz="3200" dirty="0"/>
              <a:t>To me you are friends….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</TotalTime>
  <Words>67</Words>
  <Application>Microsoft Office PowerPoint</Application>
  <PresentationFormat>On-screen Show (4:3)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Gill Sans MT</vt:lpstr>
      <vt:lpstr>Gallery</vt:lpstr>
      <vt:lpstr>Speak to us dear Jesus for you are our preacher our heart to receive your word x 2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Speak to us dear Jesus for you are our preacher our heart to receive your word x 2 </dc:title>
  <dc:creator>student5</dc:creator>
  <cp:lastModifiedBy>HP</cp:lastModifiedBy>
  <cp:revision>8</cp:revision>
  <dcterms:created xsi:type="dcterms:W3CDTF">2006-08-16T00:00:00Z</dcterms:created>
  <dcterms:modified xsi:type="dcterms:W3CDTF">2024-03-27T08:03:56Z</dcterms:modified>
</cp:coreProperties>
</file>