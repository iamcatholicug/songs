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3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16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222F-C88A-4F06-85A7-8402AE9F9AF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BF33-D214-4C76-B02D-E6AB7811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334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222F-C88A-4F06-85A7-8402AE9F9AF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BF33-D214-4C76-B02D-E6AB7811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824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222F-C88A-4F06-85A7-8402AE9F9AF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BF33-D214-4C76-B02D-E6AB7811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826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222F-C88A-4F06-85A7-8402AE9F9AF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BF33-D214-4C76-B02D-E6AB7811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486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222F-C88A-4F06-85A7-8402AE9F9AF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BF33-D214-4C76-B02D-E6AB7811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177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222F-C88A-4F06-85A7-8402AE9F9AF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BF33-D214-4C76-B02D-E6AB7811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192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222F-C88A-4F06-85A7-8402AE9F9AF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BF33-D214-4C76-B02D-E6AB7811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823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222F-C88A-4F06-85A7-8402AE9F9AF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BF33-D214-4C76-B02D-E6AB7811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836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222F-C88A-4F06-85A7-8402AE9F9AF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BF33-D214-4C76-B02D-E6AB7811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655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222F-C88A-4F06-85A7-8402AE9F9AF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BF33-D214-4C76-B02D-E6AB7811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342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222F-C88A-4F06-85A7-8402AE9F9AF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BF33-D214-4C76-B02D-E6AB7811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41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9222F-C88A-4F06-85A7-8402AE9F9AF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5BF33-D214-4C76-B02D-E6AB7811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4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TANGIRIRE EVANGIRI</a:t>
            </a:r>
            <a:br>
              <a:rPr lang="en-US" b="1" dirty="0">
                <a:latin typeface="Arial Black" panose="020B0A04020102020204" pitchFamily="34" charset="0"/>
              </a:rPr>
            </a:b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 err="1">
                <a:latin typeface="Arial Black" panose="020B0A04020102020204" pitchFamily="34" charset="0"/>
              </a:rPr>
              <a:t>Tangirire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evangiri</a:t>
            </a:r>
            <a:r>
              <a:rPr lang="en-US" b="1" dirty="0">
                <a:latin typeface="Arial Black" panose="020B0A04020102020204" pitchFamily="34" charset="0"/>
              </a:rPr>
              <a:t>,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>Alleluia Hosanna 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 err="1">
                <a:latin typeface="Arial Black" panose="020B0A04020102020204" pitchFamily="34" charset="0"/>
              </a:rPr>
              <a:t>Evangiri</a:t>
            </a:r>
            <a:r>
              <a:rPr lang="en-US" b="1" dirty="0">
                <a:latin typeface="Arial Black" panose="020B0A04020102020204" pitchFamily="34" charset="0"/>
              </a:rPr>
              <a:t> ya Mukama 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>
                <a:latin typeface="Arial Black" panose="020B0A04020102020204" pitchFamily="34" charset="0"/>
              </a:rPr>
              <a:t>Alleluia hosanna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7477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Wide Latin" panose="020A0A07050505020404" pitchFamily="18" charset="0"/>
              </a:rPr>
              <a:t>               CHRS:    </a:t>
            </a:r>
            <a:br>
              <a:rPr lang="en-US" sz="1200" b="1" dirty="0">
                <a:solidFill>
                  <a:srgbClr val="FF0000"/>
                </a:solidFill>
                <a:latin typeface="Wide Latin" panose="020A0A07050505020404" pitchFamily="18" charset="0"/>
              </a:rPr>
            </a:br>
            <a:r>
              <a:rPr lang="en-US" sz="1200" b="1" dirty="0">
                <a:solidFill>
                  <a:srgbClr val="FF0000"/>
                </a:solidFill>
                <a:latin typeface="Wide Latin" panose="020A0A07050505020404" pitchFamily="18" charset="0"/>
              </a:rPr>
              <a:t>                 </a:t>
            </a:r>
            <a:r>
              <a:rPr lang="en-US" b="1" dirty="0">
                <a:latin typeface="Arial Black" panose="020B0A04020102020204" pitchFamily="34" charset="0"/>
              </a:rPr>
              <a:t>Alleluia Hosanna x3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>    Mukama Alleluia Hosanna.</a:t>
            </a:r>
            <a:br>
              <a:rPr lang="en-US" b="1" dirty="0">
                <a:latin typeface="Arial Black" panose="020B0A040201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7130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2. Ai Mukama </a:t>
            </a:r>
            <a:r>
              <a:rPr lang="en-US" dirty="0" err="1">
                <a:latin typeface="Arial Black" panose="020B0A04020102020204" pitchFamily="34" charset="0"/>
              </a:rPr>
              <a:t>twara</a:t>
            </a:r>
            <a:r>
              <a:rPr lang="en-US" dirty="0">
                <a:latin typeface="Arial Black" panose="020B0A04020102020204" pitchFamily="34" charset="0"/>
              </a:rPr>
              <a:t>   Alleluia hosanna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Twara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emitima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yaitu</a:t>
            </a:r>
            <a:r>
              <a:rPr lang="en-US" dirty="0">
                <a:latin typeface="Arial Black" panose="020B0A04020102020204" pitchFamily="34" charset="0"/>
              </a:rPr>
              <a:t>…….</a:t>
            </a:r>
            <a:br>
              <a:rPr lang="en-US" dirty="0">
                <a:latin typeface="Arial Black" panose="020B0A04020102020204" pitchFamily="34" charset="0"/>
              </a:rPr>
            </a:b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3. Mukama </a:t>
            </a:r>
            <a:r>
              <a:rPr lang="en-US" dirty="0" err="1">
                <a:latin typeface="Arial Black" panose="020B0A04020102020204" pitchFamily="34" charset="0"/>
              </a:rPr>
              <a:t>yikiriza</a:t>
            </a:r>
            <a:r>
              <a:rPr lang="en-US" dirty="0">
                <a:latin typeface="Arial Black" panose="020B0A04020102020204" pitchFamily="34" charset="0"/>
              </a:rPr>
              <a:t>    Alleluia hosanna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Kutuha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emigisha</a:t>
            </a:r>
            <a:r>
              <a:rPr lang="en-US" dirty="0">
                <a:latin typeface="Arial Black" panose="020B0A04020102020204" pitchFamily="34" charset="0"/>
              </a:rPr>
              <a:t>    Alleluia hosanna</a:t>
            </a:r>
          </a:p>
        </p:txBody>
      </p:sp>
    </p:spTree>
    <p:extLst>
      <p:ext uri="{BB962C8B-B14F-4D97-AF65-F5344CB8AC3E}">
        <p14:creationId xmlns:p14="http://schemas.microsoft.com/office/powerpoint/2010/main" val="203583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Wide Latin" panose="020A0A07050505020404" pitchFamily="18" charset="0"/>
              </a:rPr>
              <a:t>               CHRS:    </a:t>
            </a:r>
            <a:br>
              <a:rPr lang="en-US" sz="1200" b="1" dirty="0">
                <a:solidFill>
                  <a:srgbClr val="FF0000"/>
                </a:solidFill>
                <a:latin typeface="Wide Latin" panose="020A0A07050505020404" pitchFamily="18" charset="0"/>
              </a:rPr>
            </a:br>
            <a:r>
              <a:rPr lang="en-US" sz="1200" b="1" dirty="0">
                <a:solidFill>
                  <a:srgbClr val="FF0000"/>
                </a:solidFill>
                <a:latin typeface="Wide Latin" panose="020A0A07050505020404" pitchFamily="18" charset="0"/>
              </a:rPr>
              <a:t>                 </a:t>
            </a:r>
            <a:r>
              <a:rPr lang="en-US" b="1" dirty="0">
                <a:latin typeface="Arial Black" panose="020B0A04020102020204" pitchFamily="34" charset="0"/>
              </a:rPr>
              <a:t>Alleluia Hosanna x3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>    Mukama Alleluia Hosanna.</a:t>
            </a:r>
            <a:br>
              <a:rPr lang="en-US" b="1" dirty="0">
                <a:latin typeface="Arial Black" panose="020B0A040201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197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4</a:t>
            </a:r>
            <a:r>
              <a:rPr lang="en-US" b="1">
                <a:solidFill>
                  <a:srgbClr val="FF0000"/>
                </a:solidFill>
                <a:latin typeface="Arial Black" panose="020B0A04020102020204" pitchFamily="34" charset="0"/>
              </a:rPr>
              <a:t>.</a:t>
            </a:r>
            <a:r>
              <a:rPr lang="en-US" b="1">
                <a:latin typeface="Arial Black" panose="020B0A04020102020204" pitchFamily="34" charset="0"/>
              </a:rPr>
              <a:t>Gamba </a:t>
            </a:r>
            <a:r>
              <a:rPr lang="en-US" b="1" dirty="0" err="1">
                <a:latin typeface="Arial Black" panose="020B0A04020102020204" pitchFamily="34" charset="0"/>
              </a:rPr>
              <a:t>iwe</a:t>
            </a:r>
            <a:r>
              <a:rPr lang="en-US" b="1" dirty="0">
                <a:latin typeface="Arial Black" panose="020B0A04020102020204" pitchFamily="34" charset="0"/>
              </a:rPr>
              <a:t> Mukama- Alleluia Hosanna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>    </a:t>
            </a:r>
            <a:r>
              <a:rPr lang="en-US" b="1" dirty="0" err="1">
                <a:latin typeface="Arial Black" panose="020B0A04020102020204" pitchFamily="34" charset="0"/>
              </a:rPr>
              <a:t>Omwiru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wawe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mpurire</a:t>
            </a:r>
            <a:r>
              <a:rPr lang="en-US" b="1" dirty="0">
                <a:latin typeface="Arial Black" panose="020B0A04020102020204" pitchFamily="34" charset="0"/>
              </a:rPr>
              <a:t>-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>Alleluia Hosanna</a:t>
            </a:r>
            <a:r>
              <a:rPr lang="en-US" sz="1800" b="1" dirty="0">
                <a:latin typeface="Arial Black" panose="020B0A04020102020204" pitchFamily="34" charset="0"/>
              </a:rPr>
              <a:t>.</a:t>
            </a:r>
            <a:br>
              <a:rPr lang="en-US" sz="1800" b="1" dirty="0">
                <a:latin typeface="Arial Black" panose="020B0A040201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87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89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Wide Latin</vt:lpstr>
      <vt:lpstr>Office Theme</vt:lpstr>
      <vt:lpstr>TANGIRIRE EVANGIRI  Tangirire evangiri, Alleluia Hosanna  Evangiri ya Mukama  Alleluia hosanna</vt:lpstr>
      <vt:lpstr>               CHRS:                      Alleluia Hosanna x3     Mukama Alleluia Hosanna. </vt:lpstr>
      <vt:lpstr>2. Ai Mukama twara   Alleluia hosanna Twara emitima yaitu…….  3. Mukama yikiriza    Alleluia hosanna Kutuha emigisha    Alleluia hosanna</vt:lpstr>
      <vt:lpstr>               CHRS:                      Alleluia Hosanna x3     Mukama Alleluia Hosanna. </vt:lpstr>
      <vt:lpstr>4.Gamba iwe Mukama- Alleluia Hosanna     Omwiru wawe mpurire- Alleluia Hosanna.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TUTANGIRIRE EVANGIRI  Tutangirire evangiri, Alleluia Hosanna  Evangiri ya Mukama  Alleluia hasanna</dc:title>
  <dc:creator>Admin</dc:creator>
  <cp:lastModifiedBy>HP</cp:lastModifiedBy>
  <cp:revision>6</cp:revision>
  <dcterms:created xsi:type="dcterms:W3CDTF">2022-10-19T15:42:31Z</dcterms:created>
  <dcterms:modified xsi:type="dcterms:W3CDTF">2024-06-18T18:35:06Z</dcterms:modified>
</cp:coreProperties>
</file>