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C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8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8C21-141B-4129-B88A-949DA009D19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DA6CB-ED7D-475A-8340-278EB880C6C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DA6CB-ED7D-475A-8340-278EB880C6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7.xml"/><Relationship Id="rId7" Type="http://schemas.openxmlformats.org/officeDocument/2006/relationships/slide" Target="slide3.xml"/><Relationship Id="rId2" Type="http://schemas.openxmlformats.org/officeDocument/2006/relationships/hyperlink" Target="file:///C:\Users\user\Desktop\CHOIR\SUN\BYE%20BINO.pptx#-1,1,Chrs " TargetMode="Externa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5.xml"/><Relationship Id="rId4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1"/>
            <a:ext cx="9144000" cy="6858000"/>
          </a:xfrm>
        </p:spPr>
        <p:txBody>
          <a:bodyPr>
            <a:normAutofit/>
          </a:bodyPr>
          <a:lstStyle/>
          <a:p>
            <a:r>
              <a:rPr lang="en-US" sz="7200" b="1">
                <a:hlinkClick r:id="rId2" action="ppaction://hlinkpres?slideindex=1&amp;slidetitle=Chrs "/>
              </a:rPr>
              <a:t>cc</a:t>
            </a:r>
            <a:br>
              <a:rPr lang="en-US" sz="7200" b="1"/>
            </a:br>
            <a:r>
              <a:rPr lang="en-US" sz="7200" b="1" dirty="0" err="1"/>
              <a:t>Ninyikiriza</a:t>
            </a:r>
            <a:r>
              <a:rPr lang="en-US" sz="7200" b="1" dirty="0"/>
              <a:t> Ruhanga patri m</a:t>
            </a:r>
            <a:r>
              <a:rPr lang="en-US" sz="7200" b="1" dirty="0">
                <a:hlinkClick r:id="rId3" action="ppaction://hlinksldjump"/>
              </a:rPr>
              <a:t>w</a:t>
            </a:r>
            <a:r>
              <a:rPr lang="en-US" sz="7200" b="1" dirty="0"/>
              <a:t>ana</a:t>
            </a:r>
            <a:br>
              <a:rPr lang="en-US" sz="7200" b="1" dirty="0"/>
            </a:br>
            <a:r>
              <a:rPr lang="en-US" sz="7200" b="1" dirty="0">
                <a:hlinkClick r:id="rId4" action="ppaction://hlinksldjump"/>
              </a:rPr>
              <a:t>kandi</a:t>
            </a:r>
            <a:r>
              <a:rPr lang="en-US" sz="7200" b="1" dirty="0"/>
              <a:t> </a:t>
            </a:r>
            <a:r>
              <a:rPr lang="en-US" sz="7200" b="1" dirty="0">
                <a:hlinkClick r:id="rId5" action="ppaction://hlinksldjump"/>
              </a:rPr>
              <a:t>na</a:t>
            </a:r>
            <a:r>
              <a:rPr lang="en-US" sz="7200" b="1" dirty="0"/>
              <a:t> </a:t>
            </a:r>
            <a:r>
              <a:rPr lang="en-US" sz="7200" b="1" dirty="0">
                <a:hlinkClick r:id="rId6" action="ppaction://hlinksldjump"/>
              </a:rPr>
              <a:t>mutiima</a:t>
            </a:r>
            <a:r>
              <a:rPr lang="en-US" sz="7200" b="1" dirty="0"/>
              <a:t> </a:t>
            </a:r>
            <a:r>
              <a:rPr lang="en-US" sz="7200" b="1" dirty="0">
                <a:hlinkClick r:id="rId7" action="ppaction://hlinksldjump"/>
              </a:rPr>
              <a:t>omuhikirire</a:t>
            </a:r>
            <a:r>
              <a:rPr lang="en-US" sz="7200" b="1" dirty="0"/>
              <a:t> </a:t>
            </a:r>
            <a:r>
              <a:rPr lang="en-US" sz="7200" b="1" dirty="0">
                <a:hlinkClick r:id="rId8" action="ppaction://hlinksldjump"/>
              </a:rPr>
              <a:t>x2</a:t>
            </a:r>
            <a:endParaRPr lang="en-US" sz="7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0"/>
            <a:ext cx="8839200" cy="67055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Ebirebeka byona nebitarebeka byoona nomwana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omwe Yesu kristo nawe namwikiriza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omwana omwe wenka kandi owa Ruhanga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owazairwe ishe okwiha kare </a:t>
            </a:r>
            <a:r>
              <a:rPr lang="en-US" b="1" dirty="0">
                <a:solidFill>
                  <a:srgbClr val="FF0000"/>
                </a:solidFill>
                <a:hlinkClick r:id="rId2" action="ppaction://hlinksldjump"/>
              </a:rPr>
              <a:t>koona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80CB8"/>
                </a:solidFill>
              </a:rPr>
              <a:t>2.</a:t>
            </a:r>
            <a:br>
              <a:rPr lang="en-US" b="1" dirty="0">
                <a:solidFill>
                  <a:srgbClr val="080CB8"/>
                </a:solidFill>
              </a:rPr>
            </a:br>
            <a:r>
              <a:rPr lang="en-US" b="1" dirty="0">
                <a:solidFill>
                  <a:srgbClr val="080CB8"/>
                </a:solidFill>
              </a:rPr>
              <a:t>Ruhanga wa Ruhanga kimurinkano kyensi</a:t>
            </a:r>
            <a:br>
              <a:rPr lang="en-US" b="1" dirty="0">
                <a:solidFill>
                  <a:srgbClr val="080CB8"/>
                </a:solidFill>
              </a:rPr>
            </a:br>
            <a:r>
              <a:rPr lang="en-US" b="1" dirty="0">
                <a:solidFill>
                  <a:srgbClr val="080CB8"/>
                </a:solidFill>
              </a:rPr>
              <a:t>Ruhanga buzima wa Ruhanga buzima Nyakuzarwa atahangirwe owentuure  emwe n’ishe</a:t>
            </a:r>
            <a:br>
              <a:rPr lang="en-US" b="1" dirty="0">
                <a:solidFill>
                  <a:srgbClr val="080CB8"/>
                </a:solidFill>
              </a:rPr>
            </a:br>
            <a:r>
              <a:rPr lang="en-US" b="1" dirty="0">
                <a:solidFill>
                  <a:srgbClr val="080CB8"/>
                </a:solidFill>
              </a:rPr>
              <a:t>Owakoreiremu byoona arokore itwe </a:t>
            </a:r>
            <a:r>
              <a:rPr lang="en-US" b="1" dirty="0">
                <a:solidFill>
                  <a:srgbClr val="080CB8"/>
                </a:solidFill>
                <a:hlinkClick r:id="rId2" action="ppaction://hlinksldjump"/>
              </a:rPr>
              <a:t>abantu</a:t>
            </a:r>
            <a:r>
              <a:rPr lang="en-US" b="1" dirty="0">
                <a:solidFill>
                  <a:srgbClr val="080CB8"/>
                </a:solidFill>
              </a:rPr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3.</a:t>
            </a:r>
            <a:br>
              <a:rPr lang="en-US" sz="6000" b="1" dirty="0">
                <a:solidFill>
                  <a:srgbClr val="FF0000"/>
                </a:solidFill>
              </a:rPr>
            </a:br>
            <a:r>
              <a:rPr lang="en-US" sz="6000" b="1" dirty="0">
                <a:solidFill>
                  <a:srgbClr val="FF0000"/>
                </a:solidFill>
              </a:rPr>
              <a:t>Akaruga omwiguru ahabworikwera </a:t>
            </a:r>
            <a:br>
              <a:rPr lang="en-US" sz="6000" b="1" dirty="0">
                <a:solidFill>
                  <a:srgbClr val="FF0000"/>
                </a:solidFill>
              </a:rPr>
            </a:br>
            <a:r>
              <a:rPr lang="en-US" sz="6000" b="1" dirty="0">
                <a:solidFill>
                  <a:srgbClr val="FF0000"/>
                </a:solidFill>
              </a:rPr>
              <a:t>omuri Bikira Maria yahangwa omubiiri gwe</a:t>
            </a:r>
            <a:br>
              <a:rPr lang="en-US" sz="6000" b="1" dirty="0">
                <a:solidFill>
                  <a:srgbClr val="FF0000"/>
                </a:solidFill>
              </a:rPr>
            </a:br>
            <a:r>
              <a:rPr lang="en-US" sz="6000" b="1" dirty="0">
                <a:solidFill>
                  <a:srgbClr val="FF0000"/>
                </a:solidFill>
              </a:rPr>
              <a:t>Akahinduka omuntu yabambwa </a:t>
            </a:r>
            <a:r>
              <a:rPr lang="en-US" sz="6000" b="1" dirty="0">
                <a:solidFill>
                  <a:srgbClr val="FF0000"/>
                </a:solidFill>
                <a:hlinkClick r:id="rId2" action="ppaction://hlinksldjump"/>
              </a:rPr>
              <a:t>ahabweitu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4.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Akafa akziikwa nkoku kyarangiirwe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Aha eizooba rya kashatu yazooka omu abafiire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Akatemba omwiguru ari aha buryo bwa’ishe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Kandi now’okugaruka nekitiinisa </a:t>
            </a:r>
            <a:r>
              <a:rPr lang="en-US" dirty="0">
                <a:solidFill>
                  <a:srgbClr val="FF0000"/>
                </a:solidFill>
                <a:hlinkClick r:id="rId2" action="ppaction://hlinksldjump"/>
              </a:rPr>
              <a:t>kyingi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80CB8"/>
                </a:solidFill>
              </a:rPr>
              <a:t>5.</a:t>
            </a:r>
            <a:br>
              <a:rPr lang="en-US" dirty="0">
                <a:solidFill>
                  <a:srgbClr val="080CB8"/>
                </a:solidFill>
              </a:rPr>
            </a:br>
            <a:r>
              <a:rPr lang="en-US" dirty="0">
                <a:solidFill>
                  <a:srgbClr val="080CB8"/>
                </a:solidFill>
              </a:rPr>
              <a:t>Mutiima muhikirire mukama wamagara</a:t>
            </a:r>
            <a:br>
              <a:rPr lang="en-US" dirty="0">
                <a:solidFill>
                  <a:srgbClr val="080CB8"/>
                </a:solidFill>
              </a:rPr>
            </a:br>
            <a:r>
              <a:rPr lang="en-US" dirty="0">
                <a:solidFill>
                  <a:srgbClr val="080CB8"/>
                </a:solidFill>
              </a:rPr>
              <a:t>Patri na mwana nyowe nimwikiriza</a:t>
            </a:r>
            <a:br>
              <a:rPr lang="en-US" dirty="0">
                <a:solidFill>
                  <a:srgbClr val="080CB8"/>
                </a:solidFill>
              </a:rPr>
            </a:br>
            <a:r>
              <a:rPr lang="en-US" dirty="0">
                <a:solidFill>
                  <a:srgbClr val="080CB8"/>
                </a:solidFill>
              </a:rPr>
              <a:t>Oramibwa akahimbisibwa patri na mwana</a:t>
            </a:r>
            <a:br>
              <a:rPr lang="en-US" dirty="0">
                <a:solidFill>
                  <a:srgbClr val="080CB8"/>
                </a:solidFill>
              </a:rPr>
            </a:br>
            <a:r>
              <a:rPr lang="en-US" dirty="0">
                <a:solidFill>
                  <a:srgbClr val="080CB8"/>
                </a:solidFill>
              </a:rPr>
              <a:t>Owagambeise abarangi nyowe </a:t>
            </a:r>
            <a:r>
              <a:rPr lang="en-US" dirty="0">
                <a:solidFill>
                  <a:srgbClr val="080CB8"/>
                </a:solidFill>
                <a:hlinkClick r:id="rId3" action="ppaction://hlinksldjump"/>
              </a:rPr>
              <a:t>nimwikiriza</a:t>
            </a:r>
            <a:endParaRPr lang="en-US" dirty="0">
              <a:solidFill>
                <a:srgbClr val="080CB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6.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Ekelezia emwe erikwera katolika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Eyatandikirwe entumwa nayo ninyikiriza 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Ninyatura batisimu yokusaasira ebibi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kandi ntegyereize nokuzooka kwabafiire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Hamwe n’amagara kandi na magara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Gobusingye bwona oburiija. </a:t>
            </a:r>
            <a:r>
              <a:rPr lang="en-US" b="1" dirty="0">
                <a:solidFill>
                  <a:srgbClr val="00B050"/>
                </a:solidFill>
                <a:hlinkClick r:id="rId2" action="ppaction://hlinksldjump"/>
              </a:rPr>
              <a:t>Amina</a:t>
            </a:r>
            <a:endParaRPr 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</Words>
  <Application>Microsoft Office PowerPoint</Application>
  <PresentationFormat>On-screen Show (4:3)</PresentationFormat>
  <Paragraphs>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cc Ninyikiriza Ruhanga patri mwana kandi na mutiima omuhikirire x2</vt:lpstr>
      <vt:lpstr>1. Ebirebeka byona nebitarebeka byoona nomwana  omwe Yesu kristo nawe namwikiriza omwana omwe wenka kandi owa Ruhanga owazairwe ishe okwiha kare koona</vt:lpstr>
      <vt:lpstr>2. Ruhanga wa Ruhanga kimurinkano kyensi Ruhanga buzima wa Ruhanga buzima Nyakuzarwa atahangirwe owentuure  emwe n’ishe Owakoreiremu byoona arokore itwe abantu  </vt:lpstr>
      <vt:lpstr>3. Akaruga omwiguru ahabworikwera  omuri Bikira Maria yahangwa omubiiri gwe Akahinduka omuntu yabambwa ahabweitu</vt:lpstr>
      <vt:lpstr>4. Akafa akziikwa nkoku kyarangiirwe Aha eizooba rya kashatu yazooka omu abafiire  Akatemba omwiguru ari aha buryo bwa’ishe  Kandi now’okugaruka nekitiinisa kyingi</vt:lpstr>
      <vt:lpstr>5. Mutiima muhikirire mukama wamagara Patri na mwana nyowe nimwikiriza Oramibwa akahimbisibwa patri na mwana Owagambeise abarangi nyowe nimwikiriza</vt:lpstr>
      <vt:lpstr>6. Ekelezia emwe erikwera katolika Eyatandikirwe entumwa nayo ninyikiriza  Ninyatura batisimu yokusaasira ebibi kandi ntegyereize nokuzooka kwabafiire Hamwe n’amagara kandi na magara Gobusingye bwona oburiija. Amina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Ninyikiriza Ruhanga patri mwana kandi na mutiima omuhikirire x2</dc:title>
  <dc:creator>student8</dc:creator>
  <cp:lastModifiedBy>HP</cp:lastModifiedBy>
  <cp:revision>24</cp:revision>
  <dcterms:created xsi:type="dcterms:W3CDTF">2006-08-16T00:00:00Z</dcterms:created>
  <dcterms:modified xsi:type="dcterms:W3CDTF">2024-03-02T18:49:38Z</dcterms:modified>
</cp:coreProperties>
</file>