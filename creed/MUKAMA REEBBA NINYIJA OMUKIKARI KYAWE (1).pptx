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222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0"/>
            <a:ext cx="7772400" cy="1470025"/>
          </a:xfrm>
        </p:spPr>
        <p:txBody>
          <a:bodyPr/>
          <a:lstStyle/>
          <a:p>
            <a:r>
              <a:rPr lang="en-US" dirty="0" smtClean="0"/>
              <a:t>MUKAMA REEBA NINYIJA OMUKIKARI KYAWE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981200"/>
            <a:ext cx="8229600" cy="3657600"/>
          </a:xfrm>
        </p:spPr>
        <p:txBody>
          <a:bodyPr/>
          <a:lstStyle/>
          <a:p>
            <a:r>
              <a:rPr lang="en-US" dirty="0" smtClean="0"/>
              <a:t>Chrs:</a:t>
            </a:r>
          </a:p>
          <a:p>
            <a:r>
              <a:rPr lang="en-US" dirty="0" smtClean="0"/>
              <a:t>Mukama reeba ninyija omukikari kyawe nakweha nyakiira omuruganda </a:t>
            </a:r>
            <a:r>
              <a:rPr lang="en-US" dirty="0" smtClean="0">
                <a:hlinkClick r:id="rId2" action="ppaction://hlinksldjump"/>
              </a:rPr>
              <a:t>rwabanyiginya</a:t>
            </a:r>
            <a:r>
              <a:rPr lang="en-US" dirty="0" smtClean="0"/>
              <a:t> </a:t>
            </a:r>
            <a:r>
              <a:rPr lang="en-US" dirty="0" smtClean="0">
                <a:hlinkClick r:id="rId3" action="ppaction://hlinksldjump"/>
              </a:rPr>
              <a:t>baawe</a:t>
            </a:r>
            <a:r>
              <a:rPr lang="en-US" dirty="0" smtClean="0"/>
              <a:t> </a:t>
            </a:r>
            <a:r>
              <a:rPr lang="en-US" dirty="0" smtClean="0">
                <a:hlinkClick r:id="rId4" action="ppaction://hlinksldjump"/>
              </a:rPr>
              <a:t>mpakye</a:t>
            </a:r>
            <a:r>
              <a:rPr lang="en-US" dirty="0" smtClean="0"/>
              <a:t> </a:t>
            </a:r>
            <a:r>
              <a:rPr lang="en-US" dirty="0" smtClean="0">
                <a:hlinkClick r:id="rId5" action="ppaction://hlinksldjump"/>
              </a:rPr>
              <a:t>nkuhereze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Egyo rukundo yaawe nigwo muhanda gw’amazima ogutuhssya ahoori mbwenu reeba naija </a:t>
            </a:r>
            <a:r>
              <a:rPr lang="en-US" dirty="0" smtClean="0">
                <a:hlinkClick r:id="rId2" action="ppaction://hlinksldjump"/>
              </a:rPr>
              <a:t>nyakiira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Nobuntashemerirwe bwona, amaani n’engoga nibye byo nyakira omuruganda rwabahereza </a:t>
            </a:r>
            <a:r>
              <a:rPr lang="en-US" dirty="0" smtClean="0">
                <a:hlinkClick r:id="rId2" action="ppaction://hlinksldjump"/>
              </a:rPr>
              <a:t>baawe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Wantoorine wancokire</a:t>
            </a:r>
          </a:p>
          <a:p>
            <a:pPr>
              <a:buNone/>
            </a:pPr>
            <a:r>
              <a:rPr lang="en-US" dirty="0" smtClean="0"/>
              <a:t>Mpwezesa omuhanda gw’obuhereza </a:t>
            </a:r>
            <a:r>
              <a:rPr lang="en-US" dirty="0" smtClean="0">
                <a:hlinkClick r:id="rId2" action="ppaction://hlinksldjump"/>
              </a:rPr>
              <a:t>bwawe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Ahabwarukundo yaawe mukama</a:t>
            </a:r>
          </a:p>
          <a:p>
            <a:pPr>
              <a:buNone/>
            </a:pPr>
            <a:r>
              <a:rPr lang="en-US" dirty="0" smtClean="0"/>
              <a:t>Mbangira ompamye omubuhereza </a:t>
            </a:r>
            <a:r>
              <a:rPr lang="en-US" dirty="0" smtClean="0">
                <a:hlinkClick r:id="rId2" action="ppaction://hlinksldjump"/>
              </a:rPr>
              <a:t>bw’onyetire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</Words>
  <Application>Microsoft Office PowerPoint</Application>
  <PresentationFormat>On-screen Show (4:3)</PresentationFormat>
  <Paragraphs>13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MUKAMA REEBA NINYIJA OMUKIKARI KYAWE</vt:lpstr>
      <vt:lpstr>1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MUKAMA REEBA NINYIJA OMUKIKARI KYAWE</dc:title>
  <dc:creator>student10</dc:creator>
  <cp:lastModifiedBy>student10</cp:lastModifiedBy>
  <cp:revision>8</cp:revision>
  <dcterms:created xsi:type="dcterms:W3CDTF">2006-08-16T00:00:00Z</dcterms:created>
  <dcterms:modified xsi:type="dcterms:W3CDTF">2022-10-12T09:31:00Z</dcterms:modified>
</cp:coreProperties>
</file>