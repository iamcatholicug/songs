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3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40567F9-A926-4417-8335-8B623F5C35A0}" type="datetimeFigureOut">
              <a:rPr lang="en-US" smtClean="0"/>
              <a:pPr/>
              <a:t>4/9/2023</a:t>
            </a:fld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2B462A6-2F2F-47AF-8482-A2285508E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40567F9-A926-4417-8335-8B623F5C35A0}" type="datetimeFigureOut">
              <a:rPr lang="en-US" smtClean="0"/>
              <a:pPr/>
              <a:t>4/9/2023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B462A6-2F2F-47AF-8482-A2285508E88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40567F9-A926-4417-8335-8B623F5C35A0}" type="datetimeFigureOut">
              <a:rPr lang="en-US" smtClean="0"/>
              <a:pPr/>
              <a:t>4/9/2023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B462A6-2F2F-47AF-8482-A2285508E88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40567F9-A926-4417-8335-8B623F5C35A0}" type="datetimeFigureOut">
              <a:rPr lang="en-US" smtClean="0"/>
              <a:pPr/>
              <a:t>4/9/2023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B462A6-2F2F-47AF-8482-A2285508E88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40567F9-A926-4417-8335-8B623F5C35A0}" type="datetimeFigureOut">
              <a:rPr lang="en-US" smtClean="0"/>
              <a:pPr/>
              <a:t>4/9/2023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B462A6-2F2F-47AF-8482-A2285508E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40567F9-A926-4417-8335-8B623F5C35A0}" type="datetimeFigureOut">
              <a:rPr lang="en-US" smtClean="0"/>
              <a:pPr/>
              <a:t>4/9/2023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B462A6-2F2F-47AF-8482-A2285508E88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40567F9-A926-4417-8335-8B623F5C35A0}" type="datetimeFigureOut">
              <a:rPr lang="en-US" smtClean="0"/>
              <a:pPr/>
              <a:t>4/9/2023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B462A6-2F2F-47AF-8482-A2285508E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440567F9-A926-4417-8335-8B623F5C35A0}" type="datetimeFigureOut">
              <a:rPr lang="en-US" smtClean="0"/>
              <a:pPr/>
              <a:t>4/9/2023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B462A6-2F2F-47AF-8482-A2285508E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40567F9-A926-4417-8335-8B623F5C35A0}" type="datetimeFigureOut">
              <a:rPr lang="en-US" smtClean="0"/>
              <a:pPr/>
              <a:t>4/9/2023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2B462A6-2F2F-47AF-8482-A2285508E88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40567F9-A926-4417-8335-8B623F5C35A0}" type="datetimeFigureOut">
              <a:rPr lang="en-US" smtClean="0"/>
              <a:pPr/>
              <a:t>4/9/2023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B462A6-2F2F-47AF-8482-A2285508E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40567F9-A926-4417-8335-8B623F5C35A0}" type="datetimeFigureOut">
              <a:rPr lang="en-US" smtClean="0"/>
              <a:pPr/>
              <a:t>4/9/2023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B462A6-2F2F-47AF-8482-A2285508E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40567F9-A926-4417-8335-8B623F5C35A0}" type="datetimeFigureOut">
              <a:rPr lang="en-US" smtClean="0"/>
              <a:pPr/>
              <a:t>4/9/2023</a:t>
            </a:fld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2B462A6-2F2F-47AF-8482-A2285508E886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2844" y="500043"/>
            <a:ext cx="8858312" cy="507497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4000" b="1" smtClean="0">
                <a:latin typeface="Arial Black" pitchFamily="34" charset="0"/>
              </a:rPr>
              <a:t>Ninyikiriza mu Ruhanga omu....</a:t>
            </a:r>
            <a:br>
              <a:rPr lang="en-GB" sz="4000" b="1" smtClean="0">
                <a:latin typeface="Arial Black" pitchFamily="34" charset="0"/>
              </a:rPr>
            </a:br>
            <a:r>
              <a:rPr lang="en-GB" sz="6000" b="1" smtClean="0">
                <a:latin typeface="Arial Black" pitchFamily="34" charset="0"/>
                <a:cs typeface="Aharoni" pitchFamily="2" charset="-79"/>
              </a:rPr>
              <a:t>Ego ninyikiriza</a:t>
            </a:r>
            <a:r>
              <a:rPr lang="en-GB" sz="4000" b="1" smtClean="0">
                <a:latin typeface="Arial Black" pitchFamily="34" charset="0"/>
              </a:rPr>
              <a:t/>
            </a:r>
            <a:br>
              <a:rPr lang="en-GB" sz="4000" b="1" smtClean="0">
                <a:latin typeface="Arial Black" pitchFamily="34" charset="0"/>
              </a:rPr>
            </a:br>
            <a:r>
              <a:rPr lang="en-GB" sz="4000" b="1" smtClean="0">
                <a:latin typeface="Arial Black" pitchFamily="34" charset="0"/>
              </a:rPr>
              <a:t>Iseitwe omusobozi wabyona..</a:t>
            </a:r>
            <a:br>
              <a:rPr lang="en-GB" sz="4000" b="1" smtClean="0">
                <a:latin typeface="Arial Black" pitchFamily="34" charset="0"/>
              </a:rPr>
            </a:br>
            <a:r>
              <a:rPr lang="en-GB" sz="4000" b="1" smtClean="0">
                <a:latin typeface="Arial Black" pitchFamily="34" charset="0"/>
              </a:rPr>
              <a:t>Omuhangi webintu byona........</a:t>
            </a:r>
            <a:br>
              <a:rPr lang="en-GB" sz="4000" b="1" smtClean="0">
                <a:latin typeface="Arial Black" pitchFamily="34" charset="0"/>
              </a:rPr>
            </a:br>
            <a:r>
              <a:rPr lang="en-GB" sz="4000" b="1" smtClean="0">
                <a:latin typeface="Arial Black" pitchFamily="34" charset="0"/>
              </a:rPr>
              <a:t>Ebiboneka nebitaboneka.........</a:t>
            </a:r>
            <a:endParaRPr lang="en-US" sz="4000" dirty="0">
              <a:latin typeface="Arial Black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357166"/>
            <a:ext cx="8786874" cy="5768997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GB" sz="5400" b="1" dirty="0" err="1" smtClean="0">
                <a:latin typeface="Arial Black" pitchFamily="34" charset="0"/>
              </a:rPr>
              <a:t>Nyikiriza</a:t>
            </a:r>
            <a:r>
              <a:rPr lang="en-GB" sz="5400" b="1" dirty="0" smtClean="0">
                <a:latin typeface="Arial Black" pitchFamily="34" charset="0"/>
              </a:rPr>
              <a:t> mu </a:t>
            </a:r>
            <a:r>
              <a:rPr lang="en-GB" sz="5400" b="1" dirty="0" err="1" smtClean="0">
                <a:latin typeface="Arial Black" pitchFamily="34" charset="0"/>
              </a:rPr>
              <a:t>yezu</a:t>
            </a:r>
            <a:r>
              <a:rPr lang="en-GB" sz="5400" b="1" dirty="0" smtClean="0">
                <a:latin typeface="Arial Black" pitchFamily="34" charset="0"/>
              </a:rPr>
              <a:t>,</a:t>
            </a:r>
          </a:p>
          <a:p>
            <a:pPr algn="ctr">
              <a:lnSpc>
                <a:spcPct val="150000"/>
              </a:lnSpc>
              <a:buNone/>
            </a:pPr>
            <a:r>
              <a:rPr lang="en-GB" sz="5400" b="1" dirty="0" err="1" smtClean="0">
                <a:latin typeface="Arial Black" pitchFamily="34" charset="0"/>
              </a:rPr>
              <a:t>ekererezi</a:t>
            </a:r>
            <a:r>
              <a:rPr lang="en-GB" sz="5400" b="1" dirty="0" smtClean="0">
                <a:latin typeface="Arial Black" pitchFamily="34" charset="0"/>
              </a:rPr>
              <a:t> </a:t>
            </a:r>
            <a:r>
              <a:rPr lang="en-GB" sz="5400" b="1" dirty="0" err="1" smtClean="0">
                <a:latin typeface="Arial Black" pitchFamily="34" charset="0"/>
              </a:rPr>
              <a:t>muhanda</a:t>
            </a:r>
            <a:r>
              <a:rPr lang="en-GB" sz="5400" b="1" dirty="0" smtClean="0">
                <a:latin typeface="Arial Black" pitchFamily="34" charset="0"/>
              </a:rPr>
              <a:t> </a:t>
            </a:r>
            <a:r>
              <a:rPr lang="en-GB" sz="5400" b="1" dirty="0" err="1" smtClean="0">
                <a:latin typeface="Arial Black" pitchFamily="34" charset="0"/>
              </a:rPr>
              <a:t>mazima</a:t>
            </a:r>
            <a:r>
              <a:rPr lang="en-GB" sz="5400" b="1" dirty="0" smtClean="0">
                <a:latin typeface="Arial Black" pitchFamily="34" charset="0"/>
              </a:rPr>
              <a:t> </a:t>
            </a:r>
            <a:r>
              <a:rPr lang="en-GB" sz="5400" b="1" dirty="0" err="1" smtClean="0">
                <a:latin typeface="Arial Black" pitchFamily="34" charset="0"/>
              </a:rPr>
              <a:t>bwomeezi</a:t>
            </a:r>
            <a:r>
              <a:rPr lang="en-GB" sz="5400" b="1" dirty="0" smtClean="0">
                <a:latin typeface="Arial Black" pitchFamily="34" charset="0"/>
              </a:rPr>
              <a:t> x2</a:t>
            </a:r>
            <a:endParaRPr lang="en-GB" sz="5400" b="1" dirty="0">
              <a:latin typeface="Arial Black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214290"/>
            <a:ext cx="8715436" cy="642942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en-GB" sz="4000" b="1" dirty="0" smtClean="0">
                <a:latin typeface="Arial Black" pitchFamily="34" charset="0"/>
              </a:rPr>
              <a:t>2,  </a:t>
            </a:r>
            <a:r>
              <a:rPr lang="en-GB" sz="4000" b="1" dirty="0" err="1" smtClean="0">
                <a:latin typeface="Arial Black" pitchFamily="34" charset="0"/>
              </a:rPr>
              <a:t>Omwana</a:t>
            </a:r>
            <a:r>
              <a:rPr lang="en-GB" sz="4000" b="1" dirty="0" smtClean="0">
                <a:latin typeface="Arial Black" pitchFamily="34" charset="0"/>
              </a:rPr>
              <a:t> </a:t>
            </a:r>
            <a:r>
              <a:rPr lang="en-GB" sz="4000" b="1" dirty="0" err="1" smtClean="0">
                <a:latin typeface="Arial Black" pitchFamily="34" charset="0"/>
              </a:rPr>
              <a:t>omu</a:t>
            </a:r>
            <a:r>
              <a:rPr lang="en-GB" sz="4000" b="1" dirty="0" smtClean="0">
                <a:latin typeface="Arial Black" pitchFamily="34" charset="0"/>
              </a:rPr>
              <a:t> </a:t>
            </a:r>
            <a:r>
              <a:rPr lang="en-GB" sz="4000" b="1" dirty="0" err="1" smtClean="0">
                <a:latin typeface="Arial Black" pitchFamily="34" charset="0"/>
              </a:rPr>
              <a:t>wenka</a:t>
            </a:r>
            <a:r>
              <a:rPr lang="en-GB" sz="4000" b="1" dirty="0" smtClean="0">
                <a:latin typeface="Arial Black" pitchFamily="34" charset="0"/>
              </a:rPr>
              <a:t>   		 </a:t>
            </a:r>
            <a:r>
              <a:rPr lang="en-GB" sz="4000" b="1" dirty="0" err="1" smtClean="0">
                <a:latin typeface="Arial Black" pitchFamily="34" charset="0"/>
              </a:rPr>
              <a:t>oweisitwe</a:t>
            </a:r>
            <a:r>
              <a:rPr lang="en-GB" sz="4000" b="1" dirty="0" smtClean="0">
                <a:latin typeface="Arial Black" pitchFamily="34" charset="0"/>
              </a:rPr>
              <a:t>......</a:t>
            </a:r>
          </a:p>
          <a:p>
            <a:r>
              <a:rPr lang="en-GB" sz="4000" b="1" dirty="0" err="1" smtClean="0">
                <a:latin typeface="Arial Black" pitchFamily="34" charset="0"/>
              </a:rPr>
              <a:t>Ayazeirwe</a:t>
            </a:r>
            <a:r>
              <a:rPr lang="en-GB" sz="4000" b="1" dirty="0" smtClean="0">
                <a:latin typeface="Arial Black" pitchFamily="34" charset="0"/>
              </a:rPr>
              <a:t> Maria 	</a:t>
            </a:r>
            <a:r>
              <a:rPr lang="en-GB" sz="4000" b="1" dirty="0" err="1" smtClean="0">
                <a:latin typeface="Arial Black" pitchFamily="34" charset="0"/>
              </a:rPr>
              <a:t>empikirire</a:t>
            </a:r>
            <a:r>
              <a:rPr lang="en-GB" sz="4000" b="1" dirty="0" smtClean="0">
                <a:latin typeface="Arial Black" pitchFamily="34" charset="0"/>
              </a:rPr>
              <a:t>.............</a:t>
            </a:r>
          </a:p>
          <a:p>
            <a:r>
              <a:rPr lang="en-GB" sz="4000" b="1" dirty="0" err="1" smtClean="0">
                <a:latin typeface="Arial Black" pitchFamily="34" charset="0"/>
              </a:rPr>
              <a:t>Yabona</a:t>
            </a:r>
            <a:r>
              <a:rPr lang="en-GB" sz="4000" b="1" dirty="0" smtClean="0">
                <a:latin typeface="Arial Black" pitchFamily="34" charset="0"/>
              </a:rPr>
              <a:t> </a:t>
            </a:r>
            <a:r>
              <a:rPr lang="en-GB" sz="4000" b="1" dirty="0" err="1" smtClean="0">
                <a:latin typeface="Arial Black" pitchFamily="34" charset="0"/>
              </a:rPr>
              <a:t>enaku</a:t>
            </a:r>
            <a:r>
              <a:rPr lang="en-GB" sz="4000" b="1" dirty="0" smtClean="0">
                <a:latin typeface="Arial Black" pitchFamily="34" charset="0"/>
              </a:rPr>
              <a:t> 	</a:t>
            </a:r>
            <a:r>
              <a:rPr lang="en-GB" sz="4000" b="1" dirty="0" err="1" smtClean="0">
                <a:latin typeface="Arial Black" pitchFamily="34" charset="0"/>
              </a:rPr>
              <a:t>kutucungura</a:t>
            </a:r>
            <a:r>
              <a:rPr lang="en-GB" sz="4000" b="1" dirty="0" smtClean="0">
                <a:latin typeface="Arial Black" pitchFamily="34" charset="0"/>
              </a:rPr>
              <a:t>............</a:t>
            </a:r>
          </a:p>
          <a:p>
            <a:r>
              <a:rPr lang="en-GB" sz="4000" b="1" dirty="0" err="1" smtClean="0">
                <a:latin typeface="Arial Black" pitchFamily="34" charset="0"/>
              </a:rPr>
              <a:t>Yabambwa</a:t>
            </a:r>
            <a:r>
              <a:rPr lang="en-GB" sz="4000" b="1" dirty="0" smtClean="0">
                <a:latin typeface="Arial Black" pitchFamily="34" charset="0"/>
              </a:rPr>
              <a:t> </a:t>
            </a:r>
            <a:r>
              <a:rPr lang="en-GB" sz="4000" b="1" dirty="0" err="1" smtClean="0">
                <a:latin typeface="Arial Black" pitchFamily="34" charset="0"/>
              </a:rPr>
              <a:t>yafa</a:t>
            </a:r>
            <a:r>
              <a:rPr lang="en-GB" sz="4000" b="1" dirty="0" smtClean="0">
                <a:latin typeface="Arial Black" pitchFamily="34" charset="0"/>
              </a:rPr>
              <a:t> </a:t>
            </a:r>
            <a:r>
              <a:rPr lang="en-GB" sz="4000" b="1" dirty="0" err="1" smtClean="0">
                <a:latin typeface="Arial Black" pitchFamily="34" charset="0"/>
              </a:rPr>
              <a:t>yaziikwa</a:t>
            </a:r>
            <a:endParaRPr lang="en-GB" sz="4000" b="1" dirty="0" smtClean="0">
              <a:latin typeface="Arial Black" pitchFamily="34" charset="0"/>
            </a:endParaRPr>
          </a:p>
          <a:p>
            <a:pPr marL="109728" indent="0">
              <a:buNone/>
            </a:pPr>
            <a:r>
              <a:rPr lang="en-GB" sz="4000" b="1" smtClean="0">
                <a:latin typeface="Arial Black" pitchFamily="34" charset="0"/>
              </a:rPr>
              <a:t> </a:t>
            </a:r>
            <a:endParaRPr lang="en-GB" sz="4000" b="1" dirty="0">
              <a:latin typeface="Arial Black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642918"/>
            <a:ext cx="8715436" cy="5483245"/>
          </a:xfrm>
          <a:solidFill>
            <a:srgbClr val="FFFF00"/>
          </a:solidFill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4400" b="1" smtClean="0">
                <a:latin typeface="Arial Black" pitchFamily="34" charset="0"/>
              </a:rPr>
              <a:t>3.Ahakyakasatu </a:t>
            </a:r>
            <a:r>
              <a:rPr lang="en-US" sz="4400" b="1" dirty="0" err="1" smtClean="0">
                <a:latin typeface="Arial Black" pitchFamily="34" charset="0"/>
              </a:rPr>
              <a:t>yahumbuka</a:t>
            </a:r>
            <a:r>
              <a:rPr lang="en-US" sz="4400" b="1" dirty="0" smtClean="0">
                <a:latin typeface="Arial Black" pitchFamily="34" charset="0"/>
              </a:rPr>
              <a:t> </a:t>
            </a:r>
            <a:r>
              <a:rPr lang="en-US" sz="4400" b="1" dirty="0" err="1" smtClean="0">
                <a:latin typeface="Arial Black" pitchFamily="34" charset="0"/>
              </a:rPr>
              <a:t>omubafus</a:t>
            </a:r>
            <a:endParaRPr lang="en-US" sz="4400" b="1" dirty="0" smtClean="0">
              <a:latin typeface="Arial Black" pitchFamily="34" charset="0"/>
            </a:endParaRPr>
          </a:p>
          <a:p>
            <a:pPr>
              <a:buNone/>
            </a:pPr>
            <a:r>
              <a:rPr lang="en-US" sz="4400" b="1" dirty="0" smtClean="0">
                <a:latin typeface="Arial Black" pitchFamily="34" charset="0"/>
              </a:rPr>
              <a:t>   </a:t>
            </a:r>
            <a:r>
              <a:rPr lang="en-US" sz="4400" b="1" dirty="0" err="1" smtClean="0">
                <a:latin typeface="Arial Black" pitchFamily="34" charset="0"/>
              </a:rPr>
              <a:t>Hanyuma</a:t>
            </a:r>
            <a:r>
              <a:rPr lang="en-US" sz="4400" b="1" dirty="0" smtClean="0">
                <a:latin typeface="Arial Black" pitchFamily="34" charset="0"/>
              </a:rPr>
              <a:t> </a:t>
            </a:r>
            <a:r>
              <a:rPr lang="en-US" sz="4400" b="1" dirty="0" err="1" smtClean="0">
                <a:latin typeface="Arial Black" pitchFamily="34" charset="0"/>
              </a:rPr>
              <a:t>akatemba</a:t>
            </a:r>
            <a:r>
              <a:rPr lang="en-US" sz="4400" b="1" dirty="0" smtClean="0">
                <a:latin typeface="Arial Black" pitchFamily="34" charset="0"/>
              </a:rPr>
              <a:t> </a:t>
            </a:r>
            <a:r>
              <a:rPr lang="en-US" sz="4400" b="1" dirty="0" err="1" smtClean="0">
                <a:latin typeface="Arial Black" pitchFamily="34" charset="0"/>
              </a:rPr>
              <a:t>omwiguru</a:t>
            </a:r>
            <a:endParaRPr lang="en-US" sz="4400" b="1" dirty="0" smtClean="0">
              <a:latin typeface="Arial Black" pitchFamily="34" charset="0"/>
            </a:endParaRPr>
          </a:p>
          <a:p>
            <a:r>
              <a:rPr lang="en-US" sz="4400" b="1" dirty="0" smtClean="0">
                <a:latin typeface="Arial Black" pitchFamily="34" charset="0"/>
              </a:rPr>
              <a:t>  </a:t>
            </a:r>
            <a:r>
              <a:rPr lang="en-US" sz="4400" b="1" dirty="0" err="1" smtClean="0">
                <a:latin typeface="Arial Black" pitchFamily="34" charset="0"/>
              </a:rPr>
              <a:t>Arigaruka</a:t>
            </a:r>
            <a:r>
              <a:rPr lang="en-US" sz="4400" b="1" dirty="0" smtClean="0">
                <a:latin typeface="Arial Black" pitchFamily="34" charset="0"/>
              </a:rPr>
              <a:t> </a:t>
            </a:r>
            <a:r>
              <a:rPr lang="en-US" sz="4400" b="1" dirty="0" err="1" smtClean="0">
                <a:latin typeface="Arial Black" pitchFamily="34" charset="0"/>
              </a:rPr>
              <a:t>okucwera</a:t>
            </a:r>
            <a:r>
              <a:rPr lang="en-US" sz="4400" b="1" dirty="0" smtClean="0">
                <a:latin typeface="Arial Black" pitchFamily="34" charset="0"/>
              </a:rPr>
              <a:t> </a:t>
            </a:r>
            <a:r>
              <a:rPr lang="en-US" sz="4400" b="1" dirty="0" err="1" smtClean="0">
                <a:latin typeface="Arial Black" pitchFamily="34" charset="0"/>
              </a:rPr>
              <a:t>emisango</a:t>
            </a:r>
            <a:r>
              <a:rPr lang="en-US" sz="4400" b="1" dirty="0" smtClean="0">
                <a:latin typeface="Arial Black" pitchFamily="34" charset="0"/>
              </a:rPr>
              <a:t> </a:t>
            </a:r>
          </a:p>
          <a:p>
            <a:r>
              <a:rPr lang="en-US" sz="4400" b="1" dirty="0" smtClean="0">
                <a:latin typeface="Arial Black" pitchFamily="34" charset="0"/>
              </a:rPr>
              <a:t>  </a:t>
            </a:r>
            <a:r>
              <a:rPr lang="en-US" sz="4400" b="1" dirty="0" err="1" smtClean="0">
                <a:latin typeface="Arial Black" pitchFamily="34" charset="0"/>
              </a:rPr>
              <a:t>Abomire</a:t>
            </a:r>
            <a:r>
              <a:rPr lang="en-US" sz="4400" b="1" dirty="0" smtClean="0">
                <a:latin typeface="Arial Black" pitchFamily="34" charset="0"/>
              </a:rPr>
              <a:t> </a:t>
            </a:r>
            <a:r>
              <a:rPr lang="en-US" sz="4400" b="1" dirty="0" err="1" smtClean="0">
                <a:latin typeface="Arial Black" pitchFamily="34" charset="0"/>
              </a:rPr>
              <a:t>hamu</a:t>
            </a:r>
            <a:r>
              <a:rPr lang="en-US" sz="4400" b="1" dirty="0" smtClean="0">
                <a:latin typeface="Arial Black" pitchFamily="34" charset="0"/>
              </a:rPr>
              <a:t> </a:t>
            </a:r>
            <a:r>
              <a:rPr lang="en-US" sz="4400" b="1" dirty="0" err="1" smtClean="0">
                <a:latin typeface="Arial Black" pitchFamily="34" charset="0"/>
              </a:rPr>
              <a:t>nabafiire</a:t>
            </a:r>
            <a:endParaRPr lang="en-US" sz="4400" b="1" dirty="0">
              <a:latin typeface="Arial Black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42852"/>
            <a:ext cx="8715436" cy="6572296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en-GB" sz="4800" b="1" dirty="0" smtClean="0">
                <a:latin typeface="Arial Black" pitchFamily="34" charset="0"/>
              </a:rPr>
              <a:t>4,  </a:t>
            </a:r>
            <a:r>
              <a:rPr lang="en-GB" sz="4800" b="1" dirty="0" err="1" smtClean="0">
                <a:latin typeface="Arial Black" pitchFamily="34" charset="0"/>
              </a:rPr>
              <a:t>Omoyo</a:t>
            </a:r>
            <a:r>
              <a:rPr lang="en-GB" sz="4800" b="1" dirty="0" smtClean="0">
                <a:latin typeface="Arial Black" pitchFamily="34" charset="0"/>
              </a:rPr>
              <a:t> </a:t>
            </a:r>
            <a:r>
              <a:rPr lang="en-GB" sz="4800" b="1" dirty="0" err="1" smtClean="0">
                <a:latin typeface="Arial Black" pitchFamily="34" charset="0"/>
              </a:rPr>
              <a:t>omuhumuza</a:t>
            </a:r>
            <a:r>
              <a:rPr lang="en-GB" sz="4800" b="1" dirty="0" smtClean="0">
                <a:latin typeface="Arial Black" pitchFamily="34" charset="0"/>
              </a:rPr>
              <a:t> </a:t>
            </a:r>
            <a:r>
              <a:rPr lang="en-GB" sz="4800" b="1" dirty="0" err="1" smtClean="0">
                <a:latin typeface="Arial Black" pitchFamily="34" charset="0"/>
              </a:rPr>
              <a:t>nimwikiriza</a:t>
            </a:r>
            <a:endParaRPr lang="en-GB" sz="4800" b="1" dirty="0" smtClean="0">
              <a:latin typeface="Arial Black" pitchFamily="34" charset="0"/>
            </a:endParaRPr>
          </a:p>
          <a:p>
            <a:r>
              <a:rPr lang="en-GB" sz="4800" b="1" dirty="0" smtClean="0">
                <a:latin typeface="Arial Black" pitchFamily="34" charset="0"/>
              </a:rPr>
              <a:t>Enema </a:t>
            </a:r>
            <a:r>
              <a:rPr lang="en-GB" sz="4800" b="1" dirty="0" err="1" smtClean="0">
                <a:latin typeface="Arial Black" pitchFamily="34" charset="0"/>
              </a:rPr>
              <a:t>yebisembo</a:t>
            </a:r>
            <a:r>
              <a:rPr lang="en-GB" sz="4800" b="1" dirty="0" smtClean="0">
                <a:latin typeface="Arial Black" pitchFamily="34" charset="0"/>
              </a:rPr>
              <a:t> bye </a:t>
            </a:r>
            <a:r>
              <a:rPr lang="en-GB" sz="4800" b="1" dirty="0" err="1" smtClean="0">
                <a:latin typeface="Arial Black" pitchFamily="34" charset="0"/>
              </a:rPr>
              <a:t>nimbikiriza</a:t>
            </a:r>
            <a:r>
              <a:rPr lang="en-GB" sz="4800" b="1" dirty="0" smtClean="0">
                <a:latin typeface="Arial Black" pitchFamily="34" charset="0"/>
              </a:rPr>
              <a:t>........</a:t>
            </a:r>
          </a:p>
          <a:p>
            <a:r>
              <a:rPr lang="en-GB" sz="4800" b="1" dirty="0" err="1" smtClean="0">
                <a:latin typeface="Arial Black" pitchFamily="34" charset="0"/>
              </a:rPr>
              <a:t>Ekelezia</a:t>
            </a:r>
            <a:r>
              <a:rPr lang="en-GB" sz="4800" b="1" dirty="0" smtClean="0">
                <a:latin typeface="Arial Black" pitchFamily="34" charset="0"/>
              </a:rPr>
              <a:t> </a:t>
            </a:r>
            <a:r>
              <a:rPr lang="en-GB" sz="4800" b="1" dirty="0" err="1" smtClean="0">
                <a:latin typeface="Arial Black" pitchFamily="34" charset="0"/>
              </a:rPr>
              <a:t>Katurika</a:t>
            </a:r>
            <a:r>
              <a:rPr lang="en-GB" sz="4800" b="1" dirty="0" smtClean="0">
                <a:latin typeface="Arial Black" pitchFamily="34" charset="0"/>
              </a:rPr>
              <a:t> </a:t>
            </a:r>
            <a:r>
              <a:rPr lang="en-GB" sz="4800" b="1" dirty="0" err="1" smtClean="0">
                <a:latin typeface="Arial Black" pitchFamily="34" charset="0"/>
              </a:rPr>
              <a:t>ningikiriza</a:t>
            </a:r>
            <a:r>
              <a:rPr lang="en-GB" sz="4800" b="1" dirty="0" smtClean="0">
                <a:latin typeface="Arial Black" pitchFamily="34" charset="0"/>
              </a:rPr>
              <a:t>..............</a:t>
            </a:r>
          </a:p>
          <a:p>
            <a:r>
              <a:rPr lang="en-GB" sz="4800" b="1" dirty="0" err="1" smtClean="0">
                <a:latin typeface="Arial Black" pitchFamily="34" charset="0"/>
              </a:rPr>
              <a:t>Abasigwa</a:t>
            </a:r>
            <a:r>
              <a:rPr lang="en-GB" sz="4800" b="1" dirty="0" smtClean="0">
                <a:latin typeface="Arial Black" pitchFamily="34" charset="0"/>
              </a:rPr>
              <a:t> </a:t>
            </a:r>
            <a:r>
              <a:rPr lang="en-GB" sz="4800" b="1" dirty="0" err="1" smtClean="0">
                <a:latin typeface="Arial Black" pitchFamily="34" charset="0"/>
              </a:rPr>
              <a:t>ba</a:t>
            </a:r>
            <a:r>
              <a:rPr lang="en-GB" sz="4800" b="1" dirty="0" smtClean="0">
                <a:latin typeface="Arial Black" pitchFamily="34" charset="0"/>
              </a:rPr>
              <a:t> </a:t>
            </a:r>
            <a:r>
              <a:rPr lang="en-GB" sz="4800" b="1" dirty="0" err="1" smtClean="0">
                <a:latin typeface="Arial Black" pitchFamily="34" charset="0"/>
              </a:rPr>
              <a:t>Yezu</a:t>
            </a:r>
            <a:r>
              <a:rPr lang="en-GB" sz="4800" b="1" dirty="0" smtClean="0">
                <a:latin typeface="Arial Black" pitchFamily="34" charset="0"/>
              </a:rPr>
              <a:t> </a:t>
            </a:r>
            <a:r>
              <a:rPr lang="en-GB" sz="4800" b="1" dirty="0" err="1" smtClean="0">
                <a:latin typeface="Arial Black" pitchFamily="34" charset="0"/>
              </a:rPr>
              <a:t>nimbikiriza</a:t>
            </a:r>
            <a:r>
              <a:rPr lang="en-GB" sz="4800" b="1" dirty="0" smtClean="0">
                <a:latin typeface="Arial Black" pitchFamily="34" charset="0"/>
              </a:rPr>
              <a:t>............</a:t>
            </a:r>
            <a:endParaRPr lang="en-GB" sz="4800" b="1" dirty="0">
              <a:latin typeface="Arial Black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42852"/>
            <a:ext cx="8715436" cy="6572296"/>
          </a:xfrm>
          <a:solidFill>
            <a:srgbClr val="FFFF00"/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3600" b="1" dirty="0" smtClean="0">
                <a:latin typeface="Arial Black" pitchFamily="34" charset="0"/>
              </a:rPr>
              <a:t> 5 </a:t>
            </a:r>
            <a:r>
              <a:rPr lang="en-GB" sz="3600" b="1" dirty="0" err="1" smtClean="0">
                <a:latin typeface="Arial Black" pitchFamily="34" charset="0"/>
              </a:rPr>
              <a:t>Kuterana</a:t>
            </a:r>
            <a:r>
              <a:rPr lang="en-GB" sz="3600" b="1" dirty="0" smtClean="0">
                <a:latin typeface="Arial Black" pitchFamily="34" charset="0"/>
              </a:rPr>
              <a:t> </a:t>
            </a:r>
            <a:r>
              <a:rPr lang="en-GB" sz="3600" b="1" dirty="0" err="1" smtClean="0">
                <a:latin typeface="Arial Black" pitchFamily="34" charset="0"/>
              </a:rPr>
              <a:t>hamu</a:t>
            </a:r>
            <a:r>
              <a:rPr lang="en-GB" sz="3600" b="1" dirty="0" smtClean="0">
                <a:latin typeface="Arial Black" pitchFamily="34" charset="0"/>
              </a:rPr>
              <a:t> </a:t>
            </a:r>
            <a:r>
              <a:rPr lang="en-GB" sz="3600" b="1" dirty="0" err="1" smtClean="0">
                <a:latin typeface="Arial Black" pitchFamily="34" charset="0"/>
              </a:rPr>
              <a:t>kwabahikirire</a:t>
            </a:r>
            <a:r>
              <a:rPr lang="en-GB" sz="3600" b="1" dirty="0" smtClean="0">
                <a:latin typeface="Arial Black" pitchFamily="34" charset="0"/>
              </a:rPr>
              <a:t>........</a:t>
            </a:r>
          </a:p>
          <a:p>
            <a:pPr>
              <a:lnSpc>
                <a:spcPct val="150000"/>
              </a:lnSpc>
            </a:pPr>
            <a:r>
              <a:rPr lang="en-GB" sz="3600" b="1" dirty="0" smtClean="0">
                <a:latin typeface="Arial Black" pitchFamily="34" charset="0"/>
              </a:rPr>
              <a:t> Na </a:t>
            </a:r>
            <a:r>
              <a:rPr lang="en-GB" sz="3600" b="1" dirty="0" err="1" smtClean="0">
                <a:latin typeface="Arial Black" pitchFamily="34" charset="0"/>
              </a:rPr>
              <a:t>batisimu</a:t>
            </a:r>
            <a:r>
              <a:rPr lang="en-GB" sz="3600" b="1" dirty="0" smtClean="0">
                <a:latin typeface="Arial Black" pitchFamily="34" charset="0"/>
              </a:rPr>
              <a:t> </a:t>
            </a:r>
            <a:r>
              <a:rPr lang="en-GB" sz="3600" b="1" dirty="0" err="1" smtClean="0">
                <a:latin typeface="Arial Black" pitchFamily="34" charset="0"/>
              </a:rPr>
              <a:t>nayo</a:t>
            </a:r>
            <a:r>
              <a:rPr lang="en-GB" sz="3600" b="1" dirty="0" smtClean="0">
                <a:latin typeface="Arial Black" pitchFamily="34" charset="0"/>
              </a:rPr>
              <a:t> </a:t>
            </a:r>
            <a:r>
              <a:rPr lang="en-GB" sz="3600" b="1" dirty="0" err="1" smtClean="0">
                <a:latin typeface="Arial Black" pitchFamily="34" charset="0"/>
              </a:rPr>
              <a:t>ningikiriza</a:t>
            </a:r>
            <a:r>
              <a:rPr lang="en-GB" sz="3600" b="1" dirty="0" smtClean="0">
                <a:latin typeface="Arial Black" pitchFamily="34" charset="0"/>
              </a:rPr>
              <a:t>...........</a:t>
            </a:r>
          </a:p>
          <a:p>
            <a:pPr>
              <a:lnSpc>
                <a:spcPct val="150000"/>
              </a:lnSpc>
            </a:pPr>
            <a:r>
              <a:rPr lang="en-GB" sz="3600" b="1" dirty="0" smtClean="0">
                <a:latin typeface="Arial Black" pitchFamily="34" charset="0"/>
              </a:rPr>
              <a:t> </a:t>
            </a:r>
            <a:r>
              <a:rPr lang="en-GB" sz="3600" b="1" dirty="0" err="1" smtClean="0">
                <a:latin typeface="Arial Black" pitchFamily="34" charset="0"/>
              </a:rPr>
              <a:t>Ekiganyiro</a:t>
            </a:r>
            <a:r>
              <a:rPr lang="en-GB" sz="3600" b="1" dirty="0" smtClean="0">
                <a:latin typeface="Arial Black" pitchFamily="34" charset="0"/>
              </a:rPr>
              <a:t> </a:t>
            </a:r>
            <a:r>
              <a:rPr lang="en-GB" sz="3600" b="1" dirty="0" err="1" smtClean="0">
                <a:latin typeface="Arial Black" pitchFamily="34" charset="0"/>
              </a:rPr>
              <a:t>kya</a:t>
            </a:r>
            <a:r>
              <a:rPr lang="en-GB" sz="3600" b="1" dirty="0" smtClean="0">
                <a:latin typeface="Arial Black" pitchFamily="34" charset="0"/>
              </a:rPr>
              <a:t> </a:t>
            </a:r>
            <a:r>
              <a:rPr lang="en-GB" sz="3600" b="1" dirty="0" err="1" smtClean="0">
                <a:latin typeface="Arial Black" pitchFamily="34" charset="0"/>
              </a:rPr>
              <a:t>banyakusobeze</a:t>
            </a:r>
            <a:r>
              <a:rPr lang="en-GB" sz="3600" b="1" dirty="0" smtClean="0">
                <a:latin typeface="Arial Black" pitchFamily="34" charset="0"/>
              </a:rPr>
              <a:t>......</a:t>
            </a:r>
          </a:p>
          <a:p>
            <a:r>
              <a:rPr lang="en-GB" sz="3600" b="1" dirty="0" smtClean="0">
                <a:latin typeface="Arial Black" pitchFamily="34" charset="0"/>
              </a:rPr>
              <a:t> </a:t>
            </a:r>
            <a:r>
              <a:rPr lang="en-GB" sz="3600" b="1" dirty="0" err="1" smtClean="0">
                <a:latin typeface="Arial Black" pitchFamily="34" charset="0"/>
              </a:rPr>
              <a:t>Nobwomezi</a:t>
            </a:r>
            <a:r>
              <a:rPr lang="en-GB" sz="3600" b="1" dirty="0" smtClean="0">
                <a:latin typeface="Arial Black" pitchFamily="34" charset="0"/>
              </a:rPr>
              <a:t> </a:t>
            </a:r>
            <a:r>
              <a:rPr lang="en-GB" sz="3600" b="1" dirty="0" err="1" smtClean="0">
                <a:latin typeface="Arial Black" pitchFamily="34" charset="0"/>
              </a:rPr>
              <a:t>oburija</a:t>
            </a:r>
            <a:r>
              <a:rPr lang="en-GB" sz="3600" b="1" dirty="0" smtClean="0">
                <a:latin typeface="Arial Black" pitchFamily="34" charset="0"/>
              </a:rPr>
              <a:t> </a:t>
            </a:r>
            <a:r>
              <a:rPr lang="en-GB" sz="3600" b="1" dirty="0" err="1" smtClean="0">
                <a:latin typeface="Arial Black" pitchFamily="34" charset="0"/>
              </a:rPr>
              <a:t>obutaine</a:t>
            </a:r>
            <a:r>
              <a:rPr lang="en-GB" sz="3600" b="1" dirty="0" smtClean="0">
                <a:latin typeface="Arial Black" pitchFamily="34" charset="0"/>
              </a:rPr>
              <a:t> </a:t>
            </a:r>
            <a:r>
              <a:rPr lang="en-GB" sz="3600" b="1" dirty="0" err="1" smtClean="0">
                <a:latin typeface="Arial Black" pitchFamily="34" charset="0"/>
              </a:rPr>
              <a:t>mperu</a:t>
            </a:r>
            <a:r>
              <a:rPr lang="en-GB" sz="3600" b="1" dirty="0" smtClean="0">
                <a:latin typeface="Arial Black" pitchFamily="34" charset="0"/>
              </a:rPr>
              <a:t>.....   			</a:t>
            </a:r>
            <a:r>
              <a:rPr lang="en-GB" sz="3600" b="1" dirty="0" smtClean="0">
                <a:solidFill>
                  <a:srgbClr val="FF0000"/>
                </a:solidFill>
                <a:latin typeface="Arial Black" pitchFamily="34" charset="0"/>
              </a:rPr>
              <a:t>End</a:t>
            </a:r>
            <a:endParaRPr lang="en-GB" sz="3600" b="1" dirty="0">
              <a:solidFill>
                <a:srgbClr val="FF000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218</TotalTime>
  <Words>76</Words>
  <Application>Microsoft Office PowerPoint</Application>
  <PresentationFormat>On-screen Show (4:3)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Aharoni</vt:lpstr>
      <vt:lpstr>Arial Black</vt:lpstr>
      <vt:lpstr>Lucida Sans Unicode</vt:lpstr>
      <vt:lpstr>Verdana</vt:lpstr>
      <vt:lpstr>Wingdings 2</vt:lpstr>
      <vt:lpstr>Wingdings 3</vt:lpstr>
      <vt:lpstr>Concourse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1, Ninyikiriza Ruhanga omu..Ego ninyikiriza Iseitwe omusobolozi wabyona.. Omuhangi webintu byona........ Ebiboneka nebitaboneka.........</dc:title>
  <dc:creator>dell</dc:creator>
  <cp:lastModifiedBy>Admin</cp:lastModifiedBy>
  <cp:revision>50</cp:revision>
  <dcterms:created xsi:type="dcterms:W3CDTF">2014-03-22T05:52:20Z</dcterms:created>
  <dcterms:modified xsi:type="dcterms:W3CDTF">2023-04-09T04:55:47Z</dcterms:modified>
</cp:coreProperties>
</file>