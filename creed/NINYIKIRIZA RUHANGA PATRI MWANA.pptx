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762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8C21-141B-4129-B88A-949DA009D19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9DA6CB-ED7D-475A-8340-278EB880C6C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DA6CB-ED7D-475A-8340-278EB880C6CA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1075E-B353-B7B5-1328-A8DED3B66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93D6A7-9CE9-D40C-D9AB-ADEC50EF0C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C2C9E-6524-1A2A-28B8-A26F5C11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85413-FD93-EA55-8865-FC1F9FD45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0F559-0137-529D-4DB0-FC5A8F8E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7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BF45-B5E7-308D-3C49-4D6DDDBAF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BF5A-AEE9-A865-9C74-3198826AE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77F9D-513A-C19E-051A-E2BA533CD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5E18E-B165-A8A8-335F-5BE8595B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0063D-079A-F702-9B16-85C653F3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4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764BE-9CA0-04CA-A666-91CF636D5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3B4147-BCE7-855B-29CC-386CAB093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524BEC-63CA-F5E9-EC3A-54EB727B2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FA1A5-91DC-5986-E667-708FFC760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4795F-A9AE-97D8-7F29-37BBCAF2D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88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AAC5D-9170-882A-C62E-B3892EA4C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E498C-2E45-5B4A-9D8B-BB64B2766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394DCF-F5FB-449F-828F-6F080A165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209AD-07F9-73CD-679D-2A887BD8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882CE1-BE57-0FBE-02CC-B1A65F40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65E28-B0F3-D9B6-EDB6-0B4A2ADEE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CB3E6-F1F5-04E7-0D4A-5F834486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E439DB-1762-4AA3-0B66-4FCAD2EB3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5C2ED5-A65C-A942-1708-D5A0E17B6D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7D7334-58D5-135A-4B06-F2F88AC0A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674D49-3C5B-87A9-27BE-4B1081086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7B1DD3-6F94-A558-9FB3-12209A02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0A3EA-6357-5ACF-C8A3-219886192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1C6CB-CAAD-7595-75B8-8ACCABA8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173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11829-9B96-29B8-E69D-D2A5D8810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0A66A-1EBA-E202-3EC4-3897C1C5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8E85D8-06F8-174B-C58E-8072BAC0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BF2EAF-F5BF-FE71-6C43-914F65AB2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8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43C80-74D3-3908-A207-427243984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89D2B8-CC9D-CD1F-DC31-3592AC3FB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629C5-A702-5280-10D1-1FE855CCC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88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DC6EF-CBAE-DEC5-35E7-E11763B0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073A-61CB-C8D6-ABC7-2C7AEE6DB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2234F0-DE0A-CE69-4855-5C7FEE324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F4D6ED-B1A8-2E52-C2FC-0CC1286D6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0E948C-163F-3344-8A37-3E8BF7692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EB3B39-5195-64BC-A43A-B885281A4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34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C83E7-92A7-66A3-7CDA-F7A903570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5ACC37-B380-1FF9-395F-B0BBDC771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67529-CBA3-93B4-0975-0072FC217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197D59-2C3E-275E-8913-10592ADED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DA3A5-4DE9-255B-05EC-9DAC38762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0B868-6236-8594-E672-700215041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503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2111D-5A03-E67C-3934-09FBB2E9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67DA0-412F-2D40-29A2-35C0B6C3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FD7C9-D6B4-D38E-AC05-25CAF0BE0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1FAE2-42F0-D135-CABA-0B946A54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C6CF9-DAEC-50FE-8945-F0DE70E9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1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707EC-59C8-CC1F-5A3D-8770801358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202EEC-00BB-CF2D-91BE-E698361F7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EFEB4-123B-CF5C-EB60-7A3E2167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C765C-A16C-976F-AD19-AA6C0999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310F7-040D-AF59-1695-BDACFEEE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21546-B9C3-F3C6-33C7-F51CE54AA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DC87F-387B-0E44-6088-D52E9789E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2C5F7-594E-2FB4-6645-4DE604AEA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962FE-5DC6-B5AB-1EA6-FFEEE092E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9BB1F-4ECD-9A11-8425-9B1FE7E2F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4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7.xml"/><Relationship Id="rId7" Type="http://schemas.openxmlformats.org/officeDocument/2006/relationships/slide" Target="slide3.xml"/><Relationship Id="rId2" Type="http://schemas.openxmlformats.org/officeDocument/2006/relationships/hyperlink" Target="file:///C:\Users\user\Desktop\CHOIR\SUN\BYE%20BINO.pptx#-1,1,Chrs " TargetMode="External"/><Relationship Id="rId1" Type="http://schemas.openxmlformats.org/officeDocument/2006/relationships/slideLayout" Target="../slideLayouts/slideLayout7.xml"/><Relationship Id="rId6" Type="http://schemas.openxmlformats.org/officeDocument/2006/relationships/slide" Target="slide4.xml"/><Relationship Id="rId5" Type="http://schemas.openxmlformats.org/officeDocument/2006/relationships/slide" Target="slide5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r>
              <a:rPr lang="en-US" sz="7200" b="1" dirty="0">
                <a:hlinkClick r:id="rId2" action="ppaction://hlinkpres?slideindex=1&amp;slidetitle=Chrs "/>
              </a:rPr>
              <a:t>cc</a:t>
            </a:r>
            <a:br>
              <a:rPr lang="en-US" sz="7200" b="1" dirty="0"/>
            </a:br>
            <a:r>
              <a:rPr lang="en-US" sz="7200" b="1" dirty="0" err="1"/>
              <a:t>Ninyikiriza</a:t>
            </a:r>
            <a:r>
              <a:rPr lang="en-US" sz="7200" b="1" dirty="0"/>
              <a:t> Ruhanga patri m</a:t>
            </a:r>
            <a:r>
              <a:rPr lang="en-US" sz="7200" b="1" dirty="0">
                <a:hlinkClick r:id="rId3" action="ppaction://hlinksldjump"/>
              </a:rPr>
              <a:t>w</a:t>
            </a:r>
            <a:r>
              <a:rPr lang="en-US" sz="7200" b="1" dirty="0"/>
              <a:t>ana</a:t>
            </a:r>
            <a:br>
              <a:rPr lang="en-US" sz="7200" b="1" dirty="0"/>
            </a:br>
            <a:r>
              <a:rPr lang="en-US" sz="7200" b="1" dirty="0">
                <a:hlinkClick r:id="rId4" action="ppaction://hlinksldjump"/>
              </a:rPr>
              <a:t>kandi</a:t>
            </a:r>
            <a:r>
              <a:rPr lang="en-US" sz="7200" b="1" dirty="0"/>
              <a:t> </a:t>
            </a:r>
            <a:r>
              <a:rPr lang="en-US" sz="7200" b="1" dirty="0">
                <a:hlinkClick r:id="rId5" action="ppaction://hlinksldjump"/>
              </a:rPr>
              <a:t>na</a:t>
            </a:r>
            <a:r>
              <a:rPr lang="en-US" sz="7200" b="1" dirty="0"/>
              <a:t> </a:t>
            </a:r>
            <a:r>
              <a:rPr lang="en-US" sz="7200" b="1" dirty="0">
                <a:hlinkClick r:id="rId6" action="ppaction://hlinksldjump"/>
              </a:rPr>
              <a:t>mutiima</a:t>
            </a:r>
            <a:r>
              <a:rPr lang="en-US" sz="7200" b="1" dirty="0"/>
              <a:t> </a:t>
            </a:r>
            <a:r>
              <a:rPr lang="en-US" sz="7200" b="1" dirty="0">
                <a:hlinkClick r:id="rId7" action="ppaction://hlinksldjump"/>
              </a:rPr>
              <a:t>omuhikirire</a:t>
            </a:r>
            <a:r>
              <a:rPr lang="en-US" sz="7200" b="1" dirty="0"/>
              <a:t> </a:t>
            </a:r>
            <a:r>
              <a:rPr lang="en-US" sz="7200" b="1" dirty="0">
                <a:hlinkClick r:id="rId8" action="ppaction://hlinksldjump"/>
              </a:rPr>
              <a:t>x2</a:t>
            </a:r>
            <a:endParaRPr lang="en-US" sz="7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0"/>
            <a:ext cx="8839200" cy="6705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1.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Ebirebeka byona nebitarebeka byoona nomwana 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omwe Yesu kristo nawe namwikiriza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omwana omwe wenka kandi owa Ruhanga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owazairwe ishe okwiha kare </a:t>
            </a:r>
            <a:r>
              <a:rPr lang="en-US" b="1" dirty="0">
                <a:solidFill>
                  <a:srgbClr val="FF0000"/>
                </a:solidFill>
                <a:hlinkClick r:id="rId2" action="ppaction://hlinksldjump"/>
              </a:rPr>
              <a:t>koona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80CB8"/>
                </a:solidFill>
              </a:rPr>
              <a:t>2.</a:t>
            </a:r>
            <a:br>
              <a:rPr lang="en-US" b="1" dirty="0">
                <a:solidFill>
                  <a:srgbClr val="080CB8"/>
                </a:solidFill>
              </a:rPr>
            </a:br>
            <a:r>
              <a:rPr lang="en-US" b="1" dirty="0">
                <a:solidFill>
                  <a:srgbClr val="080CB8"/>
                </a:solidFill>
              </a:rPr>
              <a:t>Ruhanga wa Ruhanga kimurinkano kyensi</a:t>
            </a:r>
            <a:br>
              <a:rPr lang="en-US" b="1" dirty="0">
                <a:solidFill>
                  <a:srgbClr val="080CB8"/>
                </a:solidFill>
              </a:rPr>
            </a:br>
            <a:r>
              <a:rPr lang="en-US" b="1" dirty="0">
                <a:solidFill>
                  <a:srgbClr val="080CB8"/>
                </a:solidFill>
              </a:rPr>
              <a:t>Ruhanga buzima wa Ruhanga buzima Nyakuzarwa atahangirwe owentuure  emwe n’ishe</a:t>
            </a:r>
            <a:br>
              <a:rPr lang="en-US" b="1" dirty="0">
                <a:solidFill>
                  <a:srgbClr val="080CB8"/>
                </a:solidFill>
              </a:rPr>
            </a:br>
            <a:r>
              <a:rPr lang="en-US" b="1" dirty="0">
                <a:solidFill>
                  <a:srgbClr val="080CB8"/>
                </a:solidFill>
              </a:rPr>
              <a:t>Owakoreiremu byoona arokore itwe </a:t>
            </a:r>
            <a:r>
              <a:rPr lang="en-US" b="1" dirty="0">
                <a:solidFill>
                  <a:srgbClr val="080CB8"/>
                </a:solidFill>
                <a:hlinkClick r:id="rId2" action="ppaction://hlinksldjump"/>
              </a:rPr>
              <a:t>abantu</a:t>
            </a:r>
            <a:r>
              <a:rPr lang="en-US" b="1" dirty="0">
                <a:solidFill>
                  <a:srgbClr val="080CB8"/>
                </a:solidFill>
              </a:rPr>
              <a:t>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3.</a:t>
            </a:r>
            <a:br>
              <a:rPr lang="en-US" sz="6000" b="1" dirty="0">
                <a:solidFill>
                  <a:srgbClr val="FF0000"/>
                </a:solidFill>
              </a:rPr>
            </a:br>
            <a:r>
              <a:rPr lang="en-US" sz="6000" b="1" dirty="0">
                <a:solidFill>
                  <a:srgbClr val="FF0000"/>
                </a:solidFill>
              </a:rPr>
              <a:t>Akaruga omwiguru ahabworikwera </a:t>
            </a:r>
            <a:br>
              <a:rPr lang="en-US" sz="6000" b="1" dirty="0">
                <a:solidFill>
                  <a:srgbClr val="FF0000"/>
                </a:solidFill>
              </a:rPr>
            </a:br>
            <a:r>
              <a:rPr lang="en-US" sz="6000" b="1" dirty="0">
                <a:solidFill>
                  <a:srgbClr val="FF0000"/>
                </a:solidFill>
              </a:rPr>
              <a:t>omuri Bikira Maria yahangwa omubiiri gwe</a:t>
            </a:r>
            <a:br>
              <a:rPr lang="en-US" sz="6000" b="1" dirty="0">
                <a:solidFill>
                  <a:srgbClr val="FF0000"/>
                </a:solidFill>
              </a:rPr>
            </a:br>
            <a:r>
              <a:rPr lang="en-US" sz="6000" b="1" dirty="0">
                <a:solidFill>
                  <a:srgbClr val="FF0000"/>
                </a:solidFill>
              </a:rPr>
              <a:t>Akahinduka omuntu yabambwa </a:t>
            </a:r>
            <a:r>
              <a:rPr lang="en-US" sz="6000" b="1" dirty="0">
                <a:solidFill>
                  <a:srgbClr val="FF0000"/>
                </a:solidFill>
                <a:hlinkClick r:id="rId2" action="ppaction://hlinksldjump"/>
              </a:rPr>
              <a:t>ahabweitu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4.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Akafa akziikwa nkoku kyarangiirwe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Aha eizooba rya kashatu yazooka omu abafiire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Akatemba omwiguru ari aha buryo bwa’ishe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Kandi now’okugaruka nekitiinisa </a:t>
            </a:r>
            <a:r>
              <a:rPr lang="en-US" dirty="0">
                <a:solidFill>
                  <a:srgbClr val="FF0000"/>
                </a:solidFill>
                <a:hlinkClick r:id="rId2" action="ppaction://hlinksldjump"/>
              </a:rPr>
              <a:t>kyingi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80CB8"/>
                </a:solidFill>
              </a:rPr>
              <a:t>5.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Mutiima muhikirire mukama wamagara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Patri na mwana nyowe nimwikiriza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Oramibwa akahimbisibwa patri na mwana</a:t>
            </a:r>
            <a:br>
              <a:rPr lang="en-US" dirty="0">
                <a:solidFill>
                  <a:srgbClr val="080CB8"/>
                </a:solidFill>
              </a:rPr>
            </a:br>
            <a:r>
              <a:rPr lang="en-US" dirty="0">
                <a:solidFill>
                  <a:srgbClr val="080CB8"/>
                </a:solidFill>
              </a:rPr>
              <a:t>Owagambeise abarangi nyowe </a:t>
            </a:r>
            <a:r>
              <a:rPr lang="en-US" dirty="0">
                <a:solidFill>
                  <a:srgbClr val="080CB8"/>
                </a:solidFill>
                <a:hlinkClick r:id="rId3" action="ppaction://hlinksldjump"/>
              </a:rPr>
              <a:t>nimwikiriza</a:t>
            </a:r>
            <a:endParaRPr lang="en-US" dirty="0">
              <a:solidFill>
                <a:srgbClr val="080CB8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21304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6.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Ekelezia emwe erikwera katolika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Eyatandikirwe entumwa nayo ninyikiriza 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Ninyatura batisimu yokusaasira ebibi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kandi ntegyereize nokuzooka kwabafiire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Hamwe n’amagara kandi na magara</a:t>
            </a:r>
            <a:br>
              <a:rPr lang="en-US" b="1" dirty="0">
                <a:solidFill>
                  <a:srgbClr val="00B050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Gobusingye bwona oburiija. </a:t>
            </a:r>
            <a:r>
              <a:rPr lang="en-US" b="1" dirty="0">
                <a:solidFill>
                  <a:srgbClr val="00B050"/>
                </a:solidFill>
                <a:hlinkClick r:id="rId2" action="ppaction://hlinksldjump"/>
              </a:rPr>
              <a:t>Amina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168</Words>
  <Application>Microsoft Office PowerPoint</Application>
  <PresentationFormat>On-screen Show (4:3)</PresentationFormat>
  <Paragraphs>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cc Ninyikiriza Ruhanga patri mwana kandi na mutiima omuhikirire x2</vt:lpstr>
      <vt:lpstr>1. Ebirebeka byona nebitarebeka byoona nomwana  omwe Yesu kristo nawe namwikiriza omwana omwe wenka kandi owa Ruhanga owazairwe ishe okwiha kare koona</vt:lpstr>
      <vt:lpstr>2. Ruhanga wa Ruhanga kimurinkano kyensi Ruhanga buzima wa Ruhanga buzima Nyakuzarwa atahangirwe owentuure  emwe n’ishe Owakoreiremu byoona arokore itwe abantu  </vt:lpstr>
      <vt:lpstr>3. Akaruga omwiguru ahabworikwera  omuri Bikira Maria yahangwa omubiiri gwe Akahinduka omuntu yabambwa ahabweitu</vt:lpstr>
      <vt:lpstr>4. Akafa akziikwa nkoku kyarangiirwe Aha eizooba rya kashatu yazooka omu abafiire  Akatemba omwiguru ari aha buryo bwa’ishe  Kandi now’okugaruka nekitiinisa kyingi</vt:lpstr>
      <vt:lpstr>5. Mutiima muhikirire mukama wamagara Patri na mwana nyowe nimwikiriza Oramibwa akahimbisibwa patri na mwana Owagambeise abarangi nyowe nimwikiriza</vt:lpstr>
      <vt:lpstr>6. Ekelezia emwe erikwera katolika Eyatandikirwe entumwa nayo ninyikiriza  Ninyatura batisimu yokusaasira ebibi kandi ntegyereize nokuzooka kwabafiire Hamwe n’amagara kandi na magara Gobusingye bwona oburiija. Amina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Ninyikiriza Ruhanga patri mwana kandi na mutiima omuhikirire x2</dc:title>
  <dc:creator>student8</dc:creator>
  <cp:lastModifiedBy>HP</cp:lastModifiedBy>
  <cp:revision>25</cp:revision>
  <dcterms:created xsi:type="dcterms:W3CDTF">2006-08-16T00:00:00Z</dcterms:created>
  <dcterms:modified xsi:type="dcterms:W3CDTF">2024-07-21T05:54:12Z</dcterms:modified>
</cp:coreProperties>
</file>