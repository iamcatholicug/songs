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CA4-CCA7-4825-B656-B34B8FF435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429F0-9A42-4F2F-8766-A1A1C3644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01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CA4-CCA7-4825-B656-B34B8FF435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429F0-9A42-4F2F-8766-A1A1C3644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39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CA4-CCA7-4825-B656-B34B8FF435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429F0-9A42-4F2F-8766-A1A1C3644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32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CA4-CCA7-4825-B656-B34B8FF435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429F0-9A42-4F2F-8766-A1A1C3644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98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CA4-CCA7-4825-B656-B34B8FF435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429F0-9A42-4F2F-8766-A1A1C3644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0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CA4-CCA7-4825-B656-B34B8FF435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429F0-9A42-4F2F-8766-A1A1C3644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68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CA4-CCA7-4825-B656-B34B8FF435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429F0-9A42-4F2F-8766-A1A1C3644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94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CA4-CCA7-4825-B656-B34B8FF435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429F0-9A42-4F2F-8766-A1A1C3644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4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CA4-CCA7-4825-B656-B34B8FF435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429F0-9A42-4F2F-8766-A1A1C3644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959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CA4-CCA7-4825-B656-B34B8FF435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429F0-9A42-4F2F-8766-A1A1C3644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92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CA4-CCA7-4825-B656-B34B8FF435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429F0-9A42-4F2F-8766-A1A1C3644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84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6FCA4-CCA7-4825-B656-B34B8FF435E1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429F0-9A42-4F2F-8766-A1A1C36444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74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NINYIJA KUHEREZA MUKAMA</a:t>
            </a:r>
            <a:b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CHRS</a:t>
            </a:r>
            <a:b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Ninyija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kuhereza</a:t>
            </a:r>
            <a:r>
              <a:rPr lang="en-US" dirty="0" smtClean="0">
                <a:latin typeface="Arial Black" panose="020B0A04020102020204" pitchFamily="34" charset="0"/>
              </a:rPr>
              <a:t> Mukama </a:t>
            </a:r>
            <a:r>
              <a:rPr lang="en-US" dirty="0" err="1" smtClean="0">
                <a:latin typeface="Arial Black" panose="020B0A04020102020204" pitchFamily="34" charset="0"/>
              </a:rPr>
              <a:t>ahabwa’mani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ga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mutima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orikwera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ngume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nkuhimbise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x2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333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1.Abahereza Mukama </a:t>
            </a:r>
            <a:r>
              <a:rPr lang="en-US" dirty="0" err="1" smtClean="0">
                <a:latin typeface="Arial Black" panose="020B0A04020102020204" pitchFamily="34" charset="0"/>
              </a:rPr>
              <a:t>nababangira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kandi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abamwesiga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taribahemukaho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865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2.Nyamuhereza Mukama </a:t>
            </a:r>
            <a:r>
              <a:rPr lang="en-US" dirty="0" err="1" smtClean="0">
                <a:latin typeface="Arial Black" panose="020B0A04020102020204" pitchFamily="34" charset="0"/>
              </a:rPr>
              <a:t>ngume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muhimbise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murangane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hoona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hoona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ebiro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byoona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0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3.Omubwooro </a:t>
            </a:r>
            <a:r>
              <a:rPr lang="en-US" dirty="0" err="1" smtClean="0">
                <a:latin typeface="Arial Black" panose="020B0A04020102020204" pitchFamily="34" charset="0"/>
              </a:rPr>
              <a:t>n’obukyene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ngume</a:t>
            </a: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muhereze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omundwara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n’okukaba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ngume</a:t>
            </a: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muhimbise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omubarikunyanga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ngume</a:t>
            </a: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muhereze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n’omubarikumpinga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ngume</a:t>
            </a: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Arial Black" panose="020B0A04020102020204" pitchFamily="34" charset="0"/>
              </a:rPr>
              <a:t>muhimbise</a:t>
            </a:r>
            <a:r>
              <a:rPr lang="en-US" dirty="0" smtClean="0">
                <a:solidFill>
                  <a:srgbClr val="002060"/>
                </a:solidFill>
                <a:latin typeface="Arial Black" panose="020B0A04020102020204" pitchFamily="34" charset="0"/>
              </a:rPr>
              <a:t>  </a:t>
            </a: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721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err="1" smtClean="0">
                <a:latin typeface="Arial Black" panose="020B0A04020102020204" pitchFamily="34" charset="0"/>
              </a:rPr>
              <a:t>Mutima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wangye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mpwera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ngume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muhereze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ngume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haihi</a:t>
            </a:r>
            <a:r>
              <a:rPr lang="en-US" dirty="0" smtClean="0">
                <a:latin typeface="Arial Black" panose="020B0A04020102020204" pitchFamily="34" charset="0"/>
              </a:rPr>
              <a:t> na Yesu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ngume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muhimbise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bwera</a:t>
            </a:r>
            <a:r>
              <a:rPr lang="en-US" dirty="0" smtClean="0">
                <a:latin typeface="Arial Black" panose="020B0A04020102020204" pitchFamily="34" charset="0"/>
              </a:rPr>
              <a:t> ye </a:t>
            </a:r>
            <a:r>
              <a:rPr lang="en-US" dirty="0" err="1" smtClean="0">
                <a:latin typeface="Arial Black" panose="020B0A04020102020204" pitchFamily="34" charset="0"/>
              </a:rPr>
              <a:t>ngitahe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ngume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muhereze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ebiro</a:t>
            </a:r>
            <a:r>
              <a:rPr lang="en-US" dirty="0" smtClean="0">
                <a:latin typeface="Arial Black" panose="020B0A04020102020204" pitchFamily="34" charset="0"/>
              </a:rPr>
              <a:t> byona </a:t>
            </a:r>
            <a:r>
              <a:rPr lang="en-US" dirty="0" err="1" smtClean="0">
                <a:latin typeface="Arial Black" panose="020B0A04020102020204" pitchFamily="34" charset="0"/>
              </a:rPr>
              <a:t>mwine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ngume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muhimbise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628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4.Omubantu </a:t>
            </a:r>
            <a:r>
              <a:rPr lang="en-US" dirty="0" err="1" smtClean="0">
                <a:latin typeface="Arial Black" panose="020B0A04020102020204" pitchFamily="34" charset="0"/>
              </a:rPr>
              <a:t>abarazire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ndyazayo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mbaturuure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mbareete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mbegyese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nabo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bakuhereze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611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5.Mbahabure </a:t>
            </a:r>
            <a:r>
              <a:rPr lang="en-US" dirty="0" err="1" smtClean="0">
                <a:latin typeface="Arial Black" panose="020B0A04020102020204" pitchFamily="34" charset="0"/>
              </a:rPr>
              <a:t>ekigambo</a:t>
            </a:r>
            <a:r>
              <a:rPr lang="en-US" dirty="0" smtClean="0">
                <a:latin typeface="Arial Black" panose="020B0A04020102020204" pitchFamily="34" charset="0"/>
              </a:rPr>
              <a:t> kyawe </a:t>
            </a:r>
            <a:r>
              <a:rPr lang="en-US" dirty="0" err="1" smtClean="0">
                <a:latin typeface="Arial Black" panose="020B0A04020102020204" pitchFamily="34" charset="0"/>
              </a:rPr>
              <a:t>kibatahemu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kibeijure</a:t>
            </a:r>
            <a:r>
              <a:rPr lang="en-US" dirty="0" smtClean="0">
                <a:latin typeface="Arial Black" panose="020B0A04020102020204" pitchFamily="34" charset="0"/>
              </a:rPr>
              <a:t> ee </a:t>
            </a:r>
            <a:r>
              <a:rPr lang="en-US" dirty="0" err="1" smtClean="0">
                <a:latin typeface="Arial Black" panose="020B0A04020102020204" pitchFamily="34" charset="0"/>
              </a:rPr>
              <a:t>kigine</a:t>
            </a:r>
            <a:r>
              <a:rPr lang="en-US" dirty="0" smtClean="0">
                <a:latin typeface="Arial Black" panose="020B0A04020102020204" pitchFamily="34" charset="0"/>
              </a:rPr>
              <a:t> ee </a:t>
            </a:r>
            <a:r>
              <a:rPr lang="en-US" dirty="0" err="1" smtClean="0">
                <a:latin typeface="Arial Black" panose="020B0A04020102020204" pitchFamily="34" charset="0"/>
              </a:rPr>
              <a:t>kibuge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ensi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smtClean="0">
                <a:latin typeface="Arial Black" panose="020B0A04020102020204" pitchFamily="34" charset="0"/>
              </a:rPr>
              <a:t>yoona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868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</TotalTime>
  <Words>34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Office Theme</vt:lpstr>
      <vt:lpstr>NINYIJA KUHEREZA MUKAMA CHRS Ninyija kuhereza Mukama ahabwa’mani ga mutima orikwera ngume nkuhimbise x2</vt:lpstr>
      <vt:lpstr>1.Abahereza Mukama nababangira kandi abamwesiga taribahemukaho </vt:lpstr>
      <vt:lpstr>2.Nyamuhereza Mukama ngume muhimbise  murangane hoona hoona ebiro byoona </vt:lpstr>
      <vt:lpstr>3.Omubwooro n’obukyene  ngume muhereze omundwara n’okukaba  ngume muhimbise omubarikunyanga ngume muhereze n’omubarikumpinga ngume muhimbise  </vt:lpstr>
      <vt:lpstr>Mutima wangye mpwera  ngume muhereze ngume haihi na Yesu ngume muhimbise bwera ye ngitahe  ngume muhereze ebiro byona mwine ngume muhimbise</vt:lpstr>
      <vt:lpstr>4.Omubantu abarazire ndyazayo mbaturuure mbareete mbegyese nabo bakuhereze</vt:lpstr>
      <vt:lpstr>5.Mbahabure ekigambo kyawe kibatahemu kibeijure ee kigine ee kibuge ensi yoona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NINYIJA KUHEREZA MUKAMA CHRS Ninyija kuhereza Mukama ahabwa’mani ga mutima orikwera ngume nkuhimbise x2</dc:title>
  <dc:creator>Admin</dc:creator>
  <cp:lastModifiedBy>Admin</cp:lastModifiedBy>
  <cp:revision>4</cp:revision>
  <dcterms:created xsi:type="dcterms:W3CDTF">2021-05-15T21:20:31Z</dcterms:created>
  <dcterms:modified xsi:type="dcterms:W3CDTF">2022-04-09T20:27:03Z</dcterms:modified>
</cp:coreProperties>
</file>