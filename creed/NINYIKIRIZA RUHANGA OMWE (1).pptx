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2" r:id="rId6"/>
    <p:sldId id="264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8000">
              <a:srgbClr val="FF0000"/>
            </a:gs>
            <a:gs pos="34562">
              <a:srgbClr val="FFFCFC"/>
            </a:gs>
            <a:gs pos="37000">
              <a:srgbClr val="FFF8F8"/>
            </a:gs>
            <a:gs pos="50000">
              <a:srgbClr val="FFF0F0"/>
            </a:gs>
            <a:gs pos="30000">
              <a:srgbClr val="FFE0E0"/>
            </a:gs>
            <a:gs pos="28000">
              <a:srgbClr val="FFC0C0"/>
            </a:gs>
            <a:gs pos="21000">
              <a:srgbClr val="FF8080"/>
            </a:gs>
            <a:gs pos="46000">
              <a:srgbClr val="FF0000"/>
            </a:gs>
            <a:gs pos="63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58C7F-AE31-4EA1-9110-ED93915BE79D}" type="datetimeFigureOut">
              <a:rPr lang="en-US" smtClean="0"/>
              <a:pPr/>
              <a:t>7/2/2023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3DE3A-9882-4786-882B-B882A66C9D2A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solidFill>
                  <a:srgbClr val="FF0000"/>
                </a:solidFill>
                <a:latin typeface="Algerian" panose="04020705040A02060702" pitchFamily="82" charset="0"/>
              </a:rPr>
              <a:t/>
            </a:r>
            <a:br>
              <a:rPr lang="en-GB" b="1" dirty="0" smtClean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GB" b="1" dirty="0" smtClean="0">
                <a:solidFill>
                  <a:srgbClr val="FF0000"/>
                </a:solidFill>
                <a:latin typeface="Algerian" panose="04020705040A02060702" pitchFamily="82" charset="0"/>
              </a:rPr>
              <a:t>CREED</a:t>
            </a:r>
            <a:r>
              <a:rPr lang="en-GB" b="1" dirty="0" smtClean="0">
                <a:latin typeface="Arial Black" panose="020B0A04020102020204" pitchFamily="34" charset="0"/>
              </a:rPr>
              <a:t/>
            </a:r>
            <a:br>
              <a:rPr lang="en-GB" b="1" dirty="0" smtClean="0">
                <a:latin typeface="Arial Black" panose="020B0A04020102020204" pitchFamily="34" charset="0"/>
              </a:rPr>
            </a:br>
            <a:r>
              <a:rPr lang="en-GB" b="1" dirty="0" smtClean="0">
                <a:latin typeface="Arial Black" panose="020B0A04020102020204" pitchFamily="34" charset="0"/>
              </a:rPr>
              <a:t>1</a:t>
            </a:r>
            <a:r>
              <a:rPr lang="en-GB" b="1" dirty="0" smtClean="0">
                <a:latin typeface="Arial Black" panose="020B0A04020102020204" pitchFamily="34" charset="0"/>
              </a:rPr>
              <a:t>. </a:t>
            </a:r>
            <a:r>
              <a:rPr lang="en-GB" b="1" dirty="0" err="1" smtClean="0">
                <a:latin typeface="Arial Black" panose="020B0A04020102020204" pitchFamily="34" charset="0"/>
              </a:rPr>
              <a:t>Ninyikiriza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r>
              <a:rPr lang="en-GB" b="1" dirty="0" err="1" smtClean="0">
                <a:latin typeface="Arial Black" panose="020B0A04020102020204" pitchFamily="34" charset="0"/>
              </a:rPr>
              <a:t>Ruhanga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r>
              <a:rPr lang="en-GB" b="1" dirty="0" err="1" smtClean="0">
                <a:latin typeface="Arial Black" panose="020B0A04020102020204" pitchFamily="34" charset="0"/>
              </a:rPr>
              <a:t>omwe</a:t>
            </a:r>
            <a:r>
              <a:rPr lang="en-GB" b="1" dirty="0" smtClean="0">
                <a:latin typeface="Arial Black" panose="020B0A04020102020204" pitchFamily="34" charset="0"/>
              </a:rPr>
              <a:t>.</a:t>
            </a:r>
            <a:br>
              <a:rPr lang="en-GB" b="1" dirty="0" smtClean="0">
                <a:latin typeface="Arial Black" panose="020B0A04020102020204" pitchFamily="34" charset="0"/>
              </a:rPr>
            </a:br>
            <a:r>
              <a:rPr lang="en-GB" b="1" dirty="0" err="1" smtClean="0">
                <a:latin typeface="Arial Black" panose="020B0A04020102020204" pitchFamily="34" charset="0"/>
              </a:rPr>
              <a:t>Patri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r>
              <a:rPr lang="en-GB" b="1" dirty="0" err="1" smtClean="0">
                <a:latin typeface="Arial Black" panose="020B0A04020102020204" pitchFamily="34" charset="0"/>
              </a:rPr>
              <a:t>omushoborozi</a:t>
            </a:r>
            <a:r>
              <a:rPr lang="en-GB" b="1" dirty="0" smtClean="0">
                <a:latin typeface="Arial Black" panose="020B0A04020102020204" pitchFamily="34" charset="0"/>
              </a:rPr>
              <a:t> wa </a:t>
            </a:r>
            <a:r>
              <a:rPr lang="en-GB" b="1" dirty="0" err="1" smtClean="0">
                <a:latin typeface="Arial Black" panose="020B0A04020102020204" pitchFamily="34" charset="0"/>
              </a:rPr>
              <a:t>byoona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br>
              <a:rPr lang="en-GB" b="1" dirty="0" smtClean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O</a:t>
            </a:r>
            <a:r>
              <a:rPr lang="en-GB" b="1" dirty="0" err="1" smtClean="0">
                <a:latin typeface="Arial Black" panose="020B0A04020102020204" pitchFamily="34" charset="0"/>
              </a:rPr>
              <a:t>muhangi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r>
              <a:rPr lang="en-GB" b="1" dirty="0" err="1" smtClean="0">
                <a:latin typeface="Arial Black" panose="020B0A04020102020204" pitchFamily="34" charset="0"/>
              </a:rPr>
              <a:t>weiguru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r>
              <a:rPr lang="en-GB" b="1" dirty="0" err="1" smtClean="0">
                <a:latin typeface="Arial Black" panose="020B0A04020102020204" pitchFamily="34" charset="0"/>
              </a:rPr>
              <a:t>n’ensi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br>
              <a:rPr lang="en-GB" b="1" dirty="0" smtClean="0">
                <a:latin typeface="Arial Black" panose="020B0A04020102020204" pitchFamily="34" charset="0"/>
              </a:rPr>
            </a:br>
            <a:r>
              <a:rPr lang="en-GB" b="1" dirty="0" smtClean="0">
                <a:latin typeface="Arial Black" panose="020B0A04020102020204" pitchFamily="34" charset="0"/>
              </a:rPr>
              <a:t>na Yezu </a:t>
            </a:r>
            <a:r>
              <a:rPr lang="en-GB" b="1" dirty="0" err="1" smtClean="0">
                <a:latin typeface="Arial Black" panose="020B0A04020102020204" pitchFamily="34" charset="0"/>
              </a:rPr>
              <a:t>Kristu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r>
              <a:rPr lang="en-GB" b="1" dirty="0" err="1" smtClean="0">
                <a:latin typeface="Arial Black" panose="020B0A04020102020204" pitchFamily="34" charset="0"/>
              </a:rPr>
              <a:t>omwana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r>
              <a:rPr lang="en-GB" b="1" dirty="0" err="1" smtClean="0">
                <a:latin typeface="Arial Black" panose="020B0A04020102020204" pitchFamily="34" charset="0"/>
              </a:rPr>
              <a:t>omwe</a:t>
            </a:r>
            <a:r>
              <a:rPr lang="en-GB" b="1" dirty="0" smtClean="0">
                <a:latin typeface="Arial Black" panose="020B0A04020102020204" pitchFamily="34" charset="0"/>
              </a:rPr>
              <a:t> </a:t>
            </a:r>
            <a:r>
              <a:rPr lang="en-GB" b="1" dirty="0" err="1" smtClean="0">
                <a:latin typeface="Arial Black" panose="020B0A04020102020204" pitchFamily="34" charset="0"/>
              </a:rPr>
              <a:t>wenka</a:t>
            </a:r>
            <a:r>
              <a:rPr lang="en-GB" b="1" dirty="0" smtClean="0">
                <a:latin typeface="Arial Black" panose="020B0A04020102020204" pitchFamily="34" charset="0"/>
              </a:rPr>
              <a:t/>
            </a:r>
            <a:br>
              <a:rPr lang="en-GB" b="1" dirty="0" smtClean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Owabakirwe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omunda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ahabwa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Mutima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orikwera</a:t>
            </a:r>
            <a:r>
              <a:rPr lang="en-GB" b="1" dirty="0">
                <a:latin typeface="Arial Black" panose="020B0A04020102020204" pitchFamily="34" charset="0"/>
              </a:rPr>
              <a:t/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Akazaarwa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Bikira</a:t>
            </a:r>
            <a:r>
              <a:rPr lang="en-GB" b="1" dirty="0">
                <a:latin typeface="Arial Black" panose="020B0A04020102020204" pitchFamily="34" charset="0"/>
              </a:rPr>
              <a:t> Maria.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/>
            </a:r>
            <a:br>
              <a:rPr lang="en-GB" b="1" dirty="0">
                <a:latin typeface="Arial Black" panose="020B0A04020102020204" pitchFamily="34" charset="0"/>
              </a:rPr>
            </a:br>
            <a:endParaRPr lang="en-GB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6408711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4500" b="1" dirty="0" err="1">
                <a:latin typeface="Arial Black" panose="020B0A04020102020204" pitchFamily="34" charset="0"/>
              </a:rPr>
              <a:t>Eego</a:t>
            </a:r>
            <a:r>
              <a:rPr lang="en-GB" sz="4500" b="1" dirty="0">
                <a:latin typeface="Arial Black" panose="020B0A04020102020204" pitchFamily="34" charset="0"/>
              </a:rPr>
              <a:t> </a:t>
            </a:r>
            <a:r>
              <a:rPr lang="en-GB" sz="4500" b="1" dirty="0" err="1">
                <a:latin typeface="Arial Black" panose="020B0A04020102020204" pitchFamily="34" charset="0"/>
              </a:rPr>
              <a:t>ninyikiriza,ninyikiriza</a:t>
            </a:r>
            <a:r>
              <a:rPr lang="en-GB" sz="4500" b="1" dirty="0">
                <a:latin typeface="Arial Black" panose="020B0A04020102020204" pitchFamily="34" charset="0"/>
              </a:rPr>
              <a:t> </a:t>
            </a:r>
            <a:r>
              <a:rPr lang="en-GB" sz="4500" b="1" dirty="0" err="1">
                <a:latin typeface="Arial Black" panose="020B0A04020102020204" pitchFamily="34" charset="0"/>
              </a:rPr>
              <a:t>Ruhanga</a:t>
            </a:r>
            <a:r>
              <a:rPr lang="en-GB" sz="4500" b="1" dirty="0">
                <a:latin typeface="Arial Black" panose="020B0A04020102020204" pitchFamily="34" charset="0"/>
              </a:rPr>
              <a:t> </a:t>
            </a:r>
            <a:r>
              <a:rPr lang="en-GB" sz="4500" b="1" dirty="0" err="1">
                <a:latin typeface="Arial Black" panose="020B0A04020102020204" pitchFamily="34" charset="0"/>
              </a:rPr>
              <a:t>omwe</a:t>
            </a:r>
            <a:r>
              <a:rPr lang="en-GB" sz="4500" b="1" dirty="0">
                <a:latin typeface="Arial Black" panose="020B0A04020102020204" pitchFamily="34" charset="0"/>
              </a:rPr>
              <a:t>.</a:t>
            </a: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7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GB" sz="3300" b="1" dirty="0">
                <a:latin typeface="Arial Black" panose="020B0A04020102020204" pitchFamily="34" charset="0"/>
              </a:rPr>
              <a:t>2. </a:t>
            </a:r>
            <a:r>
              <a:rPr lang="en-GB" sz="3300" b="1" dirty="0" err="1">
                <a:latin typeface="Arial Black" panose="020B0A04020102020204" pitchFamily="34" charset="0"/>
              </a:rPr>
              <a:t>Yareebesibwa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enaku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</a:p>
          <a:p>
            <a:pPr algn="ctr">
              <a:lnSpc>
                <a:spcPct val="150000"/>
              </a:lnSpc>
              <a:buNone/>
            </a:pPr>
            <a:r>
              <a:rPr lang="en-GB" sz="3300" b="1" dirty="0" err="1">
                <a:latin typeface="Arial Black" panose="020B0A04020102020204" pitchFamily="34" charset="0"/>
              </a:rPr>
              <a:t>Obwa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Ponsio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Pilato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</a:p>
          <a:p>
            <a:pPr algn="ctr">
              <a:lnSpc>
                <a:spcPct val="150000"/>
              </a:lnSpc>
              <a:buNone/>
            </a:pPr>
            <a:r>
              <a:rPr lang="en-GB" sz="3300" b="1" dirty="0" err="1">
                <a:latin typeface="Arial Black" panose="020B0A04020102020204" pitchFamily="34" charset="0"/>
              </a:rPr>
              <a:t>Yabambwa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ahamusharaba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yaafa</a:t>
            </a:r>
            <a:r>
              <a:rPr lang="en-GB" sz="3300" b="1" dirty="0">
                <a:latin typeface="Arial Black" panose="020B0A04020102020204" pitchFamily="34" charset="0"/>
              </a:rPr>
              <a:t>,</a:t>
            </a:r>
          </a:p>
          <a:p>
            <a:pPr algn="ctr">
              <a:lnSpc>
                <a:spcPct val="150000"/>
              </a:lnSpc>
              <a:buNone/>
            </a:pPr>
            <a:r>
              <a:rPr lang="en-GB" sz="3300" b="1" dirty="0" err="1">
                <a:latin typeface="Arial Black" panose="020B0A04020102020204" pitchFamily="34" charset="0"/>
              </a:rPr>
              <a:t>Yashuuma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okuzimu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</a:p>
          <a:p>
            <a:pPr algn="ctr">
              <a:lnSpc>
                <a:spcPct val="150000"/>
              </a:lnSpc>
              <a:buNone/>
            </a:pPr>
            <a:r>
              <a:rPr lang="en-GB" sz="3300" b="1" dirty="0">
                <a:latin typeface="Arial Black" panose="020B0A04020102020204" pitchFamily="34" charset="0"/>
              </a:rPr>
              <a:t>Aha </a:t>
            </a:r>
            <a:r>
              <a:rPr lang="en-GB" sz="3300" b="1" dirty="0" err="1">
                <a:latin typeface="Arial Black" panose="020B0A04020102020204" pitchFamily="34" charset="0"/>
              </a:rPr>
              <a:t>izooba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rya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kashatu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yazooka</a:t>
            </a:r>
            <a:endParaRPr lang="en-GB" sz="3300" b="1" dirty="0">
              <a:latin typeface="Arial Black" panose="020B0A04020102020204" pitchFamily="34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Yatemba</a:t>
            </a:r>
            <a:r>
              <a:rPr lang="en-GB" sz="3300" b="1" dirty="0">
                <a:latin typeface="Arial Black" panose="020B0A04020102020204" pitchFamily="34" charset="0"/>
              </a:rPr>
              <a:t> </a:t>
            </a:r>
            <a:r>
              <a:rPr lang="en-GB" sz="3300" b="1" dirty="0" err="1">
                <a:latin typeface="Arial Black" panose="020B0A04020102020204" pitchFamily="34" charset="0"/>
              </a:rPr>
              <a:t>omwiguru</a:t>
            </a:r>
            <a:r>
              <a:rPr lang="en-GB" sz="3300" b="1" dirty="0">
                <a:latin typeface="Arial Black" panose="020B0A04020102020204" pitchFamily="34" charset="0"/>
              </a:rPr>
              <a:t>.</a:t>
            </a: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6408711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4500" b="1" dirty="0" err="1">
                <a:latin typeface="Arial Black" panose="020B0A04020102020204" pitchFamily="34" charset="0"/>
              </a:rPr>
              <a:t>Eego</a:t>
            </a:r>
            <a:r>
              <a:rPr lang="en-GB" sz="4500" b="1" dirty="0">
                <a:latin typeface="Arial Black" panose="020B0A04020102020204" pitchFamily="34" charset="0"/>
              </a:rPr>
              <a:t> </a:t>
            </a:r>
            <a:r>
              <a:rPr lang="en-GB" sz="4500" b="1" dirty="0" err="1">
                <a:latin typeface="Arial Black" panose="020B0A04020102020204" pitchFamily="34" charset="0"/>
              </a:rPr>
              <a:t>ninyikiriza,ninyikiriza</a:t>
            </a:r>
            <a:r>
              <a:rPr lang="en-GB" sz="4500" b="1" dirty="0">
                <a:latin typeface="Arial Black" panose="020B0A04020102020204" pitchFamily="34" charset="0"/>
              </a:rPr>
              <a:t> </a:t>
            </a:r>
            <a:r>
              <a:rPr lang="en-GB" sz="4500" b="1" dirty="0" err="1">
                <a:latin typeface="Arial Black" panose="020B0A04020102020204" pitchFamily="34" charset="0"/>
              </a:rPr>
              <a:t>Ruhanga</a:t>
            </a:r>
            <a:r>
              <a:rPr lang="en-GB" sz="4500" b="1" dirty="0">
                <a:latin typeface="Arial Black" panose="020B0A04020102020204" pitchFamily="34" charset="0"/>
              </a:rPr>
              <a:t> </a:t>
            </a:r>
            <a:r>
              <a:rPr lang="en-GB" sz="4500" b="1" dirty="0" err="1">
                <a:latin typeface="Arial Black" panose="020B0A04020102020204" pitchFamily="34" charset="0"/>
              </a:rPr>
              <a:t>omwe</a:t>
            </a:r>
            <a:r>
              <a:rPr lang="en-GB" sz="4500" b="1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0622162"/>
      </p:ext>
    </p:extLst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624735"/>
          </a:xfrm>
          <a:solidFill>
            <a:schemeClr val="bg1"/>
          </a:solidFill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en-GB" sz="3600" b="1" dirty="0">
                <a:latin typeface="Arial Black" panose="020B0A04020102020204" pitchFamily="34" charset="0"/>
              </a:rPr>
              <a:t>3. </a:t>
            </a:r>
            <a:r>
              <a:rPr lang="en-GB" sz="3600" b="1" dirty="0" err="1">
                <a:latin typeface="Arial Black" panose="020B0A04020102020204" pitchFamily="34" charset="0"/>
              </a:rPr>
              <a:t>Ashutami</a:t>
            </a:r>
            <a:r>
              <a:rPr lang="en-GB" sz="3600" b="1" dirty="0">
                <a:latin typeface="Arial Black" panose="020B0A04020102020204" pitchFamily="34" charset="0"/>
              </a:rPr>
              <a:t> aha </a:t>
            </a:r>
            <a:r>
              <a:rPr lang="en-GB" sz="3600" b="1" dirty="0" err="1">
                <a:latin typeface="Arial Black" panose="020B0A04020102020204" pitchFamily="34" charset="0"/>
              </a:rPr>
              <a:t>buryo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bw’Ishe</a:t>
            </a:r>
            <a:r>
              <a:rPr lang="en-GB" sz="3600" b="1" dirty="0">
                <a:latin typeface="Arial Black" panose="020B0A04020102020204" pitchFamily="34" charset="0"/>
              </a:rPr>
              <a:t>,</a:t>
            </a:r>
          </a:p>
          <a:p>
            <a:pPr algn="ctr">
              <a:buNone/>
            </a:pP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Ruhanga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omushoboorozi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wabyona</a:t>
            </a:r>
            <a:r>
              <a:rPr lang="en-GB" sz="3600" b="1" dirty="0">
                <a:latin typeface="Arial Black" panose="020B0A04020102020204" pitchFamily="34" charset="0"/>
              </a:rPr>
              <a:t>,</a:t>
            </a:r>
          </a:p>
          <a:p>
            <a:pPr algn="ctr">
              <a:buNone/>
            </a:pPr>
            <a:r>
              <a:rPr lang="en-GB" sz="3600" b="1" dirty="0" err="1">
                <a:latin typeface="Arial Black" panose="020B0A04020102020204" pitchFamily="34" charset="0"/>
              </a:rPr>
              <a:t>Ahu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ariruga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naija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kushoboorora</a:t>
            </a:r>
            <a:r>
              <a:rPr lang="en-GB" sz="3600" b="1" dirty="0">
                <a:latin typeface="Arial Black" panose="020B0A04020102020204" pitchFamily="34" charset="0"/>
              </a:rPr>
              <a:t>,</a:t>
            </a:r>
          </a:p>
          <a:p>
            <a:pPr algn="ctr">
              <a:buNone/>
            </a:pPr>
            <a:r>
              <a:rPr lang="en-GB" sz="3600" b="1" dirty="0" err="1">
                <a:latin typeface="Arial Black" panose="020B0A04020102020204" pitchFamily="34" charset="0"/>
              </a:rPr>
              <a:t>kushoboorora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abahurire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</a:p>
          <a:p>
            <a:pPr algn="ctr">
              <a:buNone/>
            </a:pPr>
            <a:r>
              <a:rPr lang="en-GB" sz="3600" b="1" dirty="0" err="1">
                <a:latin typeface="Arial Black" panose="020B0A04020102020204" pitchFamily="34" charset="0"/>
              </a:rPr>
              <a:t>kandi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  <a:r>
              <a:rPr lang="en-GB" sz="3600" b="1" dirty="0" err="1">
                <a:latin typeface="Arial Black" panose="020B0A04020102020204" pitchFamily="34" charset="0"/>
              </a:rPr>
              <a:t>nabafiire</a:t>
            </a:r>
            <a:r>
              <a:rPr lang="en-GB" sz="3600" b="1" dirty="0">
                <a:latin typeface="Arial Black" panose="020B0A04020102020204" pitchFamily="34" charset="0"/>
              </a:rPr>
              <a:t> </a:t>
            </a:r>
          </a:p>
          <a:p>
            <a:pPr algn="ctr">
              <a:buNone/>
            </a:pPr>
            <a:r>
              <a:rPr lang="en-GB" sz="3600" b="1" dirty="0">
                <a:latin typeface="Arial Black" panose="020B0A04020102020204" pitchFamily="34" charset="0"/>
              </a:rPr>
              <a:t>Niwe Mukama </a:t>
            </a:r>
            <a:r>
              <a:rPr lang="en-GB" sz="3600" b="1" dirty="0" err="1" smtClean="0">
                <a:latin typeface="Arial Black" panose="020B0A04020102020204" pitchFamily="34" charset="0"/>
              </a:rPr>
              <a:t>w’obutwire</a:t>
            </a:r>
            <a:endParaRPr lang="en-GB" sz="36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6408711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4500" b="1" dirty="0" err="1">
                <a:latin typeface="Arial Black" panose="020B0A04020102020204" pitchFamily="34" charset="0"/>
              </a:rPr>
              <a:t>Eego</a:t>
            </a:r>
            <a:r>
              <a:rPr lang="en-GB" sz="4500" b="1" dirty="0">
                <a:latin typeface="Arial Black" panose="020B0A04020102020204" pitchFamily="34" charset="0"/>
              </a:rPr>
              <a:t> </a:t>
            </a:r>
            <a:r>
              <a:rPr lang="en-GB" sz="4500" b="1" dirty="0" err="1">
                <a:latin typeface="Arial Black" panose="020B0A04020102020204" pitchFamily="34" charset="0"/>
              </a:rPr>
              <a:t>ninyikiriza,ninyikiriza</a:t>
            </a:r>
            <a:r>
              <a:rPr lang="en-GB" sz="4500" b="1" dirty="0">
                <a:latin typeface="Arial Black" panose="020B0A04020102020204" pitchFamily="34" charset="0"/>
              </a:rPr>
              <a:t> </a:t>
            </a:r>
            <a:r>
              <a:rPr lang="en-GB" sz="4500" b="1" dirty="0" err="1">
                <a:latin typeface="Arial Black" panose="020B0A04020102020204" pitchFamily="34" charset="0"/>
              </a:rPr>
              <a:t>Ruhanga</a:t>
            </a:r>
            <a:r>
              <a:rPr lang="en-GB" sz="4500" b="1" dirty="0">
                <a:latin typeface="Arial Black" panose="020B0A04020102020204" pitchFamily="34" charset="0"/>
              </a:rPr>
              <a:t> </a:t>
            </a:r>
            <a:r>
              <a:rPr lang="en-GB" sz="4500" b="1" dirty="0" err="1">
                <a:latin typeface="Arial Black" panose="020B0A04020102020204" pitchFamily="34" charset="0"/>
              </a:rPr>
              <a:t>omwe</a:t>
            </a:r>
            <a:r>
              <a:rPr lang="en-GB" sz="4500" b="1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0534757"/>
      </p:ext>
    </p:extLst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552727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pPr algn="ctr">
              <a:buFont typeface="Wingdings" panose="05000000000000000000" pitchFamily="2" charset="2"/>
              <a:buChar char="Ø"/>
            </a:pPr>
            <a:r>
              <a:rPr lang="en-GB" sz="6975" b="1" dirty="0" err="1">
                <a:latin typeface="Arial Black" panose="020B0A04020102020204" pitchFamily="34" charset="0"/>
              </a:rPr>
              <a:t>Ninyikiriza</a:t>
            </a: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>
                <a:latin typeface="Arial Black" panose="020B0A04020102020204" pitchFamily="34" charset="0"/>
              </a:rPr>
              <a:t>Mutima</a:t>
            </a: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>
                <a:latin typeface="Arial Black" panose="020B0A04020102020204" pitchFamily="34" charset="0"/>
              </a:rPr>
              <a:t>Orikwera</a:t>
            </a:r>
            <a:r>
              <a:rPr lang="en-GB" sz="6975" b="1" dirty="0">
                <a:latin typeface="Arial Black" panose="020B0A04020102020204" pitchFamily="34" charset="0"/>
              </a:rPr>
              <a:t>,</a:t>
            </a:r>
          </a:p>
          <a:p>
            <a:pPr marL="0" indent="0" algn="ctr">
              <a:buNone/>
            </a:pPr>
            <a:r>
              <a:rPr lang="en-GB" sz="6975" b="1" dirty="0" err="1">
                <a:latin typeface="Arial Black" panose="020B0A04020102020204" pitchFamily="34" charset="0"/>
              </a:rPr>
              <a:t>ekelezia</a:t>
            </a: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>
                <a:latin typeface="Arial Black" panose="020B0A04020102020204" pitchFamily="34" charset="0"/>
              </a:rPr>
              <a:t>ya</a:t>
            </a: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>
                <a:latin typeface="Arial Black" panose="020B0A04020102020204" pitchFamily="34" charset="0"/>
              </a:rPr>
              <a:t>boona</a:t>
            </a: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>
                <a:latin typeface="Arial Black" panose="020B0A04020102020204" pitchFamily="34" charset="0"/>
              </a:rPr>
              <a:t>erikwera</a:t>
            </a:r>
            <a:r>
              <a:rPr lang="en-GB" sz="6975" b="1" dirty="0">
                <a:latin typeface="Arial Black" panose="020B0A04020102020204" pitchFamily="34" charset="0"/>
              </a:rPr>
              <a:t>,</a:t>
            </a:r>
          </a:p>
          <a:p>
            <a:pPr marL="0" indent="0" algn="ctr">
              <a:buNone/>
            </a:pPr>
            <a:r>
              <a:rPr lang="en-GB" sz="6975" b="1" dirty="0" err="1">
                <a:latin typeface="Arial Black" panose="020B0A04020102020204" pitchFamily="34" charset="0"/>
              </a:rPr>
              <a:t>okweteerana</a:t>
            </a: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>
                <a:latin typeface="Arial Black" panose="020B0A04020102020204" pitchFamily="34" charset="0"/>
              </a:rPr>
              <a:t>hamwe</a:t>
            </a: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>
                <a:latin typeface="Arial Black" panose="020B0A04020102020204" pitchFamily="34" charset="0"/>
              </a:rPr>
              <a:t>kw’abahikiriire</a:t>
            </a:r>
            <a:r>
              <a:rPr lang="en-GB" sz="6975" b="1" dirty="0">
                <a:latin typeface="Arial Black" panose="020B0A04020102020204" pitchFamily="34" charset="0"/>
              </a:rPr>
              <a:t>,</a:t>
            </a:r>
          </a:p>
          <a:p>
            <a:pPr marL="0" indent="0" algn="ctr">
              <a:buNone/>
            </a:pP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>
                <a:latin typeface="Arial Black" panose="020B0A04020102020204" pitchFamily="34" charset="0"/>
              </a:rPr>
              <a:t>okusaasirwa</a:t>
            </a: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>
                <a:latin typeface="Arial Black" panose="020B0A04020102020204" pitchFamily="34" charset="0"/>
              </a:rPr>
              <a:t>ebibi</a:t>
            </a:r>
            <a:r>
              <a:rPr lang="en-GB" sz="6975" b="1" dirty="0">
                <a:latin typeface="Arial Black" panose="020B0A04020102020204" pitchFamily="34" charset="0"/>
              </a:rPr>
              <a:t>,</a:t>
            </a:r>
          </a:p>
          <a:p>
            <a:pPr marL="0" indent="0" algn="ctr">
              <a:buNone/>
            </a:pPr>
            <a:r>
              <a:rPr lang="en-GB" sz="6975" b="1" dirty="0" err="1">
                <a:latin typeface="Arial Black" panose="020B0A04020102020204" pitchFamily="34" charset="0"/>
              </a:rPr>
              <a:t>okuzooka</a:t>
            </a: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>
                <a:latin typeface="Arial Black" panose="020B0A04020102020204" pitchFamily="34" charset="0"/>
              </a:rPr>
              <a:t>kwemibiri</a:t>
            </a:r>
            <a:r>
              <a:rPr lang="en-GB" sz="6975" b="1" dirty="0">
                <a:latin typeface="Arial Black" panose="020B0A04020102020204" pitchFamily="34" charset="0"/>
              </a:rPr>
              <a:t> ,</a:t>
            </a:r>
          </a:p>
          <a:p>
            <a:pPr marL="0" indent="0" algn="ctr">
              <a:buNone/>
            </a:pPr>
            <a:r>
              <a:rPr lang="en-GB" sz="6975" b="1" dirty="0" err="1">
                <a:latin typeface="Arial Black" panose="020B0A04020102020204" pitchFamily="34" charset="0"/>
              </a:rPr>
              <a:t>n’amagara</a:t>
            </a:r>
            <a:r>
              <a:rPr lang="en-GB" sz="6975" b="1" dirty="0">
                <a:latin typeface="Arial Black" panose="020B0A04020102020204" pitchFamily="34" charset="0"/>
              </a:rPr>
              <a:t> </a:t>
            </a:r>
            <a:r>
              <a:rPr lang="en-GB" sz="6975" b="1" dirty="0" err="1" smtClean="0">
                <a:latin typeface="Arial Black" panose="020B0A04020102020204" pitchFamily="34" charset="0"/>
              </a:rPr>
              <a:t>agatarihwaho</a:t>
            </a:r>
            <a:r>
              <a:rPr lang="en-GB" sz="6975" b="1" dirty="0" smtClean="0">
                <a:latin typeface="Arial Black" panose="020B0A04020102020204" pitchFamily="34" charset="0"/>
              </a:rPr>
              <a:t>.</a:t>
            </a:r>
          </a:p>
          <a:p>
            <a:pPr algn="ctr">
              <a:buNone/>
            </a:pPr>
            <a:r>
              <a:rPr lang="en-GB" b="1" dirty="0" smtClean="0"/>
              <a:t>           </a:t>
            </a:r>
            <a:r>
              <a:rPr lang="en-GB" sz="5025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 </a:t>
            </a:r>
            <a:r>
              <a:rPr lang="en-GB" sz="4425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AMINA.</a:t>
            </a:r>
            <a:endParaRPr lang="en-GB" sz="5025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>
              <a:buNone/>
            </a:pPr>
            <a:endParaRPr lang="en-GB" b="1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87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Arial Black</vt:lpstr>
      <vt:lpstr>Calibri</vt:lpstr>
      <vt:lpstr>Wingdings</vt:lpstr>
      <vt:lpstr>Office Theme</vt:lpstr>
      <vt:lpstr> CREED 1. Ninyikiriza Ruhanga omwe. Patri omushoborozi wa byoona  Omuhangi weiguru n’ensi  na Yezu Kristu omwana omwe wenka Owabakirwe omunda ahabwa Mutima orikwera  Akazaarwa Bikira Maria.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Ninyikiriza Ruhanga omwe. Patri omushoborozi wa byoona omuhangi weiguru n’ensi na Yezu Kristu omwana omwe wenka </dc:title>
  <dc:creator>dell</dc:creator>
  <cp:lastModifiedBy>Admin</cp:lastModifiedBy>
  <cp:revision>21</cp:revision>
  <dcterms:created xsi:type="dcterms:W3CDTF">2014-07-11T15:11:49Z</dcterms:created>
  <dcterms:modified xsi:type="dcterms:W3CDTF">2023-07-02T06:45:49Z</dcterms:modified>
</cp:coreProperties>
</file>