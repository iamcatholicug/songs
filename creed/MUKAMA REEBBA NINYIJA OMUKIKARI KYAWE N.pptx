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4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0"/>
            <a:ext cx="7772400" cy="1470025"/>
          </a:xfrm>
        </p:spPr>
        <p:txBody>
          <a:bodyPr/>
          <a:lstStyle/>
          <a:p>
            <a:r>
              <a:rPr lang="en-US" dirty="0"/>
              <a:t>MUKAMA REEBA NINYIJA OMUKIKARI KYAWE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981200"/>
            <a:ext cx="8229600" cy="36576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Chrs:</a:t>
            </a:r>
          </a:p>
          <a:p>
            <a:r>
              <a:rPr lang="en-US" sz="4400" dirty="0">
                <a:solidFill>
                  <a:schemeClr val="tx1"/>
                </a:solidFill>
              </a:rPr>
              <a:t>Mukama reeba ninyija omukikari kyawe nakweha nyakiira omuruganda </a:t>
            </a:r>
            <a:r>
              <a:rPr lang="en-US" sz="4400" dirty="0">
                <a:solidFill>
                  <a:schemeClr val="tx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rwabanyiginya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baawe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mpakye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nkuhereze</a:t>
            </a:r>
            <a:endParaRPr lang="en-US" sz="4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561E3-21CD-BF09-2379-6F1275B71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53C5E-C9B7-54B6-133C-56CA68036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89344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/>
              <a:t>Egyo rukundo yaawe nigwo muhanda gw’amazima ogutuhssya ahoori mbwenu reeba naija </a:t>
            </a:r>
            <a:r>
              <a:rPr lang="en-US" sz="5400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nyakiira</a:t>
            </a:r>
            <a:endParaRPr lang="en-US" sz="5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/>
              <a:t>Nobuntashemerirwe bwona, amaani n’engoga nibye byo nyakira omuruganda rwabahereza </a:t>
            </a:r>
            <a:r>
              <a:rPr lang="en-US" sz="5400" dirty="0">
                <a:hlinkClick r:id="rId2" action="ppaction://hlinksldjump"/>
              </a:rPr>
              <a:t>baawe</a:t>
            </a:r>
            <a:endParaRPr lang="en-US" sz="5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600" dirty="0"/>
              <a:t>Wantoorine wancokire</a:t>
            </a:r>
          </a:p>
          <a:p>
            <a:pPr>
              <a:buNone/>
            </a:pPr>
            <a:r>
              <a:rPr lang="en-US" sz="6600" dirty="0"/>
              <a:t>Mpwezesa omuhanda gw’obuhereza </a:t>
            </a:r>
            <a:r>
              <a:rPr lang="en-US" sz="6600" dirty="0">
                <a:hlinkClick r:id="rId2" action="ppaction://hlinksldjump"/>
              </a:rPr>
              <a:t>bwawe</a:t>
            </a:r>
            <a:endParaRPr lang="en-US" sz="6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6600" dirty="0"/>
              <a:t>Ahabwarukundo yaawe mukama</a:t>
            </a:r>
          </a:p>
          <a:p>
            <a:pPr>
              <a:buNone/>
            </a:pPr>
            <a:r>
              <a:rPr lang="en-US" sz="6600" dirty="0"/>
              <a:t>Mbangira ompamye omubuhereza </a:t>
            </a:r>
            <a:r>
              <a:rPr lang="en-US" sz="6600" dirty="0">
                <a:hlinkClick r:id="rId2" action="ppaction://hlinksldjump"/>
              </a:rPr>
              <a:t>bw’onyetire</a:t>
            </a:r>
            <a:r>
              <a:rPr lang="en-US" sz="66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60</Words>
  <Application>Microsoft Office PowerPoint</Application>
  <PresentationFormat>On-screen Show (4:3)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MUKAMA REEBA NINYIJA OMUKIKARI KYAWE</vt:lpstr>
      <vt:lpstr>PowerPoint Presentation</vt:lpstr>
      <vt:lpstr>1</vt:lpstr>
      <vt:lpstr>2</vt:lpstr>
      <vt:lpstr>3</vt:lpstr>
      <vt:lpstr>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MUKAMA REEBA NINYIJA OMUKIKARI KYAWE</dc:title>
  <dc:creator>student10</dc:creator>
  <cp:lastModifiedBy>HP</cp:lastModifiedBy>
  <cp:revision>10</cp:revision>
  <dcterms:created xsi:type="dcterms:W3CDTF">2006-08-16T00:00:00Z</dcterms:created>
  <dcterms:modified xsi:type="dcterms:W3CDTF">2024-07-31T08:24:46Z</dcterms:modified>
</cp:coreProperties>
</file>