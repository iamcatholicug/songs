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3" r:id="rId4"/>
    <p:sldId id="264" r:id="rId5"/>
    <p:sldId id="259" r:id="rId6"/>
    <p:sldId id="265" r:id="rId7"/>
    <p:sldId id="260" r:id="rId8"/>
    <p:sldId id="266" r:id="rId9"/>
    <p:sldId id="261" r:id="rId10"/>
    <p:sldId id="262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8E4-4F15-4CB6-AE83-0FF4474D8AA0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1695-E803-4684-ADE9-E97AE2ABC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06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8E4-4F15-4CB6-AE83-0FF4474D8AA0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1695-E803-4684-ADE9-E97AE2ABC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50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8E4-4F15-4CB6-AE83-0FF4474D8AA0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1695-E803-4684-ADE9-E97AE2ABC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75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8E4-4F15-4CB6-AE83-0FF4474D8AA0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1695-E803-4684-ADE9-E97AE2ABC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42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8E4-4F15-4CB6-AE83-0FF4474D8AA0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1695-E803-4684-ADE9-E97AE2ABC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8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8E4-4F15-4CB6-AE83-0FF4474D8AA0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1695-E803-4684-ADE9-E97AE2ABC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62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8E4-4F15-4CB6-AE83-0FF4474D8AA0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1695-E803-4684-ADE9-E97AE2ABC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4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8E4-4F15-4CB6-AE83-0FF4474D8AA0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1695-E803-4684-ADE9-E97AE2ABC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8E4-4F15-4CB6-AE83-0FF4474D8AA0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1695-E803-4684-ADE9-E97AE2ABC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45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8E4-4F15-4CB6-AE83-0FF4474D8AA0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1695-E803-4684-ADE9-E97AE2ABC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8E4-4F15-4CB6-AE83-0FF4474D8AA0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1695-E803-4684-ADE9-E97AE2ABC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7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848E4-4F15-4CB6-AE83-0FF4474D8AA0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51695-E803-4684-ADE9-E97AE2ABC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3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Bahnschrift" panose="020B0502040204020203" pitchFamily="34" charset="0"/>
              </a:rPr>
              <a:t>A PURE AND HOLY </a:t>
            </a:r>
            <a:r>
              <a:rPr lang="en-US" b="1" dirty="0" smtClean="0">
                <a:solidFill>
                  <a:srgbClr val="FF0000"/>
                </a:solidFill>
                <a:latin typeface="Bahnschrift" panose="020B0502040204020203" pitchFamily="34" charset="0"/>
              </a:rPr>
              <a:t>SACRIFICE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latin typeface="Arial Black" panose="020B0A04020102020204" pitchFamily="34" charset="0"/>
              </a:rPr>
              <a:t>As we gather in this place.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 Lord we offer our hearts to you turn them Lord and let them be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A pure and Holy sacrifice.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60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As we gather in this place.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 Lord we offer our hearts to you turn them Lord and let them be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A pure and Holy sacrifice.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24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1. In this mass we pray our hearts be one in this great </a:t>
            </a:r>
            <a:r>
              <a:rPr lang="en-US" dirty="0" err="1" smtClean="0">
                <a:latin typeface="Arial Black" panose="020B0A04020102020204" pitchFamily="34" charset="0"/>
              </a:rPr>
              <a:t>great</a:t>
            </a:r>
            <a:r>
              <a:rPr lang="en-US" dirty="0" smtClean="0">
                <a:latin typeface="Arial Black" panose="020B0A04020102020204" pitchFamily="34" charset="0"/>
              </a:rPr>
              <a:t> school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We pray for unity.</a:t>
            </a:r>
            <a:br>
              <a:rPr lang="en-US" dirty="0" smtClean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854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As we gather in this place.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 Lord we offer our hearts to you turn them Lord and let them be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A pure and Holy sacrifice.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896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2. In this mass we pray mother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Mary teach us to love Your Son,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We love Him more.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380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As we gather in this place.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 Lord we offer our hearts to you turn them Lord and let them be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A pure and Holy sacrifice.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82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3. Jesus Christ we love you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May you bless this our school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To excel with golden colors Lord.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766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As we gather in this place.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 Lord we offer our hearts to you turn them Lord and let them be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A pure and Holy sacrifice.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259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algn="ctr"/>
            <a:r>
              <a:rPr lang="en-US" sz="4000" dirty="0" smtClean="0">
                <a:latin typeface="Arial Black" panose="020B0A04020102020204" pitchFamily="34" charset="0"/>
              </a:rPr>
              <a:t>1. We give unto you our school</a:t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>Oh lord turn it Lord and let it be</a:t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>A pure and Holy sacrifice.</a:t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/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>
                <a:latin typeface="Arial Black" panose="020B0A04020102020204" pitchFamily="34" charset="0"/>
              </a:rPr>
              <a:t/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>2. We give unto you our parents</a:t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>Lord turn them Lord and let them</a:t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>Be a pure and Holy sacrifice.</a:t>
            </a: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31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3. We give unto you our future Lord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Turn it Lord and let it be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Apure and Holy sacrifice.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587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As we gather in this place.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 Lord we offer our hearts to you turn them Lord and let them be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A pure and Holy sacrifice.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304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58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Bahnschrift</vt:lpstr>
      <vt:lpstr>Calibri</vt:lpstr>
      <vt:lpstr>Calibri Light</vt:lpstr>
      <vt:lpstr>Office Theme</vt:lpstr>
      <vt:lpstr>A PURE AND HOLY SACRIFICE  As we gather in this place.  Lord we offer our hearts to you turn them Lord and let them be  A pure and Holy sacrifice.   </vt:lpstr>
      <vt:lpstr>CHRS  As we gather in this place.  Lord we offer our hearts to you turn them Lord and let them be  A pure and Holy sacrifice. </vt:lpstr>
      <vt:lpstr>1. In this mass we pray our hearts be one in this great great school We pray for unity. </vt:lpstr>
      <vt:lpstr>CHRS  As we gather in this place.  Lord we offer our hearts to you turn them Lord and let them be  A pure and Holy sacrifice. </vt:lpstr>
      <vt:lpstr>2. In this mass we pray mother Mary teach us to love Your Son, We love Him more.</vt:lpstr>
      <vt:lpstr>CHRS  As we gather in this place.  Lord we offer our hearts to you turn them Lord and let them be  A pure and Holy sacrifice. </vt:lpstr>
      <vt:lpstr>3. Jesus Christ we love you May you bless this our school To excel with golden colors Lord.</vt:lpstr>
      <vt:lpstr>CHRS  As we gather in this place.  Lord we offer our hearts to you turn them Lord and let them be  A pure and Holy sacrifice. </vt:lpstr>
      <vt:lpstr>1. We give unto you our school Oh lord turn it Lord and let it be A pure and Holy sacrifice.   2. We give unto you our parents Lord turn them Lord and let them Be a pure and Holy sacrifice.</vt:lpstr>
      <vt:lpstr>3. We give unto you our future Lord Turn it Lord and let it be Apure and Holy sacrifice.</vt:lpstr>
      <vt:lpstr>CHRS  As we gather in this place.  Lord we offer our hearts to you turn them Lord and let them be  A pure and Holy sacrifice.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PURE AND HOLY SACRIFICE  </dc:title>
  <dc:creator>Admin</dc:creator>
  <cp:lastModifiedBy>Admin</cp:lastModifiedBy>
  <cp:revision>6</cp:revision>
  <dcterms:created xsi:type="dcterms:W3CDTF">2023-02-11T19:20:32Z</dcterms:created>
  <dcterms:modified xsi:type="dcterms:W3CDTF">2023-02-11T19:43:54Z</dcterms:modified>
</cp:coreProperties>
</file>