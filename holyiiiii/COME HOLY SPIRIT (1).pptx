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2D8863-ADCE-46CB-8ED0-EFF1240165FC}">
          <p14:sldIdLst>
            <p14:sldId id="256"/>
            <p14:sldId id="257"/>
            <p14:sldId id="258"/>
          </p14:sldIdLst>
        </p14:section>
        <p14:section name="Untitled Section" id="{1861A321-DE1F-402C-B110-2830BEE8F8C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039A-F5AC-4F5D-981B-A8CE0E220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DB085-A078-42DD-84BC-5A17D61A5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C587D-F70D-4F1E-B5AC-CE55FEF6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3F29D-1B89-4AC0-8201-D6BA9C7F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28474-A010-4FC0-A33E-BBA92DC5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7864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9F8B-E199-48FE-8AA9-AB1ACBB2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D4BCC-2504-408F-A94E-B4D6CFA5D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E9105-34D6-4A1B-AE35-25EB988D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FDD56-B714-473E-AED9-0DF139C8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CCDF2-A3F5-460D-BA86-27F5EC03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363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787C-D1D1-45C5-9952-18255E9E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8F625-DB90-4E9B-87BD-E01025E6A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A6C21-965A-4588-94BA-A276F02C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494F-E2AE-4DED-8822-48A9B121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BCF05-6899-44D9-99A0-6C63CA6A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0626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1C170-619B-4979-AF37-39A997F6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8D8B8-A313-4B48-8B08-667A16F51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AB455-89BD-4F40-B153-11B2C5BFB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9A291-3346-4715-A6A7-2FF998B36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46AAF-0B47-4EBE-B7C2-F6248CCD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CD8D4-7EEF-4E23-BFF0-C2C15259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72233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274C-BA0F-413E-8808-50D1A4C6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384-C68D-4F18-843C-57091F58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E1678-58CB-46DE-869B-72465DA80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897DC-9E7D-4D6A-BBDE-BCCD350EA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7648E-AA2D-4FE9-ABB2-16272DDC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654E3-E804-49E8-A422-E13E685C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046498-7886-4526-9E11-2328A7AB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3E6E6-9B84-48D2-9E80-FF616124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0601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353F-22FD-4D04-8C82-030DF1DD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A0C29-5341-43BC-B93F-748B543D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D68B8-7062-4C84-B23C-C3803DF11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D9E97-998B-4171-863B-54B5B34B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5895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5F6D0-26BF-43CD-A0DE-7E07B71C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1460D-05CC-44FC-8D08-6243D2183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023A6-6589-4294-828B-C17A0FC0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3122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DA6A-707F-4C71-A15A-E00113C1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A96C8-ADE6-4F3C-A58C-8D430C5E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11624-78D5-42F6-9B08-A76304FEF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5F388-0988-41C6-9A0F-B21C7352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9F4EC-19AE-44E0-96E8-47DE3548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6AB81-9F31-46BA-A5CD-80FE202A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9236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8401-25DD-44EF-8000-E6A067AA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129F7-3383-462B-89CB-D8DA681E5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488A-7F99-43A0-9564-17F5833CC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D9069-34C1-4D2B-BE76-CA9C30A6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950BC-61C6-413C-9921-6F24403B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FF99F-603A-4972-A620-4FAD0C2B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16142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5E58-DB6E-4B4D-A8E1-C2B0F09B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28542-E77D-4F94-BDBB-321576DFA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E1BFE-0825-4260-9C62-0F8A55BB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A492A-FE97-40BA-AF49-8D296307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DC951-70B4-407A-8F4A-510B93BE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432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C3DC69-4C8C-44B3-AB36-7ED81399F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08195-7BD8-40CD-A32C-0E7E45346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7900D-C50B-4A3F-85A2-6C373E40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59A0E-FF51-4AB3-AEF8-6F40FDB8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75BAE-1B76-4278-B352-2F7829B9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4595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F473F-A88C-4FD0-9F74-BA861E89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EB400-2C97-4F4E-AB75-3976EC401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54EC4-C862-4D3A-B314-BDF356DFD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949BD-954B-4F23-9520-A732F0DFF129}" type="datetimeFigureOut">
              <a:rPr lang="en-UG" smtClean="0"/>
              <a:t>14/04/2024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11E75-BBAB-4817-B4D8-CB3D91014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46BB3-ECF9-4585-BF8B-67AB0BF1F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5D290-49B9-46E2-B1FC-6DBA509981F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4208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851E2-F922-4DF8-963F-DACFE09ADEDF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85562">
                <a:srgbClr val="ABBFE4"/>
              </a:gs>
              <a:gs pos="85125">
                <a:srgbClr val="ABBEE3"/>
              </a:gs>
              <a:gs pos="84250">
                <a:srgbClr val="AABCE2"/>
              </a:gs>
              <a:gs pos="82500">
                <a:srgbClr val="A8B7E0"/>
              </a:gs>
              <a:gs pos="79000">
                <a:srgbClr val="A4AEDC"/>
              </a:gs>
              <a:gs pos="72000">
                <a:srgbClr val="9D9CD3"/>
              </a:gs>
              <a:gs pos="100000">
                <a:srgbClr val="8E78C2"/>
              </a:gs>
              <a:gs pos="63000">
                <a:schemeClr val="accent1">
                  <a:lumMod val="45000"/>
                  <a:lumOff val="55000"/>
                </a:schemeClr>
              </a:gs>
              <a:gs pos="30000">
                <a:srgbClr val="7030A0"/>
              </a:gs>
            </a:gsLst>
            <a:path path="shape">
              <a:fillToRect l="50000" t="50000" r="50000" b="50000"/>
            </a:path>
          </a:gradFill>
        </p:spPr>
        <p:txBody>
          <a:bodyPr>
            <a:normAutofit/>
          </a:bodyPr>
          <a:lstStyle/>
          <a:p>
            <a:pPr algn="ctr"/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COME HOLY SPIRIT</a:t>
            </a:r>
            <a:endParaRPr lang="en-UG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7DCAD-102A-4875-9BFC-11E22980E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gradFill flip="none" rotWithShape="1">
            <a:gsLst>
              <a:gs pos="85562">
                <a:srgbClr val="ABBFE4"/>
              </a:gs>
              <a:gs pos="85125">
                <a:srgbClr val="ABBEE3"/>
              </a:gs>
              <a:gs pos="84250">
                <a:srgbClr val="AABCE2"/>
              </a:gs>
              <a:gs pos="82500">
                <a:srgbClr val="A8B7E0"/>
              </a:gs>
              <a:gs pos="79000">
                <a:srgbClr val="A4AEDC"/>
              </a:gs>
              <a:gs pos="72000">
                <a:srgbClr val="9D9CD3"/>
              </a:gs>
              <a:gs pos="100000">
                <a:srgbClr val="8E78C2"/>
              </a:gs>
              <a:gs pos="63000">
                <a:schemeClr val="accent1">
                  <a:lumMod val="45000"/>
                  <a:lumOff val="55000"/>
                </a:schemeClr>
              </a:gs>
              <a:gs pos="30000">
                <a:srgbClr val="7030A0"/>
              </a:gs>
            </a:gsLst>
            <a:path path="shape">
              <a:fillToRect l="50000" t="50000" r="50000" b="50000"/>
            </a:path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COME HOLY SPIRIT AND REIGN IN ME</a:t>
            </a:r>
          </a:p>
          <a:p>
            <a:pPr marL="0" indent="0">
              <a:buNone/>
            </a:pPr>
            <a:r>
              <a:rPr 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AND LET YOUR PURPOSE BE TO DO WHAT YOU WANT </a:t>
            </a:r>
          </a:p>
          <a:p>
            <a:pPr marL="0" indent="0">
              <a:buNone/>
            </a:pPr>
            <a:r>
              <a:rPr 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 WANT TO LIVE A LIFE AS OF YOURS OH LORD   X2</a:t>
            </a:r>
            <a:endParaRPr lang="en-UG" sz="4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11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8979E-EB83-4EFF-B163-E45A302C0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97" y="-60960"/>
            <a:ext cx="10543903" cy="6918959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</a:t>
            </a:r>
          </a:p>
          <a:p>
            <a:pPr marL="0" indent="0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 WANT TO BE ROOTED AND BUILT UP IN JESUS </a:t>
            </a:r>
          </a:p>
          <a:p>
            <a:pPr marL="0" indent="0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 WANT TO BE ROOTED AND BUILT UP IN JESUS</a:t>
            </a:r>
          </a:p>
          <a:p>
            <a:pPr marL="0" indent="0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LET COME WHAT MAY SO LONG AS I KNOW</a:t>
            </a:r>
          </a:p>
          <a:p>
            <a:pPr marL="0" indent="0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MY AIM OH LORD</a:t>
            </a:r>
            <a:endParaRPr lang="en-UG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29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3AC7-CCA6-4233-9C98-4CD099D28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966"/>
            <a:ext cx="10515600" cy="59069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</a:t>
            </a:r>
          </a:p>
          <a:p>
            <a:pPr marL="0" indent="0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WHEN I THINK ABOUT HEAVEN I BEGIN TO TREMBLE</a:t>
            </a:r>
          </a:p>
          <a:p>
            <a:pPr marL="0" indent="0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WHEN I HEAR HIS GLORY I WISH TO BE THERE AND</a:t>
            </a:r>
          </a:p>
          <a:p>
            <a:pPr marL="0" indent="0">
              <a:buNone/>
            </a:pPr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WHEN I HEAR HIS ANGELS ,LORD I CANNOT TELL OH LORD</a:t>
            </a:r>
            <a:endParaRPr lang="en-UG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035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Algerian</vt:lpstr>
      <vt:lpstr>Arial</vt:lpstr>
      <vt:lpstr>Arial Black</vt:lpstr>
      <vt:lpstr>Calibri</vt:lpstr>
      <vt:lpstr>Calibri Light</vt:lpstr>
      <vt:lpstr>Office Theme</vt:lpstr>
      <vt:lpstr>COME HOLY SPIRIT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HOLY SPIRIT</dc:title>
  <dc:creator>HP</dc:creator>
  <cp:lastModifiedBy>HP</cp:lastModifiedBy>
  <cp:revision>5</cp:revision>
  <dcterms:created xsi:type="dcterms:W3CDTF">2024-04-14T07:47:24Z</dcterms:created>
  <dcterms:modified xsi:type="dcterms:W3CDTF">2024-04-14T08:13:09Z</dcterms:modified>
</cp:coreProperties>
</file>