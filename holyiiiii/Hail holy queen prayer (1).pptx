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26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2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3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18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4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5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4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5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4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70204-0535-4C1E-AFD6-2D3B2CB4268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D6BB8-88EF-457D-86A4-04CC62E05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1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HAIL HOLY QUEEN</a:t>
            </a:r>
            <a:br>
              <a:rPr lang="en-US" sz="32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</a:br>
            <a:r>
              <a:rPr lang="en-US" sz="3200" dirty="0">
                <a:latin typeface="Arial Black" panose="020B0A04020102020204" pitchFamily="34" charset="0"/>
              </a:rPr>
              <a:t>Hail Holy Queen, Mother of mercy, hail our life, our sweetness, and our hope! To you do we cry, poor banished children of Eve; to you do we send up our sighs, mourning and weeping in this valley of tears; turn then, most gracious advocate, your eyes of mercy towards us and after this our exile, show unto us the blessed fruit of your </a:t>
            </a:r>
            <a:r>
              <a:rPr lang="en-US" sz="3200" dirty="0" err="1">
                <a:latin typeface="Arial Black" panose="020B0A04020102020204" pitchFamily="34" charset="0"/>
              </a:rPr>
              <a:t>womb,Jesus</a:t>
            </a:r>
            <a:r>
              <a:rPr lang="en-US" sz="3200" dirty="0">
                <a:latin typeface="Arial Black" panose="020B0A04020102020204" pitchFamily="34" charset="0"/>
              </a:rPr>
              <a:t> O </a:t>
            </a:r>
            <a:r>
              <a:rPr lang="en-US" sz="3200" dirty="0" err="1">
                <a:latin typeface="Arial Black" panose="020B0A04020102020204" pitchFamily="34" charset="0"/>
              </a:rPr>
              <a:t>Clement,O</a:t>
            </a:r>
            <a:r>
              <a:rPr lang="en-US" sz="3200" dirty="0"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latin typeface="Arial Black" panose="020B0A04020102020204" pitchFamily="34" charset="0"/>
              </a:rPr>
              <a:t>loving,o</a:t>
            </a:r>
            <a:r>
              <a:rPr lang="en-US" sz="3200" dirty="0">
                <a:latin typeface="Arial Black" panose="020B0A04020102020204" pitchFamily="34" charset="0"/>
              </a:rPr>
              <a:t> sweet </a:t>
            </a:r>
            <a:r>
              <a:rPr lang="en-US" sz="3200" smtClean="0">
                <a:latin typeface="Arial Black" panose="020B0A04020102020204" pitchFamily="34" charset="0"/>
              </a:rPr>
              <a:t>Virgin Mary</a:t>
            </a:r>
            <a:br>
              <a:rPr lang="en-US" sz="3200" smtClean="0">
                <a:latin typeface="Arial Black" panose="020B0A04020102020204" pitchFamily="34" charset="0"/>
              </a:rPr>
            </a:br>
            <a:r>
              <a:rPr lang="en-US" sz="3200" smtClean="0">
                <a:latin typeface="Arial Black" panose="020B0A04020102020204" pitchFamily="34" charset="0"/>
              </a:rPr>
              <a:t>AMEN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6468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Bahnschrift SemiBold Condensed</vt:lpstr>
      <vt:lpstr>Calibri</vt:lpstr>
      <vt:lpstr>Calibri Light</vt:lpstr>
      <vt:lpstr>Office Theme</vt:lpstr>
      <vt:lpstr>HAIL HOLY QUEEN Hail Holy Queen, Mother of mercy, hail our life, our sweetness, and our hope! To you do we cry, poor banished children of Eve; to you do we send up our sighs, mourning and weeping in this valley of tears; turn then, most gracious advocate, your eyes of mercy towards us and after this our exile, show unto us the blessed fruit of your womb,Jesus O Clement,O loving,o sweet Virgin Mary AMEN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HAIL HOLY QUEEN Hail Holy Queen, Mother of mercy, hail our life, our sweetness, and our hope! To you do we cry, poor banished children of Eve; to you do we send up our sighs, mourning and weeping in this valley of tears; turn then, most gracious advocate, your eyes of mercy towards us and after this our exile, show unto us the blessed fruit of your womb,Jesus O Clement,O loving,o sweet Virgin Mary</dc:title>
  <dc:creator>Admin</dc:creator>
  <cp:lastModifiedBy>Admin</cp:lastModifiedBy>
  <cp:revision>2</cp:revision>
  <dcterms:created xsi:type="dcterms:W3CDTF">2023-06-25T06:08:06Z</dcterms:created>
  <dcterms:modified xsi:type="dcterms:W3CDTF">2023-06-25T06:11:05Z</dcterms:modified>
</cp:coreProperties>
</file>