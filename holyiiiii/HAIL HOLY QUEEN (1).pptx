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8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4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4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3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7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3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4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9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3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8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9ED58-85CF-4ED2-B636-867C78104CB0}" type="datetimeFigureOut">
              <a:rPr lang="en-US" smtClean="0"/>
              <a:t>8/12/2022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85074-D5B1-450C-BC39-AD01FFBA6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HAIL HOLY QUEEN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smtClean="0">
                <a:latin typeface="Arial Black" panose="020B0A04020102020204" pitchFamily="34" charset="0"/>
              </a:rPr>
              <a:t>  1.Hail holy Queen enthroned above ,O Maria 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  Hail queen of mercy and of love O Maria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Triumph </a:t>
            </a:r>
            <a:r>
              <a:rPr lang="en-US" sz="4000" dirty="0" smtClean="0">
                <a:latin typeface="Arial Black" panose="020B0A04020102020204" pitchFamily="34" charset="0"/>
              </a:rPr>
              <a:t>all you </a:t>
            </a:r>
            <a:r>
              <a:rPr lang="en-US" sz="4000" dirty="0" err="1" smtClean="0">
                <a:latin typeface="Arial Black" panose="020B0A04020102020204" pitchFamily="34" charset="0"/>
              </a:rPr>
              <a:t>cherubin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Sing with us you seraphim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Heaven and earth resound the hymn,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(Salve)x3 Regina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smtClean="0">
                <a:latin typeface="Arial Black" panose="020B0A04020102020204" pitchFamily="34" charset="0"/>
              </a:rPr>
              <a:t>     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8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dirty="0" smtClean="0">
                <a:latin typeface="Arial Black" panose="020B0A04020102020204" pitchFamily="34" charset="0"/>
              </a:rPr>
              <a:t>2.The cause of joy to men below, O Maria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The spring through which all graces </a:t>
            </a:r>
            <a:r>
              <a:rPr lang="en-US" dirty="0" smtClean="0">
                <a:latin typeface="Arial Black" panose="020B0A04020102020204" pitchFamily="34" charset="0"/>
              </a:rPr>
              <a:t>flow, O Maria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Angels all your praises bring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Earth and heaven with us sing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All </a:t>
            </a:r>
            <a:r>
              <a:rPr lang="en-US" smtClean="0">
                <a:latin typeface="Arial Black" panose="020B0A04020102020204" pitchFamily="34" charset="0"/>
              </a:rPr>
              <a:t>creation echoing</a:t>
            </a:r>
            <a:r>
              <a:rPr lang="en-US">
                <a:latin typeface="Arial Black" panose="020B0A04020102020204" pitchFamily="34" charset="0"/>
              </a:rPr>
              <a:t/>
            </a:r>
            <a:br>
              <a:rPr lang="en-US">
                <a:latin typeface="Arial Black" panose="020B0A04020102020204" pitchFamily="34" charset="0"/>
              </a:rPr>
            </a:br>
            <a:r>
              <a:rPr lang="en-US" smtClean="0">
                <a:latin typeface="Arial Black" panose="020B0A04020102020204" pitchFamily="34" charset="0"/>
              </a:rPr>
              <a:t>(</a:t>
            </a:r>
            <a:r>
              <a:rPr lang="en-US" dirty="0" smtClean="0">
                <a:latin typeface="Arial Black" panose="020B0A04020102020204" pitchFamily="34" charset="0"/>
              </a:rPr>
              <a:t>Salve)x3 Regina.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13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HAIL HOLY QUEEN    1.Hail holy Queen enthroned above ,O Maria    Hail queen of mercy and of love O Maria Triumph all you cherubin Sing with us you seraphim Heaven and earth resound the hymn, (Salve)x3 Regina       </vt:lpstr>
      <vt:lpstr>2.The cause of joy to men below, O Maria The spring through which all graces flow, O Maria Angels all your praises bring Earth and heaven with us sing All creation echoing (Salve)x3 Regina.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HAIL HOLY QUEEN    1.Hail holy Queen enthroned above ,O Maria    Hail queen of mercy and of love O Maria Triumph all you cherubin Sing with us you seraphim Heaven and earth resound the hymn, (Salve)x3 Regina</dc:title>
  <dc:creator>Admin</dc:creator>
  <cp:lastModifiedBy>Admin</cp:lastModifiedBy>
  <cp:revision>9</cp:revision>
  <dcterms:created xsi:type="dcterms:W3CDTF">2021-04-20T20:32:45Z</dcterms:created>
  <dcterms:modified xsi:type="dcterms:W3CDTF">2022-08-12T10:35:31Z</dcterms:modified>
</cp:coreProperties>
</file>