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71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838200"/>
            <a:ext cx="6400800" cy="4800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And on earth peace to men</a:t>
            </a:r>
          </a:p>
          <a:p>
            <a:pPr>
              <a:buNone/>
            </a:pPr>
            <a:r>
              <a:rPr lang="en-US" dirty="0" smtClean="0"/>
              <a:t> peace to men who are God`s friends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God almighty father heavenly king we </a:t>
            </a:r>
          </a:p>
          <a:p>
            <a:pPr>
              <a:buNone/>
            </a:pPr>
            <a:r>
              <a:rPr lang="en-US" dirty="0" smtClean="0"/>
              <a:t>Praise you and we bless you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We adore you we glorify you we give you </a:t>
            </a:r>
          </a:p>
          <a:p>
            <a:pPr>
              <a:buNone/>
            </a:pPr>
            <a:r>
              <a:rPr lang="en-US" dirty="0" smtClean="0"/>
              <a:t>Thanks for your great glory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Lord Jesus Christ only son of the father</a:t>
            </a:r>
          </a:p>
          <a:p>
            <a:pPr>
              <a:buNone/>
            </a:pPr>
            <a:r>
              <a:rPr lang="en-US" dirty="0" smtClean="0"/>
              <a:t>Lord lamb of God Jesus Christ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You take away sins of the world</a:t>
            </a:r>
          </a:p>
          <a:p>
            <a:pPr>
              <a:buNone/>
            </a:pPr>
            <a:r>
              <a:rPr lang="en-US" dirty="0" smtClean="0"/>
              <a:t>Have mercy receive our prayers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You are sitted at right hand of the father,</a:t>
            </a:r>
          </a:p>
          <a:p>
            <a:pPr>
              <a:buNone/>
            </a:pPr>
            <a:r>
              <a:rPr lang="en-US" dirty="0" smtClean="0"/>
              <a:t>Have mercy Lord Jesus Christ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You alone are holy you alone are Lord</a:t>
            </a:r>
          </a:p>
          <a:p>
            <a:pPr>
              <a:buNone/>
            </a:pPr>
            <a:r>
              <a:rPr lang="en-US" dirty="0" smtClean="0"/>
              <a:t>You alone are most high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 to you we praise we adore you</a:t>
            </a:r>
          </a:p>
          <a:p>
            <a:pPr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Glory to you we praise you we glorify you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Glory to the Father, Glory to son</a:t>
            </a:r>
          </a:p>
          <a:p>
            <a:pPr>
              <a:buNone/>
            </a:pPr>
            <a:r>
              <a:rPr lang="en-US" dirty="0" smtClean="0"/>
              <a:t>Glory to the spirit now and ever more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254</Words>
  <Application>Microsoft Office PowerPoint</Application>
  <PresentationFormat>On-screen Show (4:3)</PresentationFormat>
  <Paragraphs>40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1</vt:lpstr>
      <vt:lpstr>Slide 3</vt:lpstr>
      <vt:lpstr>2</vt:lpstr>
      <vt:lpstr>Slide 5</vt:lpstr>
      <vt:lpstr>3</vt:lpstr>
      <vt:lpstr>Slide 7</vt:lpstr>
      <vt:lpstr>4</vt:lpstr>
      <vt:lpstr>Slide 9</vt:lpstr>
      <vt:lpstr>5</vt:lpstr>
      <vt:lpstr>Slide 11</vt:lpstr>
      <vt:lpstr>6</vt:lpstr>
      <vt:lpstr>Slide 13</vt:lpstr>
      <vt:lpstr>7</vt:lpstr>
      <vt:lpstr>Slide 15</vt:lpstr>
      <vt:lpstr>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GLORY TO YOU WE PRAISE YOU  </dc:title>
  <dc:creator>student4</dc:creator>
  <cp:lastModifiedBy>user</cp:lastModifiedBy>
  <cp:revision>4</cp:revision>
  <dcterms:created xsi:type="dcterms:W3CDTF">2006-08-16T00:00:00Z</dcterms:created>
  <dcterms:modified xsi:type="dcterms:W3CDTF">2023-10-14T13:49:12Z</dcterms:modified>
</cp:coreProperties>
</file>