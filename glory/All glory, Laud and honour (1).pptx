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5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6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1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3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8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05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8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2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C1762-AA6C-4D8C-AFB9-ACB222DA2C41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3C9E6-4031-4BB3-9E85-E99052554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3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9144000" cy="6452315"/>
          </a:xfrm>
        </p:spPr>
        <p:txBody>
          <a:bodyPr anchor="ctr"/>
          <a:lstStyle/>
          <a:p>
            <a:r>
              <a:rPr lang="en-US" sz="3200" dirty="0" smtClean="0">
                <a:solidFill>
                  <a:srgbClr val="FF0000"/>
                </a:solidFill>
                <a:latin typeface="Algerian" panose="04020705040A02060702" pitchFamily="82" charset="0"/>
              </a:rPr>
              <a:t>ALL GLORY, LAUD AND HONOUR</a:t>
            </a:r>
          </a:p>
          <a:p>
            <a:endParaRPr lang="en-US" sz="3200" dirty="0">
              <a:solidFill>
                <a:srgbClr val="FF0000"/>
              </a:solidFill>
              <a:latin typeface="Algerian" panose="04020705040A02060702" pitchFamily="82" charset="0"/>
            </a:endParaRPr>
          </a:p>
          <a:p>
            <a:r>
              <a:rPr lang="en-US" sz="4000" dirty="0" smtClean="0">
                <a:latin typeface="Arial Black" panose="020B0A04020102020204" pitchFamily="34" charset="0"/>
              </a:rPr>
              <a:t>All glory, laud and honor to thee,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Redeemer, King to whom the lips of Children made sweet Hosannas ring.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9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9144000" cy="6452315"/>
          </a:xfrm>
        </p:spPr>
        <p:txBody>
          <a:bodyPr anchor="ctr"/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 smtClean="0">
                <a:latin typeface="Arial Black" panose="020B0A04020102020204" pitchFamily="34" charset="0"/>
              </a:rPr>
              <a:t>Thou art the king of Israel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Thou David’s royal son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Who in </a:t>
            </a:r>
            <a:r>
              <a:rPr lang="en-US" sz="4000" dirty="0" smtClean="0">
                <a:latin typeface="Arial Black" panose="020B0A04020102020204" pitchFamily="34" charset="0"/>
              </a:rPr>
              <a:t>the Lord’s name </a:t>
            </a:r>
            <a:r>
              <a:rPr lang="en-US" sz="4000" dirty="0" err="1" smtClean="0">
                <a:latin typeface="Arial Black" panose="020B0A04020102020204" pitchFamily="34" charset="0"/>
              </a:rPr>
              <a:t>comest</a:t>
            </a:r>
            <a:endParaRPr lang="en-US" sz="4000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The King and Blessed one.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7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9144000" cy="6452315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2.The company of </a:t>
            </a:r>
            <a:r>
              <a:rPr lang="en-US" sz="4000" dirty="0">
                <a:latin typeface="Arial Black" panose="020B0A04020102020204" pitchFamily="34" charset="0"/>
              </a:rPr>
              <a:t>a</a:t>
            </a:r>
            <a:r>
              <a:rPr lang="en-US" sz="4000" dirty="0" smtClean="0">
                <a:latin typeface="Arial Black" panose="020B0A04020102020204" pitchFamily="34" charset="0"/>
              </a:rPr>
              <a:t>ngels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Are praising thee on high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And mortal men and all things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Created make reply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9144000" cy="6452315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3.The people of the Hebrews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With palms before thee went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Our praise and prayers 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And anthems before thee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We present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71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9144000" cy="6452315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4. To thee before thy passion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They sang their hymns of praise 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To thee ,now high exalted, Our melody we raise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37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9144000" cy="6452315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Thou didst accept their praises; Accept the prayers we bring,</a:t>
            </a:r>
          </a:p>
          <a:p>
            <a:pPr>
              <a:lnSpc>
                <a:spcPct val="150000"/>
              </a:lnSpc>
            </a:pPr>
            <a:r>
              <a:rPr lang="en-US" sz="4000" dirty="0" smtClean="0">
                <a:latin typeface="Arial Black" panose="020B0A04020102020204" pitchFamily="34" charset="0"/>
              </a:rPr>
              <a:t>Who in all delightest, thou good and gracious king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19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135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</cp:revision>
  <dcterms:created xsi:type="dcterms:W3CDTF">2021-03-21T03:27:26Z</dcterms:created>
  <dcterms:modified xsi:type="dcterms:W3CDTF">2022-11-21T06:28:19Z</dcterms:modified>
</cp:coreProperties>
</file>