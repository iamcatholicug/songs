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/>
              <a:t>Gloria in excelsis </a:t>
            </a:r>
            <a:r>
              <a:rPr lang="en-US" sz="7200" dirty="0"/>
              <a:t>deo  x3</a:t>
            </a:r>
          </a:p>
          <a:p>
            <a:pPr>
              <a:buNone/>
            </a:pPr>
            <a:r>
              <a:rPr lang="en-US" sz="7200" dirty="0"/>
              <a:t>Inexcelsis deo x2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4800" dirty="0"/>
              <a:t>Et in terra </a:t>
            </a:r>
            <a:r>
              <a:rPr lang="en-US" sz="4800" dirty="0" err="1"/>
              <a:t>pax</a:t>
            </a:r>
            <a:r>
              <a:rPr lang="en-US" sz="4800" dirty="0"/>
              <a:t> </a:t>
            </a:r>
            <a:r>
              <a:rPr lang="en-US" sz="4800" dirty="0" err="1"/>
              <a:t>hominibus</a:t>
            </a:r>
            <a:r>
              <a:rPr lang="en-US" sz="4800" dirty="0"/>
              <a:t>, </a:t>
            </a:r>
            <a:r>
              <a:rPr lang="en-US" sz="4800" dirty="0" err="1"/>
              <a:t>bonae</a:t>
            </a:r>
            <a:r>
              <a:rPr lang="en-US" sz="4800" dirty="0"/>
              <a:t> </a:t>
            </a:r>
            <a:r>
              <a:rPr lang="en-US" sz="4800" dirty="0" err="1"/>
              <a:t>voluntatis</a:t>
            </a:r>
            <a:r>
              <a:rPr lang="en-US" sz="4800" dirty="0"/>
              <a:t>. </a:t>
            </a:r>
            <a:r>
              <a:rPr lang="en-US" sz="4800" dirty="0" err="1"/>
              <a:t>Laudamuste</a:t>
            </a:r>
            <a:r>
              <a:rPr lang="en-US" sz="4800" dirty="0"/>
              <a:t> </a:t>
            </a:r>
            <a:r>
              <a:rPr lang="en-US" sz="4800" dirty="0" err="1"/>
              <a:t>benedicimuste</a:t>
            </a:r>
            <a:r>
              <a:rPr lang="en-US" sz="4800" dirty="0"/>
              <a:t>, </a:t>
            </a:r>
            <a:r>
              <a:rPr lang="en-US" sz="4800" dirty="0" err="1"/>
              <a:t>adoramuste</a:t>
            </a:r>
            <a:r>
              <a:rPr lang="en-US" sz="4800" dirty="0"/>
              <a:t>, </a:t>
            </a:r>
            <a:r>
              <a:rPr lang="en-US" sz="4800" dirty="0" err="1"/>
              <a:t>glorificamuste</a:t>
            </a:r>
            <a:r>
              <a:rPr lang="en-US" sz="4800" dirty="0"/>
              <a:t>, </a:t>
            </a:r>
            <a:r>
              <a:rPr lang="en-US" sz="4800" dirty="0" err="1"/>
              <a:t>gratias</a:t>
            </a:r>
            <a:r>
              <a:rPr lang="en-US" sz="4800" dirty="0"/>
              <a:t> </a:t>
            </a:r>
            <a:r>
              <a:rPr lang="en-US" sz="4800" dirty="0" err="1"/>
              <a:t>agimus</a:t>
            </a:r>
            <a:r>
              <a:rPr lang="en-US" sz="4800" dirty="0"/>
              <a:t> </a:t>
            </a:r>
            <a:r>
              <a:rPr lang="en-US" sz="4800" dirty="0" err="1"/>
              <a:t>tibi</a:t>
            </a:r>
            <a:r>
              <a:rPr lang="en-US" sz="4800" dirty="0"/>
              <a:t> propter magnum </a:t>
            </a:r>
            <a:r>
              <a:rPr lang="en-US" sz="4800" dirty="0" err="1"/>
              <a:t>gloriam</a:t>
            </a:r>
            <a:r>
              <a:rPr lang="en-US" sz="4800" dirty="0"/>
              <a:t> </a:t>
            </a:r>
            <a:r>
              <a:rPr lang="en-US" sz="4800" dirty="0" err="1"/>
              <a:t>tuam</a:t>
            </a:r>
            <a:r>
              <a:rPr lang="en-US" sz="4800" dirty="0"/>
              <a:t>, </a:t>
            </a:r>
            <a:r>
              <a:rPr lang="en-US" sz="4800" dirty="0" err="1"/>
              <a:t>Domine</a:t>
            </a:r>
            <a:r>
              <a:rPr lang="en-US" sz="4800" dirty="0"/>
              <a:t> </a:t>
            </a:r>
            <a:r>
              <a:rPr lang="en-US" sz="4800" dirty="0" err="1"/>
              <a:t>deus</a:t>
            </a:r>
            <a:r>
              <a:rPr lang="en-US" sz="4800" dirty="0"/>
              <a:t>, </a:t>
            </a:r>
            <a:r>
              <a:rPr lang="en-US" sz="4800" dirty="0" err="1"/>
              <a:t>Domine</a:t>
            </a:r>
            <a:r>
              <a:rPr lang="en-US" sz="4800" dirty="0"/>
              <a:t> </a:t>
            </a:r>
            <a:r>
              <a:rPr lang="en-US" sz="4800" dirty="0" err="1"/>
              <a:t>deus</a:t>
            </a:r>
            <a:r>
              <a:rPr lang="en-US" sz="4800" dirty="0"/>
              <a:t>…………………………… inexcelsis 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7200" dirty="0"/>
              <a:t>Gloria inexcelsis deo  x3</a:t>
            </a:r>
          </a:p>
          <a:p>
            <a:pPr>
              <a:buNone/>
            </a:pPr>
            <a:r>
              <a:rPr lang="en-US" sz="7200" dirty="0"/>
              <a:t>Inexcelsis deo x2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/>
              <a:t>Rex </a:t>
            </a:r>
            <a:r>
              <a:rPr lang="en-US" sz="4800" dirty="0" err="1"/>
              <a:t>caelstis</a:t>
            </a:r>
            <a:r>
              <a:rPr lang="en-US" sz="4800" dirty="0"/>
              <a:t>, </a:t>
            </a:r>
            <a:r>
              <a:rPr lang="en-US" sz="4800" dirty="0" err="1"/>
              <a:t>deus</a:t>
            </a:r>
            <a:r>
              <a:rPr lang="en-US" sz="4800" dirty="0"/>
              <a:t> </a:t>
            </a:r>
            <a:r>
              <a:rPr lang="en-US" sz="4800" dirty="0" err="1"/>
              <a:t>pater</a:t>
            </a:r>
            <a:r>
              <a:rPr lang="en-US" sz="4800" dirty="0"/>
              <a:t> </a:t>
            </a:r>
            <a:r>
              <a:rPr lang="en-US" sz="4800" dirty="0" err="1"/>
              <a:t>omnipotens</a:t>
            </a:r>
            <a:r>
              <a:rPr lang="en-US" sz="4800" dirty="0"/>
              <a:t>. </a:t>
            </a:r>
            <a:r>
              <a:rPr lang="en-US" sz="4800" dirty="0" err="1"/>
              <a:t>Domine</a:t>
            </a:r>
            <a:r>
              <a:rPr lang="en-US" sz="4800" dirty="0"/>
              <a:t> </a:t>
            </a:r>
            <a:r>
              <a:rPr lang="en-US" sz="4800" dirty="0" err="1"/>
              <a:t>filiunigenite</a:t>
            </a:r>
            <a:r>
              <a:rPr lang="en-US" sz="4800" dirty="0"/>
              <a:t>, </a:t>
            </a:r>
            <a:r>
              <a:rPr lang="en-US" sz="4800" dirty="0" err="1"/>
              <a:t>Jesu</a:t>
            </a:r>
            <a:r>
              <a:rPr lang="en-US" sz="4800" dirty="0"/>
              <a:t> </a:t>
            </a:r>
            <a:r>
              <a:rPr lang="en-US" sz="4800" dirty="0" err="1"/>
              <a:t>Christe</a:t>
            </a:r>
            <a:r>
              <a:rPr lang="en-US" sz="4800" dirty="0"/>
              <a:t>, </a:t>
            </a:r>
            <a:r>
              <a:rPr lang="en-US" sz="4800" dirty="0" err="1"/>
              <a:t>Domie</a:t>
            </a:r>
            <a:r>
              <a:rPr lang="en-US" sz="4800" dirty="0"/>
              <a:t> </a:t>
            </a:r>
            <a:r>
              <a:rPr lang="en-US" sz="4800" dirty="0" err="1"/>
              <a:t>deus</a:t>
            </a:r>
            <a:r>
              <a:rPr lang="en-US" sz="4800" dirty="0"/>
              <a:t>  ………..inexcelsis Deo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7200" dirty="0"/>
              <a:t>Gloria inexcelsis deo  x3</a:t>
            </a:r>
          </a:p>
          <a:p>
            <a:pPr>
              <a:buNone/>
            </a:pPr>
            <a:r>
              <a:rPr lang="en-US" sz="7200" dirty="0"/>
              <a:t>Inexcelsis deo x2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4400" dirty="0" err="1"/>
              <a:t>Agnus</a:t>
            </a:r>
            <a:r>
              <a:rPr lang="en-US" sz="4400" dirty="0"/>
              <a:t> </a:t>
            </a:r>
            <a:r>
              <a:rPr lang="en-US" sz="4400" dirty="0" err="1"/>
              <a:t>dei</a:t>
            </a:r>
            <a:r>
              <a:rPr lang="en-US" sz="4400" dirty="0"/>
              <a:t> </a:t>
            </a:r>
            <a:r>
              <a:rPr lang="en-US" sz="4400" dirty="0" err="1"/>
              <a:t>filius</a:t>
            </a:r>
            <a:r>
              <a:rPr lang="en-US" sz="4400" dirty="0"/>
              <a:t> </a:t>
            </a:r>
            <a:r>
              <a:rPr lang="en-US" sz="4400" dirty="0" err="1"/>
              <a:t>patris</a:t>
            </a:r>
            <a:r>
              <a:rPr lang="en-US" sz="4400" dirty="0"/>
              <a:t> </a:t>
            </a:r>
            <a:r>
              <a:rPr lang="en-US" sz="4400" dirty="0" err="1"/>
              <a:t>quitolis</a:t>
            </a:r>
            <a:r>
              <a:rPr lang="en-US" sz="4400" dirty="0"/>
              <a:t> </a:t>
            </a:r>
            <a:r>
              <a:rPr lang="en-US" sz="4400" dirty="0" err="1"/>
              <a:t>pecata</a:t>
            </a:r>
            <a:r>
              <a:rPr lang="en-US" sz="4400" dirty="0"/>
              <a:t> mundi,  </a:t>
            </a:r>
            <a:r>
              <a:rPr lang="en-US" sz="4400" dirty="0" err="1"/>
              <a:t>miserere</a:t>
            </a:r>
            <a:r>
              <a:rPr lang="en-US" sz="4400" dirty="0"/>
              <a:t> </a:t>
            </a:r>
            <a:r>
              <a:rPr lang="en-US" sz="4400" dirty="0" err="1"/>
              <a:t>nobis</a:t>
            </a:r>
            <a:r>
              <a:rPr lang="en-US" sz="4400" dirty="0"/>
              <a:t> </a:t>
            </a:r>
            <a:r>
              <a:rPr lang="en-US" sz="4400" dirty="0" err="1"/>
              <a:t>quitolis</a:t>
            </a:r>
            <a:r>
              <a:rPr lang="en-US" sz="4400" dirty="0"/>
              <a:t> </a:t>
            </a:r>
            <a:r>
              <a:rPr lang="en-US" sz="4400" dirty="0" err="1"/>
              <a:t>pecata</a:t>
            </a:r>
            <a:r>
              <a:rPr lang="en-US" sz="4400" dirty="0"/>
              <a:t> mundi, </a:t>
            </a:r>
            <a:r>
              <a:rPr lang="en-US" sz="4400" dirty="0" err="1"/>
              <a:t>suscipede</a:t>
            </a:r>
            <a:r>
              <a:rPr lang="en-US" sz="4400" dirty="0"/>
              <a:t> </a:t>
            </a:r>
            <a:r>
              <a:rPr lang="en-US" sz="4400" dirty="0" err="1"/>
              <a:t>precatio</a:t>
            </a:r>
            <a:r>
              <a:rPr lang="en-US" sz="4400" dirty="0"/>
              <a:t> nostrum qui </a:t>
            </a:r>
            <a:r>
              <a:rPr lang="en-US" sz="4400" dirty="0" err="1"/>
              <a:t>sedex</a:t>
            </a:r>
            <a:r>
              <a:rPr lang="en-US" sz="4400" dirty="0"/>
              <a:t> </a:t>
            </a:r>
            <a:r>
              <a:rPr lang="en-US" sz="4400" dirty="0" err="1"/>
              <a:t>adexteram</a:t>
            </a:r>
            <a:r>
              <a:rPr lang="en-US" sz="4400" dirty="0"/>
              <a:t> </a:t>
            </a:r>
            <a:r>
              <a:rPr lang="en-US" sz="4400" dirty="0" err="1"/>
              <a:t>patris</a:t>
            </a:r>
            <a:r>
              <a:rPr lang="en-US" sz="4400" dirty="0"/>
              <a:t>, </a:t>
            </a:r>
            <a:r>
              <a:rPr lang="en-US" sz="4400" dirty="0" err="1"/>
              <a:t>miserere</a:t>
            </a:r>
            <a:r>
              <a:rPr lang="en-US" sz="4400" dirty="0"/>
              <a:t> </a:t>
            </a:r>
            <a:r>
              <a:rPr lang="en-US" sz="4400" dirty="0" err="1"/>
              <a:t>nobis</a:t>
            </a:r>
            <a:r>
              <a:rPr lang="en-US" sz="4400" dirty="0"/>
              <a:t> </a:t>
            </a:r>
            <a:r>
              <a:rPr lang="en-US" sz="4400" dirty="0" err="1"/>
              <a:t>miserere</a:t>
            </a:r>
            <a:r>
              <a:rPr lang="en-US" sz="4400" dirty="0"/>
              <a:t> </a:t>
            </a:r>
            <a:r>
              <a:rPr lang="en-US" sz="4400" dirty="0" err="1"/>
              <a:t>nobis</a:t>
            </a:r>
            <a:r>
              <a:rPr lang="en-US" sz="4400" dirty="0"/>
              <a:t>……… inexcelsis deo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7200" dirty="0"/>
              <a:t>Gloria inexcelsis deo  x3</a:t>
            </a:r>
          </a:p>
          <a:p>
            <a:pPr>
              <a:buNone/>
            </a:pPr>
            <a:r>
              <a:rPr lang="en-US" sz="7200" dirty="0"/>
              <a:t>Inexcelsis deo x2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Quoniamtusolus</a:t>
            </a:r>
            <a:r>
              <a:rPr lang="en-US" sz="4800" dirty="0"/>
              <a:t> </a:t>
            </a:r>
            <a:r>
              <a:rPr lang="en-US" sz="4800" dirty="0" err="1"/>
              <a:t>sanctus</a:t>
            </a:r>
            <a:r>
              <a:rPr lang="en-US" sz="4800" dirty="0"/>
              <a:t> </a:t>
            </a:r>
            <a:r>
              <a:rPr lang="en-US" sz="4800" dirty="0" err="1"/>
              <a:t>tusolus</a:t>
            </a:r>
            <a:r>
              <a:rPr lang="en-US" sz="4800" dirty="0"/>
              <a:t> Dominus, </a:t>
            </a:r>
            <a:r>
              <a:rPr lang="en-US" sz="4800" dirty="0" err="1"/>
              <a:t>tusolus</a:t>
            </a:r>
            <a:r>
              <a:rPr lang="en-US" sz="4800" dirty="0"/>
              <a:t> </a:t>
            </a:r>
            <a:r>
              <a:rPr lang="en-US" sz="4800" dirty="0" err="1"/>
              <a:t>altisimus</a:t>
            </a:r>
            <a:r>
              <a:rPr lang="en-US" sz="4800" dirty="0"/>
              <a:t> </a:t>
            </a:r>
            <a:r>
              <a:rPr lang="en-US" sz="4800" dirty="0" err="1"/>
              <a:t>Jesu</a:t>
            </a:r>
            <a:r>
              <a:rPr lang="en-US" sz="4800" dirty="0"/>
              <a:t> </a:t>
            </a:r>
            <a:r>
              <a:rPr lang="en-US" sz="4800" dirty="0" err="1"/>
              <a:t>christe</a:t>
            </a:r>
            <a:r>
              <a:rPr lang="en-US" sz="4800" dirty="0"/>
              <a:t> cum </a:t>
            </a:r>
            <a:r>
              <a:rPr lang="en-US" sz="4800" dirty="0" err="1"/>
              <a:t>sanctus</a:t>
            </a:r>
            <a:r>
              <a:rPr lang="en-US" sz="4800" dirty="0"/>
              <a:t> </a:t>
            </a:r>
            <a:r>
              <a:rPr lang="en-US" sz="4800" dirty="0" err="1"/>
              <a:t>spritus</a:t>
            </a:r>
            <a:r>
              <a:rPr lang="en-US" sz="4800" dirty="0"/>
              <a:t> in </a:t>
            </a:r>
            <a:r>
              <a:rPr lang="en-US" sz="4800" dirty="0" err="1"/>
              <a:t>gloria</a:t>
            </a:r>
            <a:r>
              <a:rPr lang="en-US" sz="4800" dirty="0"/>
              <a:t> Amen </a:t>
            </a:r>
            <a:r>
              <a:rPr lang="en-US" sz="4800" dirty="0" err="1"/>
              <a:t>Amen</a:t>
            </a:r>
            <a:r>
              <a:rPr lang="en-US" sz="4800" dirty="0"/>
              <a:t>…………………. Inexcelsis 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7200" dirty="0"/>
              <a:t>Gloria inexcelsis deo  x3</a:t>
            </a:r>
          </a:p>
          <a:p>
            <a:pPr>
              <a:buNone/>
            </a:pPr>
            <a:r>
              <a:rPr lang="en-US" sz="7200" dirty="0"/>
              <a:t>Inexcelsis deo x2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</TotalTime>
  <Words>134</Words>
  <Application>Microsoft Office PowerPoint</Application>
  <PresentationFormat>On-screen Show (4:3)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Constantia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HP</cp:lastModifiedBy>
  <cp:revision>11</cp:revision>
  <dcterms:created xsi:type="dcterms:W3CDTF">2006-08-16T00:00:00Z</dcterms:created>
  <dcterms:modified xsi:type="dcterms:W3CDTF">2024-03-15T17:00:58Z</dcterms:modified>
</cp:coreProperties>
</file>