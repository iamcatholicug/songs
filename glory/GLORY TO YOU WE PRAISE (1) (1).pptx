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7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600" dirty="0" smtClean="0">
                <a:solidFill>
                  <a:srgbClr val="00B050"/>
                </a:solidFill>
                <a:latin typeface="Algerian" pitchFamily="82" charset="0"/>
              </a:rPr>
              <a:t>GLORY TO YOU WE PRAISE YOU </a:t>
            </a:r>
            <a:br>
              <a:rPr lang="en-US" sz="6600" dirty="0" smtClean="0">
                <a:solidFill>
                  <a:srgbClr val="00B050"/>
                </a:solidFill>
                <a:latin typeface="Algerian" pitchFamily="82" charset="0"/>
              </a:rPr>
            </a:br>
            <a:endParaRPr lang="en-US" sz="6600" dirty="0">
              <a:solidFill>
                <a:srgbClr val="00B05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/>
              <a:t>Glory  to you we praise we adore you</a:t>
            </a:r>
          </a:p>
          <a:p>
            <a:r>
              <a:rPr lang="en-US" sz="4000" b="1" dirty="0" smtClean="0"/>
              <a:t>Glory to you we praise you we glorify you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on earth peace to men</a:t>
            </a:r>
          </a:p>
          <a:p>
            <a:r>
              <a:rPr lang="en-US" dirty="0" smtClean="0"/>
              <a:t> </a:t>
            </a:r>
            <a:r>
              <a:rPr lang="en-US" dirty="0" smtClean="0"/>
              <a:t>peace to men who are God`s friends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God almighty father heavenly king we </a:t>
            </a:r>
          </a:p>
          <a:p>
            <a:r>
              <a:rPr lang="en-US" dirty="0" smtClean="0"/>
              <a:t>Praise you and we bless you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adore you we glorify you we give you </a:t>
            </a:r>
          </a:p>
          <a:p>
            <a:r>
              <a:rPr lang="en-US" dirty="0" smtClean="0"/>
              <a:t>Thanks for your great glory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Lord Jesus </a:t>
            </a:r>
            <a:r>
              <a:rPr lang="en-US" dirty="0" err="1" smtClean="0"/>
              <a:t>christ</a:t>
            </a:r>
            <a:r>
              <a:rPr lang="en-US" dirty="0" smtClean="0"/>
              <a:t> only son of the father</a:t>
            </a:r>
          </a:p>
          <a:p>
            <a:r>
              <a:rPr lang="en-US" dirty="0" smtClean="0"/>
              <a:t>Lord lamb of God Jesus </a:t>
            </a:r>
            <a:r>
              <a:rPr lang="en-US" dirty="0" err="1" smtClean="0"/>
              <a:t>christ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take away sins of the world</a:t>
            </a:r>
          </a:p>
          <a:p>
            <a:r>
              <a:rPr lang="en-US" dirty="0" smtClean="0"/>
              <a:t>Have mercy receive our prayers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are </a:t>
            </a:r>
            <a:r>
              <a:rPr lang="en-US" dirty="0" err="1" smtClean="0"/>
              <a:t>sitted</a:t>
            </a:r>
            <a:r>
              <a:rPr lang="en-US" dirty="0" smtClean="0"/>
              <a:t> at right hand of the father,</a:t>
            </a:r>
          </a:p>
          <a:p>
            <a:r>
              <a:rPr lang="en-US" dirty="0" smtClean="0"/>
              <a:t>Have mercy Lord Jesus </a:t>
            </a:r>
            <a:r>
              <a:rPr lang="en-US" dirty="0" err="1" smtClean="0"/>
              <a:t>christ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alone are holy you alone are Lord</a:t>
            </a:r>
          </a:p>
          <a:p>
            <a:r>
              <a:rPr lang="en-US" dirty="0" smtClean="0"/>
              <a:t>You alone are most high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Glory to the </a:t>
            </a:r>
            <a:r>
              <a:rPr lang="en-US" dirty="0" err="1" smtClean="0"/>
              <a:t>Father,Glory</a:t>
            </a:r>
            <a:r>
              <a:rPr lang="en-US" dirty="0" smtClean="0"/>
              <a:t> to son</a:t>
            </a:r>
          </a:p>
          <a:p>
            <a:r>
              <a:rPr lang="en-US" dirty="0" smtClean="0"/>
              <a:t>Glory to the spirit now and ever more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On-screen Show (4:3)</PresentationFormat>
  <Paragraphs>27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GLORY TO YOU WE PRAISE YOU  </vt:lpstr>
      <vt:lpstr>1</vt:lpstr>
      <vt:lpstr>2</vt:lpstr>
      <vt:lpstr>3</vt:lpstr>
      <vt:lpstr>4</vt:lpstr>
      <vt:lpstr>5</vt:lpstr>
      <vt:lpstr>6</vt:lpstr>
      <vt:lpstr>7</vt:lpstr>
      <vt:lpstr>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GLORY TO YOU WE PRAISE YOU  </dc:title>
  <dc:creator>student4</dc:creator>
  <cp:lastModifiedBy>student4</cp:lastModifiedBy>
  <cp:revision>1</cp:revision>
  <dcterms:created xsi:type="dcterms:W3CDTF">2006-08-16T00:00:00Z</dcterms:created>
  <dcterms:modified xsi:type="dcterms:W3CDTF">2022-11-02T06:05:49Z</dcterms:modified>
</cp:coreProperties>
</file>