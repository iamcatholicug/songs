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2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9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2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4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7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6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2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5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8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F9114-52DA-40A2-BEAB-73A865F2C586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23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GLORIA IN EXCELSIS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CHRS: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Gloria (in excelsis deo) x3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  <a:hlinkClick r:id="rId2" action="ppaction://hlinksldjump"/>
              </a:rPr>
              <a:t>In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hlinkClick r:id="rId3" action="ppaction://hlinksldjump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hlinkClick r:id="rId4" action="ppaction://hlinksldjump"/>
              </a:rPr>
              <a:t>deo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  <a:hlinkClick r:id="rId5" action="ppaction://hlinksldjump"/>
              </a:rPr>
              <a:t>X2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90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1.Et inter ra pax ho minibus </a:t>
            </a:r>
            <a:r>
              <a:rPr lang="en-US" dirty="0" err="1">
                <a:latin typeface="Arial Black" panose="020B0A04020102020204" pitchFamily="34" charset="0"/>
              </a:rPr>
              <a:t>bonae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voluntatis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laudamus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benedicimus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adoramus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glorificamus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gratius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agimus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ti</a:t>
            </a:r>
            <a:r>
              <a:rPr lang="en-US" dirty="0">
                <a:latin typeface="Arial Black" panose="020B0A04020102020204" pitchFamily="34" charset="0"/>
              </a:rPr>
              <a:t> bi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propter </a:t>
            </a:r>
            <a:r>
              <a:rPr lang="en-US" dirty="0" err="1">
                <a:latin typeface="Arial Black" panose="020B0A04020102020204" pitchFamily="34" charset="0"/>
              </a:rPr>
              <a:t>magnam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gloriam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tu</a:t>
            </a:r>
            <a:r>
              <a:rPr lang="en-US" dirty="0">
                <a:latin typeface="Arial Black" panose="020B0A04020102020204" pitchFamily="34" charset="0"/>
              </a:rPr>
              <a:t> am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Deus </a:t>
            </a: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hlinkClick r:id="rId2" action="ppaction://hlinksldjump"/>
              </a:rPr>
              <a:t>Deus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33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2. Rex </a:t>
            </a:r>
            <a:r>
              <a:rPr lang="en-US" dirty="0" err="1">
                <a:latin typeface="Arial Black" panose="020B0A04020102020204" pitchFamily="34" charset="0"/>
              </a:rPr>
              <a:t>cae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lestis</a:t>
            </a:r>
            <a:r>
              <a:rPr lang="en-US" dirty="0">
                <a:latin typeface="Arial Black" panose="020B0A04020102020204" pitchFamily="34" charset="0"/>
              </a:rPr>
              <a:t> Deus pater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omnipotenns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filium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grenite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Jesu Christe </a:t>
            </a:r>
            <a:r>
              <a:rPr lang="en-US" dirty="0" err="1">
                <a:latin typeface="Arial Black" panose="020B0A04020102020204" pitchFamily="34" charset="0"/>
              </a:rPr>
              <a:t>dominus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hlinkClick r:id="rId2" action="ppaction://hlinksldjump"/>
              </a:rPr>
              <a:t>Deus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74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3. Agnus Dei </a:t>
            </a:r>
            <a:r>
              <a:rPr lang="en-US" dirty="0" err="1">
                <a:latin typeface="Arial Black" panose="020B0A04020102020204" pitchFamily="34" charset="0"/>
              </a:rPr>
              <a:t>filius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r>
              <a:rPr lang="en-US" dirty="0">
                <a:latin typeface="Arial Black" panose="020B0A04020102020204" pitchFamily="34" charset="0"/>
              </a:rPr>
              <a:t> quitollis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peccata mundi miserere nobis quitollis peccata mundi </a:t>
            </a:r>
            <a:r>
              <a:rPr lang="en-US" dirty="0" err="1">
                <a:latin typeface="Arial Black" panose="020B0A04020102020204" pitchFamily="34" charset="0"/>
              </a:rPr>
              <a:t>suscipede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precationem</a:t>
            </a:r>
            <a:r>
              <a:rPr lang="en-US" dirty="0">
                <a:latin typeface="Arial Black" panose="020B0A04020102020204" pitchFamily="34" charset="0"/>
              </a:rPr>
              <a:t> nostrum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qui </a:t>
            </a:r>
            <a:r>
              <a:rPr lang="en-US" dirty="0" err="1">
                <a:latin typeface="Arial Black" panose="020B0A04020102020204" pitchFamily="34" charset="0"/>
              </a:rPr>
              <a:t>sedes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addexteram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r>
              <a:rPr lang="en-US" dirty="0">
                <a:latin typeface="Arial Black" panose="020B0A04020102020204" pitchFamily="34" charset="0"/>
              </a:rPr>
              <a:t> miserere nobis miserere </a:t>
            </a:r>
            <a:r>
              <a:rPr lang="en-US" dirty="0">
                <a:latin typeface="Arial Black" panose="020B0A04020102020204" pitchFamily="34" charset="0"/>
                <a:hlinkClick r:id="rId2" action="ppaction://hlinksldjump"/>
              </a:rPr>
              <a:t>nobis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154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4.Quonium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Sanctus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Dominus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Altissimus</a:t>
            </a:r>
            <a:r>
              <a:rPr lang="en-US" dirty="0">
                <a:latin typeface="Arial Black" panose="020B0A04020102020204" pitchFamily="34" charset="0"/>
              </a:rPr>
              <a:t> Jesu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Christe Cum </a:t>
            </a:r>
            <a:r>
              <a:rPr lang="en-US" dirty="0" err="1">
                <a:latin typeface="Arial Black" panose="020B0A04020102020204" pitchFamily="34" charset="0"/>
              </a:rPr>
              <a:t>Sanc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To </a:t>
            </a:r>
            <a:r>
              <a:rPr lang="en-US" dirty="0" err="1">
                <a:latin typeface="Arial Black" panose="020B0A04020102020204" pitchFamily="34" charset="0"/>
              </a:rPr>
              <a:t>Spiritu</a:t>
            </a:r>
            <a:r>
              <a:rPr lang="en-US" dirty="0">
                <a:latin typeface="Arial Black" panose="020B0A04020102020204" pitchFamily="34" charset="0"/>
              </a:rPr>
              <a:t> In Gloria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Dei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Amen </a:t>
            </a:r>
            <a:r>
              <a:rPr lang="en-US" dirty="0" err="1">
                <a:latin typeface="Arial Black" panose="020B0A04020102020204" pitchFamily="34" charset="0"/>
                <a:hlinkClick r:id="rId2" action="ppaction://hlinksldjump"/>
              </a:rPr>
              <a:t>Amen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5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131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GLORIA IN EXCELSIS  CHRS: Gloria (in excelsis deo) x3 In excelsis deo X2</vt:lpstr>
      <vt:lpstr>1.Et inter ra pax ho minibus bonae voluntatis laudamus te benedicimus te adoramus te glorificamus te gratius agimus ti bi propter magnam gloriam tu am  Domine Deus Domine Deus</vt:lpstr>
      <vt:lpstr>2. Rex cae lestis Deus pater omnipotenns Domine filium grenite  Jesu Christe dominus Deus</vt:lpstr>
      <vt:lpstr>3. Agnus Dei filius patris quitollis  peccata mundi miserere nobis quitollis peccata mundi suscipede precationem nostrum  qui sedes addexteram patris miserere nobis miserere nobis</vt:lpstr>
      <vt:lpstr>4.Quonium Tusolus Sanctus Tusolus Dominus Tusolus Altissimus Jesu Christe Cum Sanc To Spiritu In Gloria Dei Patris Amen Amen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GLORIA IN EXCELSIS Gloria (in excelsis deo) x3</dc:title>
  <dc:creator>Admin</dc:creator>
  <cp:lastModifiedBy>HP</cp:lastModifiedBy>
  <cp:revision>14</cp:revision>
  <dcterms:created xsi:type="dcterms:W3CDTF">2022-05-14T19:43:58Z</dcterms:created>
  <dcterms:modified xsi:type="dcterms:W3CDTF">2024-07-04T19:01:07Z</dcterms:modified>
</cp:coreProperties>
</file>