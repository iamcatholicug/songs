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63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2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61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2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253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83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9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586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11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55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33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3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90800"/>
            <a:ext cx="7772400" cy="2593975"/>
          </a:xfrm>
        </p:spPr>
        <p:txBody>
          <a:bodyPr>
            <a:normAutofit fontScale="90000"/>
          </a:bodyPr>
          <a:lstStyle/>
          <a:p>
            <a:r>
              <a:rPr lang="en-US" dirty="0"/>
              <a:t>EKITIBWA KIBE MU GGULU ERI KATONDA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Ekitibwa kibe </a:t>
            </a:r>
            <a:r>
              <a:rPr lang="en-US" dirty="0" err="1"/>
              <a:t>eri</a:t>
            </a:r>
            <a:r>
              <a:rPr lang="en-US" dirty="0"/>
              <a:t> </a:t>
            </a:r>
            <a:r>
              <a:rPr lang="en-US" dirty="0" err="1"/>
              <a:t>katonda</a:t>
            </a:r>
            <a:r>
              <a:rPr lang="en-US" dirty="0"/>
              <a:t>(</a:t>
            </a:r>
            <a:r>
              <a:rPr lang="en-US" dirty="0" err="1"/>
              <a:t>katonda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 err="1"/>
              <a:t>Yekka</a:t>
            </a:r>
            <a:r>
              <a:rPr lang="en-US" dirty="0"/>
              <a:t> (</a:t>
            </a:r>
            <a:r>
              <a:rPr lang="en-US" dirty="0" err="1"/>
              <a:t>yekka</a:t>
            </a:r>
            <a:r>
              <a:rPr lang="en-US" dirty="0"/>
              <a:t> </a:t>
            </a:r>
            <a:r>
              <a:rPr lang="en-US" dirty="0" err="1"/>
              <a:t>yekka</a:t>
            </a:r>
            <a:r>
              <a:rPr lang="en-US" dirty="0"/>
              <a:t>) </a:t>
            </a:r>
            <a:r>
              <a:rPr lang="en-US" dirty="0" err="1"/>
              <a:t>nabo</a:t>
            </a:r>
            <a:r>
              <a:rPr lang="en-US" dirty="0"/>
              <a:t>, </a:t>
            </a:r>
            <a:r>
              <a:rPr lang="en-US" dirty="0" err="1"/>
              <a:t>abalungi</a:t>
            </a:r>
            <a:endParaRPr lang="en-US" dirty="0"/>
          </a:p>
          <a:p>
            <a:pPr>
              <a:buNone/>
            </a:pPr>
            <a:r>
              <a:rPr lang="en-US" dirty="0" err="1"/>
              <a:t>Yye</a:t>
            </a:r>
            <a:r>
              <a:rPr lang="en-US" dirty="0"/>
              <a:t> </a:t>
            </a:r>
            <a:r>
              <a:rPr lang="en-US" dirty="0" err="1">
                <a:hlinkClick r:id="rId2" action="ppaction://hlinksldjump"/>
              </a:rPr>
              <a:t>basiimye</a:t>
            </a:r>
            <a:r>
              <a:rPr lang="en-US" dirty="0"/>
              <a:t> </a:t>
            </a:r>
            <a:r>
              <a:rPr lang="en-US" dirty="0">
                <a:hlinkClick r:id="rId3" action="ppaction://hlinksldjump"/>
              </a:rPr>
              <a:t>emirembe</a:t>
            </a:r>
            <a:r>
              <a:rPr lang="en-US" dirty="0"/>
              <a:t> </a:t>
            </a:r>
            <a:r>
              <a:rPr lang="en-US" dirty="0" err="1">
                <a:hlinkClick r:id="rId4" action="ppaction://hlinksldjump"/>
              </a:rPr>
              <a:t>gibere</a:t>
            </a:r>
            <a:r>
              <a:rPr lang="en-US" dirty="0"/>
              <a:t> </a:t>
            </a:r>
            <a:r>
              <a:rPr lang="en-US" dirty="0" err="1">
                <a:hlinkClick r:id="rId5" action="ppaction://hlinksldjump"/>
              </a:rPr>
              <a:t>kubo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/>
              <a:t>Tukusiinza</a:t>
            </a:r>
            <a:r>
              <a:rPr lang="en-US" dirty="0"/>
              <a:t> </a:t>
            </a:r>
            <a:r>
              <a:rPr lang="en-US" dirty="0" err="1"/>
              <a:t>tukutenda</a:t>
            </a:r>
            <a:r>
              <a:rPr lang="en-US" dirty="0"/>
              <a:t> anti ebyo </a:t>
            </a:r>
            <a:r>
              <a:rPr lang="en-US" dirty="0" err="1"/>
              <a:t>byokola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mukama </a:t>
            </a:r>
            <a:r>
              <a:rPr lang="en-US" dirty="0" err="1"/>
              <a:t>byatendo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Katonda mukama ggwe </a:t>
            </a:r>
            <a:r>
              <a:rPr lang="en-US" dirty="0" err="1"/>
              <a:t>womuyinza</a:t>
            </a:r>
            <a:r>
              <a:rPr lang="en-US" dirty="0"/>
              <a:t> anti ggwe </a:t>
            </a:r>
            <a:r>
              <a:rPr lang="en-US" dirty="0" err="1"/>
              <a:t>kabaka</a:t>
            </a:r>
            <a:r>
              <a:rPr lang="en-US" dirty="0"/>
              <a:t> </a:t>
            </a:r>
            <a:r>
              <a:rPr lang="en-US" dirty="0" err="1"/>
              <a:t>weguru</a:t>
            </a:r>
            <a:r>
              <a:rPr lang="en-US" dirty="0"/>
              <a:t> </a:t>
            </a:r>
            <a:r>
              <a:rPr lang="en-US" dirty="0" err="1">
                <a:hlinkClick r:id="rId2" action="ppaction://hlinksldjump"/>
              </a:rPr>
              <a:t>otendwa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Omutiibwa wekka omwana </a:t>
            </a:r>
          </a:p>
          <a:p>
            <a:pPr>
              <a:buNone/>
            </a:pPr>
            <a:r>
              <a:rPr lang="en-US" dirty="0"/>
              <a:t>owa kitaffe ggwe </a:t>
            </a:r>
            <a:r>
              <a:rPr lang="en-US" dirty="0" err="1"/>
              <a:t>katukugurumize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Ayi</a:t>
            </a:r>
            <a:r>
              <a:rPr lang="en-US" dirty="0"/>
              <a:t> mukama kaliga ka </a:t>
            </a:r>
            <a:r>
              <a:rPr lang="en-US" dirty="0" err="1"/>
              <a:t>katonda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 err="1"/>
              <a:t>Yesu</a:t>
            </a:r>
            <a:r>
              <a:rPr lang="en-US" dirty="0"/>
              <a:t> </a:t>
            </a:r>
            <a:r>
              <a:rPr lang="en-US" dirty="0" err="1"/>
              <a:t>kristu</a:t>
            </a:r>
            <a:r>
              <a:rPr lang="en-US" dirty="0"/>
              <a:t> mukama </a:t>
            </a:r>
            <a:r>
              <a:rPr lang="en-US" dirty="0" err="1">
                <a:hlinkClick r:id="rId2" action="ppaction://hlinksldjump"/>
              </a:rPr>
              <a:t>otwendwa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/>
              <a:t>Gwe</a:t>
            </a:r>
            <a:r>
              <a:rPr lang="en-US" dirty="0"/>
              <a:t> agyawo ebibi byensi </a:t>
            </a:r>
            <a:r>
              <a:rPr lang="en-US" dirty="0" err="1"/>
              <a:t>sasira</a:t>
            </a:r>
            <a:r>
              <a:rPr lang="en-US" dirty="0"/>
              <a:t> </a:t>
            </a:r>
            <a:r>
              <a:rPr lang="en-US" dirty="0" err="1"/>
              <a:t>saasira</a:t>
            </a:r>
            <a:endParaRPr lang="en-US" dirty="0"/>
          </a:p>
          <a:p>
            <a:pPr>
              <a:buNone/>
            </a:pPr>
            <a:r>
              <a:rPr lang="en-US" dirty="0" err="1"/>
              <a:t>Tuwanjaze</a:t>
            </a:r>
            <a:r>
              <a:rPr lang="en-US" dirty="0"/>
              <a:t> </a:t>
            </a:r>
            <a:r>
              <a:rPr lang="en-US" dirty="0" err="1"/>
              <a:t>tuwurire</a:t>
            </a: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Gwe</a:t>
            </a:r>
            <a:r>
              <a:rPr lang="en-US" dirty="0"/>
              <a:t> </a:t>
            </a:r>
            <a:r>
              <a:rPr lang="en-US" dirty="0" err="1"/>
              <a:t>attude</a:t>
            </a:r>
            <a:r>
              <a:rPr lang="en-US" dirty="0"/>
              <a:t> </a:t>
            </a:r>
            <a:r>
              <a:rPr lang="en-US" dirty="0" err="1"/>
              <a:t>kudyo</a:t>
            </a:r>
            <a:r>
              <a:rPr lang="en-US" dirty="0"/>
              <a:t> </a:t>
            </a:r>
            <a:r>
              <a:rPr lang="en-US" dirty="0" err="1"/>
              <a:t>gwa</a:t>
            </a:r>
            <a:r>
              <a:rPr lang="en-US" dirty="0"/>
              <a:t> </a:t>
            </a:r>
            <a:r>
              <a:rPr lang="en-US" dirty="0" err="1"/>
              <a:t>itaffe</a:t>
            </a:r>
            <a:r>
              <a:rPr lang="en-US" dirty="0"/>
              <a:t> </a:t>
            </a:r>
            <a:r>
              <a:rPr lang="en-US" dirty="0" err="1"/>
              <a:t>saasira</a:t>
            </a:r>
            <a:r>
              <a:rPr lang="en-US" dirty="0"/>
              <a:t> 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saasira</a:t>
            </a:r>
            <a:r>
              <a:rPr lang="en-US" dirty="0"/>
              <a:t>  </a:t>
            </a:r>
            <a:r>
              <a:rPr lang="en-US" dirty="0" err="1"/>
              <a:t>tuwanganze</a:t>
            </a:r>
            <a:r>
              <a:rPr lang="en-US" dirty="0"/>
              <a:t> </a:t>
            </a:r>
            <a:r>
              <a:rPr lang="en-US" dirty="0" err="1">
                <a:hlinkClick r:id="rId2" action="ppaction://hlinksldjump"/>
              </a:rPr>
              <a:t>tuwurire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/>
              <a:t>Gwe</a:t>
            </a:r>
            <a:r>
              <a:rPr lang="en-US" dirty="0"/>
              <a:t> </a:t>
            </a:r>
            <a:r>
              <a:rPr lang="en-US" dirty="0" err="1"/>
              <a:t>mutukirivu</a:t>
            </a:r>
            <a:r>
              <a:rPr lang="en-US" dirty="0"/>
              <a:t> ggwe mukama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err="1"/>
              <a:t>ggwasukkiride</a:t>
            </a:r>
            <a:r>
              <a:rPr lang="en-US" dirty="0"/>
              <a:t> wekka ggwe Yezu </a:t>
            </a:r>
            <a:r>
              <a:rPr lang="en-US" dirty="0" err="1"/>
              <a:t>kristu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Wamu</a:t>
            </a:r>
            <a:r>
              <a:rPr lang="en-US" dirty="0"/>
              <a:t> ne </a:t>
            </a:r>
            <a:r>
              <a:rPr lang="en-US" dirty="0" err="1"/>
              <a:t>mwoyo</a:t>
            </a:r>
            <a:r>
              <a:rPr lang="en-US" dirty="0"/>
              <a:t> </a:t>
            </a:r>
            <a:r>
              <a:rPr lang="en-US" dirty="0" err="1"/>
              <a:t>mutukirivu</a:t>
            </a:r>
            <a:r>
              <a:rPr lang="en-US" dirty="0"/>
              <a:t> </a:t>
            </a:r>
            <a:r>
              <a:rPr lang="en-US" dirty="0" err="1"/>
              <a:t>mukitibwa</a:t>
            </a:r>
            <a:endParaRPr lang="en-US" dirty="0"/>
          </a:p>
          <a:p>
            <a:pPr>
              <a:buNone/>
            </a:pPr>
            <a:r>
              <a:rPr lang="en-US" dirty="0"/>
              <a:t> kya patri </a:t>
            </a:r>
            <a:r>
              <a:rPr lang="en-US" dirty="0" err="1"/>
              <a:t>Amina</a:t>
            </a:r>
            <a:r>
              <a:rPr lang="en-US" dirty="0"/>
              <a:t> </a:t>
            </a:r>
            <a:r>
              <a:rPr lang="en-US" dirty="0" err="1">
                <a:hlinkClick r:id="rId2" action="ppaction://hlinksldjump"/>
              </a:rPr>
              <a:t>Amina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105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EKITIBWA KIBE MU GGULU ERI KATONDA</vt:lpstr>
      <vt:lpstr>chorus</vt:lpstr>
      <vt:lpstr>1</vt:lpstr>
      <vt:lpstr>2</vt:lpstr>
      <vt:lpstr>3</vt:lpstr>
      <vt:lpstr>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EKITIBWA KIBE MU GGULU ERIKATONDA</dc:title>
  <dc:creator>student1</dc:creator>
  <cp:lastModifiedBy>HP</cp:lastModifiedBy>
  <cp:revision>5</cp:revision>
  <dcterms:created xsi:type="dcterms:W3CDTF">2006-08-16T00:00:00Z</dcterms:created>
  <dcterms:modified xsi:type="dcterms:W3CDTF">2024-04-10T06:06:32Z</dcterms:modified>
</cp:coreProperties>
</file>