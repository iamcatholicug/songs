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3F3BF-D73B-4FF0-A482-87838741FBBB}" type="datetimeFigureOut">
              <a:rPr lang="en-US" smtClean="0"/>
              <a:pPr/>
              <a:t>6/23/2023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999AE-4051-4005-ACDF-DF7930C57B4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A4F735D-DAF3-4507-A7B8-23D36D1BAE89}" type="datetime9">
              <a:rPr lang="en-US" smtClean="0"/>
              <a:t>6/23/2023 6:21:25 AM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AF387C01-E113-4D6A-969F-DFBB7A48467D}" type="datetime9">
              <a:rPr lang="en-US" smtClean="0"/>
              <a:t>6/23/2023 6:21:25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5B6055E-F4A5-4B2F-89CE-1D61D81D44D7}" type="datetime9">
              <a:rPr lang="en-US" smtClean="0"/>
              <a:t>6/23/2023 6:21:25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C065E56-5815-4902-A26E-21976DC5935B}" type="datetime9">
              <a:rPr lang="en-US" smtClean="0"/>
              <a:t>6/23/2023 6:21:25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814E0C2-B503-41ED-AC03-8F9A34954439}" type="datetime9">
              <a:rPr lang="en-US" smtClean="0"/>
              <a:t>6/23/2023 6:21:25 AM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F26F753-8BCA-425B-988C-38E4ECFA120B}" type="datetime9">
              <a:rPr lang="en-US" smtClean="0"/>
              <a:t>6/23/2023 6:21:25 AM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83F25B1-8A69-4B7B-BC52-D3EA38F94366}" type="datetime9">
              <a:rPr lang="en-US" smtClean="0"/>
              <a:t>6/23/2023 6:21:25 AM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C060FEE-1598-4FEC-855F-DECF8C14FAA8}" type="datetime9">
              <a:rPr lang="en-US" smtClean="0"/>
              <a:t>6/23/2023 6:21:25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583DB5D-5CC3-4344-B6E6-F4DFAC50AE73}" type="datetime9">
              <a:rPr lang="en-US" smtClean="0"/>
              <a:t>6/23/2023 6:21:25 AM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591B16A-C22F-4F4E-8E67-24A3E7AF1316}" type="datetime9">
              <a:rPr lang="en-US" smtClean="0"/>
              <a:t>6/23/2023 6:21:25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D734EE5-0BA3-41C6-947B-6A5E45B8248A}" type="datetime9">
              <a:rPr lang="en-US" smtClean="0"/>
              <a:t>6/23/2023 6:21:25 AM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3158A1DF-2874-4ECF-91F9-A0D0D9982479}" type="datetime9">
              <a:rPr lang="en-US" smtClean="0"/>
              <a:t>6/23/2023 6:21:25 AM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r>
              <a:rPr lang="en-US" smtClean="0"/>
              <a:t>memory@44</a:t>
            </a: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ransition>
    <p:newsflash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52400"/>
            <a:ext cx="8153400" cy="6172200"/>
          </a:xfrm>
        </p:spPr>
        <p:txBody>
          <a:bodyPr>
            <a:noAutofit/>
          </a:bodyPr>
          <a:lstStyle/>
          <a:p>
            <a:pPr algn="l"/>
            <a:r>
              <a:rPr lang="en-US" sz="4400" b="1" dirty="0" err="1" smtClean="0">
                <a:solidFill>
                  <a:srgbClr val="FF0000"/>
                </a:solidFill>
              </a:rPr>
              <a:t>Nkembo</a:t>
            </a:r>
            <a:r>
              <a:rPr lang="en-US" sz="4400" b="1" dirty="0" smtClean="0">
                <a:solidFill>
                  <a:srgbClr val="FF0000"/>
                </a:solidFill>
              </a:rPr>
              <a:t> Alleluia Gloria </a:t>
            </a:r>
            <a:r>
              <a:rPr lang="en-US" sz="4400" b="1" dirty="0" err="1" smtClean="0">
                <a:solidFill>
                  <a:srgbClr val="FF0000"/>
                </a:solidFill>
              </a:rPr>
              <a:t>nkembo</a:t>
            </a:r>
            <a:endParaRPr lang="en-US" sz="4400" b="1" dirty="0" smtClean="0">
              <a:solidFill>
                <a:srgbClr val="FF0000"/>
              </a:solidFill>
            </a:endParaRPr>
          </a:p>
          <a:p>
            <a:pPr algn="l"/>
            <a:r>
              <a:rPr lang="en-US" sz="4400" b="1" dirty="0" err="1" smtClean="0">
                <a:solidFill>
                  <a:srgbClr val="FF0000"/>
                </a:solidFill>
              </a:rPr>
              <a:t>Nkembo</a:t>
            </a:r>
            <a:r>
              <a:rPr lang="en-US" sz="4400" b="1" dirty="0" smtClean="0">
                <a:solidFill>
                  <a:srgbClr val="FF0000"/>
                </a:solidFill>
              </a:rPr>
              <a:t> Alleluia Gloria </a:t>
            </a:r>
            <a:r>
              <a:rPr lang="en-US" sz="4400" b="1" dirty="0" err="1" smtClean="0">
                <a:solidFill>
                  <a:srgbClr val="FF0000"/>
                </a:solidFill>
              </a:rPr>
              <a:t>nkembo</a:t>
            </a:r>
            <a:endParaRPr lang="en-US" sz="4400" b="1" dirty="0" smtClean="0">
              <a:solidFill>
                <a:srgbClr val="FF0000"/>
              </a:solidFill>
            </a:endParaRPr>
          </a:p>
          <a:p>
            <a:pPr algn="l"/>
            <a:r>
              <a:rPr lang="en-US" sz="4400" b="1" dirty="0" err="1" smtClean="0">
                <a:solidFill>
                  <a:srgbClr val="FF0000"/>
                </a:solidFill>
              </a:rPr>
              <a:t>Nkembo</a:t>
            </a:r>
            <a:r>
              <a:rPr lang="en-US" sz="4400" b="1" dirty="0" smtClean="0">
                <a:solidFill>
                  <a:srgbClr val="FF0000"/>
                </a:solidFill>
              </a:rPr>
              <a:t> </a:t>
            </a:r>
            <a:r>
              <a:rPr lang="en-US" sz="4400" b="1" dirty="0" err="1" smtClean="0">
                <a:solidFill>
                  <a:srgbClr val="FF0000"/>
                </a:solidFill>
              </a:rPr>
              <a:t>nazambe</a:t>
            </a:r>
            <a:r>
              <a:rPr lang="en-US" sz="4400" b="1" dirty="0" smtClean="0">
                <a:solidFill>
                  <a:srgbClr val="FF0000"/>
                </a:solidFill>
              </a:rPr>
              <a:t> </a:t>
            </a:r>
            <a:r>
              <a:rPr lang="en-US" sz="4400" b="1" dirty="0" err="1" smtClean="0">
                <a:solidFill>
                  <a:srgbClr val="FF0000"/>
                </a:solidFill>
              </a:rPr>
              <a:t>olikola</a:t>
            </a:r>
            <a:r>
              <a:rPr lang="en-US" sz="4400" b="1" dirty="0" smtClean="0">
                <a:solidFill>
                  <a:srgbClr val="FF0000"/>
                </a:solidFill>
              </a:rPr>
              <a:t> </a:t>
            </a:r>
            <a:r>
              <a:rPr lang="en-US" sz="4400" b="1" dirty="0" err="1" smtClean="0">
                <a:solidFill>
                  <a:srgbClr val="FF0000"/>
                </a:solidFill>
              </a:rPr>
              <a:t>ee</a:t>
            </a:r>
            <a:r>
              <a:rPr lang="en-US" sz="4400" b="1" dirty="0" smtClean="0">
                <a:solidFill>
                  <a:srgbClr val="FF0000"/>
                </a:solidFill>
              </a:rPr>
              <a:t> </a:t>
            </a:r>
            <a:r>
              <a:rPr lang="en-US" sz="4400" b="1" dirty="0" err="1" smtClean="0">
                <a:solidFill>
                  <a:srgbClr val="FF0000"/>
                </a:solidFill>
              </a:rPr>
              <a:t>ee</a:t>
            </a:r>
            <a:endParaRPr lang="en-US" sz="4400" b="1" dirty="0" smtClean="0">
              <a:solidFill>
                <a:srgbClr val="FF0000"/>
              </a:solidFill>
            </a:endParaRPr>
          </a:p>
          <a:p>
            <a:pPr algn="l"/>
            <a:r>
              <a:rPr lang="en-US" sz="4400" b="1" dirty="0" err="1" smtClean="0">
                <a:solidFill>
                  <a:srgbClr val="FF0000"/>
                </a:solidFill>
              </a:rPr>
              <a:t>Nkembo</a:t>
            </a:r>
            <a:r>
              <a:rPr lang="en-US" sz="4400" b="1" dirty="0" smtClean="0">
                <a:solidFill>
                  <a:srgbClr val="FF0000"/>
                </a:solidFill>
              </a:rPr>
              <a:t> </a:t>
            </a:r>
            <a:r>
              <a:rPr lang="en-US" sz="4400" b="1" dirty="0" err="1" smtClean="0">
                <a:solidFill>
                  <a:srgbClr val="FF0000"/>
                </a:solidFill>
              </a:rPr>
              <a:t>na</a:t>
            </a:r>
            <a:r>
              <a:rPr lang="en-US" sz="4400" b="1" dirty="0" smtClean="0">
                <a:solidFill>
                  <a:srgbClr val="FF0000"/>
                </a:solidFill>
              </a:rPr>
              <a:t> </a:t>
            </a:r>
            <a:r>
              <a:rPr lang="en-US" sz="4400" b="1" dirty="0" err="1" smtClean="0">
                <a:solidFill>
                  <a:srgbClr val="FF0000"/>
                </a:solidFill>
              </a:rPr>
              <a:t>yo</a:t>
            </a:r>
            <a:r>
              <a:rPr lang="en-US" sz="4400" b="1" dirty="0" smtClean="0">
                <a:solidFill>
                  <a:srgbClr val="FF0000"/>
                </a:solidFill>
              </a:rPr>
              <a:t> </a:t>
            </a:r>
            <a:r>
              <a:rPr lang="en-US" sz="4400" b="1" dirty="0" err="1" smtClean="0">
                <a:solidFill>
                  <a:srgbClr val="FF0000"/>
                </a:solidFill>
              </a:rPr>
              <a:t>taata</a:t>
            </a:r>
            <a:r>
              <a:rPr lang="en-US" sz="4400" b="1" dirty="0" smtClean="0">
                <a:solidFill>
                  <a:srgbClr val="FF0000"/>
                </a:solidFill>
              </a:rPr>
              <a:t> x2</a:t>
            </a:r>
            <a:endParaRPr lang="en-US" sz="4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05088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dirty="0" err="1" smtClean="0">
                <a:solidFill>
                  <a:srgbClr val="FF0000"/>
                </a:solidFill>
              </a:rPr>
              <a:t>Tokosoloba</a:t>
            </a:r>
            <a:r>
              <a:rPr lang="en-US" sz="5400" dirty="0" smtClean="0">
                <a:solidFill>
                  <a:srgbClr val="FF0000"/>
                </a:solidFill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</a:rPr>
              <a:t>nzambe</a:t>
            </a:r>
            <a:r>
              <a:rPr lang="en-US" sz="5400" dirty="0" smtClean="0">
                <a:solidFill>
                  <a:srgbClr val="FF0000"/>
                </a:solidFill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</a:rPr>
              <a:t>elongo</a:t>
            </a:r>
            <a:r>
              <a:rPr lang="en-US" sz="5400" dirty="0" smtClean="0">
                <a:solidFill>
                  <a:srgbClr val="FF0000"/>
                </a:solidFill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</a:rPr>
              <a:t>nabasanga</a:t>
            </a:r>
            <a:endParaRPr lang="en-US" sz="54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FF0000"/>
                </a:solidFill>
              </a:rPr>
              <a:t>Bayembaki</a:t>
            </a:r>
            <a:r>
              <a:rPr lang="en-US" sz="5400" dirty="0" smtClean="0">
                <a:solidFill>
                  <a:srgbClr val="FF0000"/>
                </a:solidFill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</a:rPr>
              <a:t>nabayemba</a:t>
            </a:r>
            <a:r>
              <a:rPr lang="en-US" sz="5400" dirty="0" smtClean="0">
                <a:solidFill>
                  <a:srgbClr val="FF0000"/>
                </a:solidFill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</a:rPr>
              <a:t>yembaki</a:t>
            </a:r>
            <a:endParaRPr lang="en-US" sz="54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5400" dirty="0" smtClean="0">
                <a:solidFill>
                  <a:srgbClr val="FF0000"/>
                </a:solidFill>
              </a:rPr>
              <a:t>Alleluia nkembo</a:t>
            </a:r>
            <a:endParaRPr lang="en-US"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628888" cy="5181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dirty="0" err="1" smtClean="0">
                <a:solidFill>
                  <a:srgbClr val="FF0000"/>
                </a:solidFill>
              </a:rPr>
              <a:t>Tukoyembela</a:t>
            </a:r>
            <a:r>
              <a:rPr lang="en-US" sz="5400" dirty="0" smtClean="0">
                <a:solidFill>
                  <a:srgbClr val="FF0000"/>
                </a:solidFill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</a:rPr>
              <a:t>nzambe</a:t>
            </a:r>
            <a:r>
              <a:rPr lang="en-US" sz="5400" dirty="0" smtClean="0">
                <a:solidFill>
                  <a:srgbClr val="FF0000"/>
                </a:solidFill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</a:rPr>
              <a:t>elongo</a:t>
            </a:r>
            <a:r>
              <a:rPr lang="en-US" sz="5400" dirty="0" smtClean="0">
                <a:solidFill>
                  <a:srgbClr val="FF0000"/>
                </a:solidFill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</a:rPr>
              <a:t>bansantu</a:t>
            </a:r>
            <a:endParaRPr lang="en-US" sz="54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5400" dirty="0" err="1" smtClean="0">
                <a:solidFill>
                  <a:srgbClr val="FF0000"/>
                </a:solidFill>
              </a:rPr>
              <a:t>Beyembaki</a:t>
            </a:r>
            <a:r>
              <a:rPr lang="en-US" sz="5400" dirty="0" smtClean="0">
                <a:solidFill>
                  <a:srgbClr val="FF0000"/>
                </a:solidFill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</a:rPr>
              <a:t>nabayemba</a:t>
            </a:r>
            <a:r>
              <a:rPr lang="en-US" sz="5400" dirty="0" smtClean="0">
                <a:solidFill>
                  <a:srgbClr val="FF0000"/>
                </a:solidFill>
              </a:rPr>
              <a:t> </a:t>
            </a:r>
            <a:r>
              <a:rPr lang="en-US" sz="5400" dirty="0" err="1" smtClean="0">
                <a:solidFill>
                  <a:srgbClr val="FF0000"/>
                </a:solidFill>
              </a:rPr>
              <a:t>yembaki</a:t>
            </a:r>
            <a:endParaRPr lang="en-US" sz="5400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5400" dirty="0" smtClean="0">
                <a:solidFill>
                  <a:srgbClr val="FF0000"/>
                </a:solidFill>
              </a:rPr>
              <a:t>Alleluia nkembo</a:t>
            </a:r>
          </a:p>
          <a:p>
            <a:endParaRPr lang="en-US" sz="5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705088" cy="5257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dirty="0" err="1" smtClean="0"/>
              <a:t>Tokoyembera</a:t>
            </a:r>
            <a:r>
              <a:rPr lang="en-US" sz="5400" dirty="0" smtClean="0"/>
              <a:t> </a:t>
            </a:r>
            <a:r>
              <a:rPr lang="en-US" sz="5400" dirty="0" err="1" smtClean="0"/>
              <a:t>nzambe</a:t>
            </a:r>
            <a:r>
              <a:rPr lang="en-US" sz="5400" dirty="0" smtClean="0"/>
              <a:t> </a:t>
            </a:r>
            <a:r>
              <a:rPr lang="en-US" sz="5400" dirty="0" err="1" smtClean="0"/>
              <a:t>elongo</a:t>
            </a:r>
            <a:r>
              <a:rPr lang="en-US" sz="5400" dirty="0" smtClean="0"/>
              <a:t> na </a:t>
            </a:r>
            <a:r>
              <a:rPr lang="en-US" sz="5400" dirty="0" err="1" smtClean="0"/>
              <a:t>bakristu</a:t>
            </a:r>
            <a:endParaRPr lang="en-US" sz="5400" dirty="0" smtClean="0"/>
          </a:p>
          <a:p>
            <a:pPr>
              <a:buNone/>
            </a:pPr>
            <a:r>
              <a:rPr lang="en-US" sz="5400" dirty="0" err="1" smtClean="0"/>
              <a:t>Bayembaki</a:t>
            </a:r>
            <a:r>
              <a:rPr lang="en-US" sz="5400" dirty="0" smtClean="0"/>
              <a:t> </a:t>
            </a:r>
            <a:r>
              <a:rPr lang="en-US" sz="5400" dirty="0" err="1" smtClean="0"/>
              <a:t>nabayemba</a:t>
            </a:r>
            <a:r>
              <a:rPr lang="en-US" sz="5400" dirty="0" smtClean="0"/>
              <a:t> </a:t>
            </a:r>
            <a:r>
              <a:rPr lang="en-US" sz="5400" dirty="0" err="1" smtClean="0"/>
              <a:t>yembaki</a:t>
            </a:r>
            <a:endParaRPr lang="en-US" sz="5400" dirty="0" smtClean="0"/>
          </a:p>
          <a:p>
            <a:pPr>
              <a:buNone/>
            </a:pPr>
            <a:r>
              <a:rPr lang="en-US" sz="5400" dirty="0" smtClean="0"/>
              <a:t>Alleluia nkembo</a:t>
            </a:r>
          </a:p>
          <a:p>
            <a:endParaRPr lang="en-US" sz="5400" dirty="0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5400" dirty="0" err="1" smtClean="0"/>
              <a:t>Tokoyembera</a:t>
            </a:r>
            <a:r>
              <a:rPr lang="en-US" sz="5400" dirty="0" smtClean="0"/>
              <a:t> </a:t>
            </a:r>
            <a:r>
              <a:rPr lang="en-US" sz="5400" dirty="0" err="1" smtClean="0"/>
              <a:t>nzambe</a:t>
            </a:r>
            <a:r>
              <a:rPr lang="en-US" sz="5400" dirty="0" smtClean="0"/>
              <a:t> </a:t>
            </a:r>
            <a:r>
              <a:rPr lang="en-US" sz="5400" dirty="0" err="1" smtClean="0"/>
              <a:t>elongo</a:t>
            </a:r>
            <a:r>
              <a:rPr lang="en-US" sz="5400" dirty="0" smtClean="0"/>
              <a:t> </a:t>
            </a:r>
            <a:r>
              <a:rPr lang="en-US" sz="5400" dirty="0" err="1" smtClean="0"/>
              <a:t>nabatambi</a:t>
            </a:r>
            <a:endParaRPr lang="en-US" sz="5400" dirty="0" smtClean="0"/>
          </a:p>
          <a:p>
            <a:pPr>
              <a:buNone/>
            </a:pPr>
            <a:r>
              <a:rPr lang="en-US" sz="5400" dirty="0" err="1" smtClean="0"/>
              <a:t>Bayembaki</a:t>
            </a:r>
            <a:r>
              <a:rPr lang="en-US" sz="5400" dirty="0" smtClean="0"/>
              <a:t> </a:t>
            </a:r>
            <a:r>
              <a:rPr lang="en-US" sz="5400" dirty="0" err="1" smtClean="0"/>
              <a:t>nabayemba</a:t>
            </a:r>
            <a:r>
              <a:rPr lang="en-US" sz="5400" dirty="0" smtClean="0"/>
              <a:t> </a:t>
            </a:r>
            <a:r>
              <a:rPr lang="en-US" sz="5400" dirty="0" err="1" smtClean="0"/>
              <a:t>yembaki</a:t>
            </a:r>
            <a:endParaRPr lang="en-US" sz="5400" dirty="0" smtClean="0"/>
          </a:p>
          <a:p>
            <a:pPr>
              <a:buNone/>
            </a:pPr>
            <a:r>
              <a:rPr lang="en-US" sz="5400" dirty="0" smtClean="0"/>
              <a:t>Alleluia nkembo</a:t>
            </a:r>
          </a:p>
          <a:p>
            <a:endParaRPr lang="en-US" sz="5400" dirty="0"/>
          </a:p>
        </p:txBody>
      </p:sp>
    </p:spTree>
  </p:cSld>
  <p:clrMapOvr>
    <a:masterClrMapping/>
  </p:clrMapOvr>
  <p:transition>
    <p:newsflash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8</TotalTime>
  <Words>59</Words>
  <Application>Microsoft Office PowerPoint</Application>
  <PresentationFormat>On-screen Show (4:3)</PresentationFormat>
  <Paragraphs>20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Solstice</vt:lpstr>
      <vt:lpstr>Slide 1</vt:lpstr>
      <vt:lpstr>2</vt:lpstr>
      <vt:lpstr>3</vt:lpstr>
      <vt:lpstr>4</vt:lpstr>
      <vt:lpstr>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GROLIA NKEMBO</dc:title>
  <dc:creator>student1</dc:creator>
  <cp:lastModifiedBy>ST JEROME SS</cp:lastModifiedBy>
  <cp:revision>13</cp:revision>
  <dcterms:created xsi:type="dcterms:W3CDTF">2006-08-16T00:00:00Z</dcterms:created>
  <dcterms:modified xsi:type="dcterms:W3CDTF">2023-06-23T13:21:30Z</dcterms:modified>
</cp:coreProperties>
</file>