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9" r:id="rId4"/>
    <p:sldId id="261" r:id="rId5"/>
    <p:sldId id="263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642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3/19/2024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>
                <a:latin typeface="Algerian" panose="04020705040A02060702" pitchFamily="82" charset="0"/>
              </a:rPr>
              <a:t>Gloria inexcelsis deo  </a:t>
            </a:r>
            <a:r>
              <a:rPr lang="en-US" sz="7200" dirty="0">
                <a:latin typeface="Algerian" panose="04020705040A02060702" pitchFamily="82" charset="0"/>
                <a:hlinkClick r:id="rId2" action="ppaction://hlinksldjump"/>
              </a:rPr>
              <a:t>x3</a:t>
            </a:r>
            <a:endParaRPr lang="en-US" sz="7200" dirty="0">
              <a:latin typeface="Algerian" panose="04020705040A02060702" pitchFamily="82" charset="0"/>
            </a:endParaRPr>
          </a:p>
          <a:p>
            <a:pPr>
              <a:buNone/>
            </a:pPr>
            <a:r>
              <a:rPr lang="en-US" sz="7200" dirty="0">
                <a:latin typeface="Algerian" panose="04020705040A02060702" pitchFamily="82" charset="0"/>
                <a:hlinkClick r:id="rId3" action="ppaction://hlinksldjump"/>
              </a:rPr>
              <a:t>Inexcelsis</a:t>
            </a:r>
            <a:r>
              <a:rPr lang="en-US" sz="7200" dirty="0">
                <a:latin typeface="Algerian" panose="04020705040A02060702" pitchFamily="82" charset="0"/>
              </a:rPr>
              <a:t> </a:t>
            </a:r>
            <a:r>
              <a:rPr lang="en-US" sz="7200" dirty="0">
                <a:latin typeface="Algerian" panose="04020705040A02060702" pitchFamily="82" charset="0"/>
                <a:hlinkClick r:id="rId4" action="ppaction://hlinksldjump"/>
              </a:rPr>
              <a:t>deo</a:t>
            </a:r>
            <a:r>
              <a:rPr lang="en-US" sz="7200" dirty="0">
                <a:latin typeface="Algerian" panose="04020705040A02060702" pitchFamily="82" charset="0"/>
              </a:rPr>
              <a:t> </a:t>
            </a:r>
            <a:r>
              <a:rPr lang="en-US" sz="7200" dirty="0">
                <a:latin typeface="Algerian" panose="04020705040A02060702" pitchFamily="82" charset="0"/>
                <a:hlinkClick r:id="rId5" action="ppaction://hlinksldjump"/>
              </a:rPr>
              <a:t>x2</a:t>
            </a:r>
            <a:endParaRPr lang="en-US" sz="7200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30145"/>
            <a:ext cx="9144000" cy="6888145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4800" dirty="0">
                <a:latin typeface="Algerian" panose="04020705040A02060702" pitchFamily="82" charset="0"/>
              </a:rPr>
              <a:t>Et in terra </a:t>
            </a:r>
            <a:r>
              <a:rPr lang="en-US" sz="4800" dirty="0" err="1">
                <a:latin typeface="Algerian" panose="04020705040A02060702" pitchFamily="82" charset="0"/>
              </a:rPr>
              <a:t>pax</a:t>
            </a:r>
            <a:r>
              <a:rPr lang="en-US" sz="4800" dirty="0">
                <a:latin typeface="Algerian" panose="04020705040A02060702" pitchFamily="82" charset="0"/>
              </a:rPr>
              <a:t> </a:t>
            </a:r>
            <a:r>
              <a:rPr lang="en-US" sz="4800" dirty="0" err="1">
                <a:latin typeface="Algerian" panose="04020705040A02060702" pitchFamily="82" charset="0"/>
              </a:rPr>
              <a:t>hominibus</a:t>
            </a:r>
            <a:r>
              <a:rPr lang="en-US" sz="4800" dirty="0">
                <a:latin typeface="Algerian" panose="04020705040A02060702" pitchFamily="82" charset="0"/>
              </a:rPr>
              <a:t>, </a:t>
            </a:r>
            <a:r>
              <a:rPr lang="en-US" sz="4800" dirty="0" err="1">
                <a:latin typeface="Algerian" panose="04020705040A02060702" pitchFamily="82" charset="0"/>
              </a:rPr>
              <a:t>bonae</a:t>
            </a:r>
            <a:r>
              <a:rPr lang="en-US" sz="4800" dirty="0">
                <a:latin typeface="Algerian" panose="04020705040A02060702" pitchFamily="82" charset="0"/>
              </a:rPr>
              <a:t> </a:t>
            </a:r>
            <a:r>
              <a:rPr lang="en-US" sz="4800" dirty="0" err="1">
                <a:latin typeface="Algerian" panose="04020705040A02060702" pitchFamily="82" charset="0"/>
              </a:rPr>
              <a:t>voluntatis</a:t>
            </a:r>
            <a:r>
              <a:rPr lang="en-US" sz="4800" dirty="0">
                <a:latin typeface="Algerian" panose="04020705040A02060702" pitchFamily="82" charset="0"/>
              </a:rPr>
              <a:t>. </a:t>
            </a:r>
            <a:r>
              <a:rPr lang="en-US" sz="4800" dirty="0" err="1">
                <a:latin typeface="Algerian" panose="04020705040A02060702" pitchFamily="82" charset="0"/>
              </a:rPr>
              <a:t>Laudamuste</a:t>
            </a:r>
            <a:r>
              <a:rPr lang="en-US" sz="4800" dirty="0">
                <a:latin typeface="Algerian" panose="04020705040A02060702" pitchFamily="82" charset="0"/>
              </a:rPr>
              <a:t> </a:t>
            </a:r>
            <a:r>
              <a:rPr lang="en-US" sz="4800" dirty="0" err="1">
                <a:latin typeface="Algerian" panose="04020705040A02060702" pitchFamily="82" charset="0"/>
              </a:rPr>
              <a:t>benedicimuste</a:t>
            </a:r>
            <a:r>
              <a:rPr lang="en-US" sz="4800" dirty="0">
                <a:latin typeface="Algerian" panose="04020705040A02060702" pitchFamily="82" charset="0"/>
              </a:rPr>
              <a:t>, </a:t>
            </a:r>
            <a:r>
              <a:rPr lang="en-US" sz="4800" dirty="0" err="1">
                <a:latin typeface="Algerian" panose="04020705040A02060702" pitchFamily="82" charset="0"/>
              </a:rPr>
              <a:t>adoramuste</a:t>
            </a:r>
            <a:r>
              <a:rPr lang="en-US" sz="4800" dirty="0">
                <a:latin typeface="Algerian" panose="04020705040A02060702" pitchFamily="82" charset="0"/>
              </a:rPr>
              <a:t>, </a:t>
            </a:r>
            <a:r>
              <a:rPr lang="en-US" sz="4800" dirty="0" err="1">
                <a:latin typeface="Algerian" panose="04020705040A02060702" pitchFamily="82" charset="0"/>
              </a:rPr>
              <a:t>glorificamuste</a:t>
            </a:r>
            <a:r>
              <a:rPr lang="en-US" sz="4800" dirty="0">
                <a:latin typeface="Algerian" panose="04020705040A02060702" pitchFamily="82" charset="0"/>
              </a:rPr>
              <a:t>, </a:t>
            </a:r>
            <a:r>
              <a:rPr lang="en-US" sz="4800" dirty="0" err="1">
                <a:latin typeface="Algerian" panose="04020705040A02060702" pitchFamily="82" charset="0"/>
              </a:rPr>
              <a:t>gratias</a:t>
            </a:r>
            <a:r>
              <a:rPr lang="en-US" sz="4800" dirty="0">
                <a:latin typeface="Algerian" panose="04020705040A02060702" pitchFamily="82" charset="0"/>
              </a:rPr>
              <a:t> </a:t>
            </a:r>
            <a:r>
              <a:rPr lang="en-US" sz="4800" dirty="0" err="1">
                <a:latin typeface="Algerian" panose="04020705040A02060702" pitchFamily="82" charset="0"/>
              </a:rPr>
              <a:t>agimus</a:t>
            </a:r>
            <a:r>
              <a:rPr lang="en-US" sz="4800" dirty="0">
                <a:latin typeface="Algerian" panose="04020705040A02060702" pitchFamily="82" charset="0"/>
              </a:rPr>
              <a:t> </a:t>
            </a:r>
            <a:r>
              <a:rPr lang="en-US" sz="4800" dirty="0" err="1">
                <a:latin typeface="Algerian" panose="04020705040A02060702" pitchFamily="82" charset="0"/>
              </a:rPr>
              <a:t>tibi</a:t>
            </a:r>
            <a:r>
              <a:rPr lang="en-US" sz="4800" dirty="0">
                <a:latin typeface="Algerian" panose="04020705040A02060702" pitchFamily="82" charset="0"/>
              </a:rPr>
              <a:t> propter magnum </a:t>
            </a:r>
            <a:r>
              <a:rPr lang="en-US" sz="4800" dirty="0" err="1">
                <a:latin typeface="Algerian" panose="04020705040A02060702" pitchFamily="82" charset="0"/>
              </a:rPr>
              <a:t>gloriam</a:t>
            </a:r>
            <a:r>
              <a:rPr lang="en-US" sz="4800" dirty="0">
                <a:latin typeface="Algerian" panose="04020705040A02060702" pitchFamily="82" charset="0"/>
              </a:rPr>
              <a:t> </a:t>
            </a:r>
            <a:r>
              <a:rPr lang="en-US" sz="4800" dirty="0" err="1">
                <a:latin typeface="Algerian" panose="04020705040A02060702" pitchFamily="82" charset="0"/>
              </a:rPr>
              <a:t>tuam</a:t>
            </a:r>
            <a:r>
              <a:rPr lang="en-US" sz="4800" dirty="0">
                <a:latin typeface="Algerian" panose="04020705040A02060702" pitchFamily="82" charset="0"/>
              </a:rPr>
              <a:t>, </a:t>
            </a:r>
            <a:r>
              <a:rPr lang="en-US" sz="4800" dirty="0" err="1">
                <a:latin typeface="Algerian" panose="04020705040A02060702" pitchFamily="82" charset="0"/>
              </a:rPr>
              <a:t>Domine</a:t>
            </a:r>
            <a:r>
              <a:rPr lang="en-US" sz="4800" dirty="0">
                <a:latin typeface="Algerian" panose="04020705040A02060702" pitchFamily="82" charset="0"/>
              </a:rPr>
              <a:t> </a:t>
            </a:r>
            <a:r>
              <a:rPr lang="en-US" sz="4800" dirty="0" err="1">
                <a:latin typeface="Algerian" panose="04020705040A02060702" pitchFamily="82" charset="0"/>
              </a:rPr>
              <a:t>deus</a:t>
            </a:r>
            <a:r>
              <a:rPr lang="en-US" sz="4800" dirty="0">
                <a:latin typeface="Algerian" panose="04020705040A02060702" pitchFamily="82" charset="0"/>
              </a:rPr>
              <a:t>, </a:t>
            </a:r>
            <a:r>
              <a:rPr lang="en-US" sz="4800" dirty="0" err="1">
                <a:latin typeface="Algerian" panose="04020705040A02060702" pitchFamily="82" charset="0"/>
              </a:rPr>
              <a:t>Domine</a:t>
            </a:r>
            <a:r>
              <a:rPr lang="en-US" sz="4800" dirty="0">
                <a:latin typeface="Algerian" panose="04020705040A02060702" pitchFamily="82" charset="0"/>
              </a:rPr>
              <a:t> </a:t>
            </a:r>
            <a:r>
              <a:rPr lang="en-US" sz="4800" dirty="0" err="1">
                <a:latin typeface="Algerian" panose="04020705040A02060702" pitchFamily="82" charset="0"/>
              </a:rPr>
              <a:t>deus</a:t>
            </a:r>
            <a:r>
              <a:rPr lang="en-US" sz="4800" dirty="0">
                <a:latin typeface="Algerian" panose="04020705040A02060702" pitchFamily="82" charset="0"/>
              </a:rPr>
              <a:t>…………………………… inexcelsis </a:t>
            </a:r>
            <a:r>
              <a:rPr lang="en-US" sz="4800" dirty="0">
                <a:latin typeface="Algerian" panose="04020705040A02060702" pitchFamily="82" charset="0"/>
                <a:hlinkClick r:id="rId2" action="ppaction://hlinksldjump"/>
              </a:rPr>
              <a:t>deo</a:t>
            </a:r>
            <a:endParaRPr lang="en-US" sz="4800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>
                <a:latin typeface="Algerian" panose="04020705040A02060702" pitchFamily="82" charset="0"/>
              </a:rPr>
              <a:t>Rex </a:t>
            </a:r>
            <a:r>
              <a:rPr lang="en-US" sz="6000" dirty="0" err="1">
                <a:latin typeface="Algerian" panose="04020705040A02060702" pitchFamily="82" charset="0"/>
              </a:rPr>
              <a:t>caelstis</a:t>
            </a:r>
            <a:r>
              <a:rPr lang="en-US" sz="6000" dirty="0">
                <a:latin typeface="Algerian" panose="04020705040A02060702" pitchFamily="82" charset="0"/>
              </a:rPr>
              <a:t>, </a:t>
            </a:r>
            <a:r>
              <a:rPr lang="en-US" sz="6000" dirty="0" err="1">
                <a:latin typeface="Algerian" panose="04020705040A02060702" pitchFamily="82" charset="0"/>
              </a:rPr>
              <a:t>deus</a:t>
            </a:r>
            <a:r>
              <a:rPr lang="en-US" sz="6000" dirty="0">
                <a:latin typeface="Algerian" panose="04020705040A02060702" pitchFamily="82" charset="0"/>
              </a:rPr>
              <a:t> </a:t>
            </a:r>
            <a:r>
              <a:rPr lang="en-US" sz="6000" dirty="0" err="1">
                <a:latin typeface="Algerian" panose="04020705040A02060702" pitchFamily="82" charset="0"/>
              </a:rPr>
              <a:t>pater</a:t>
            </a:r>
            <a:r>
              <a:rPr lang="en-US" sz="6000" dirty="0">
                <a:latin typeface="Algerian" panose="04020705040A02060702" pitchFamily="82" charset="0"/>
              </a:rPr>
              <a:t> </a:t>
            </a:r>
            <a:r>
              <a:rPr lang="en-US" sz="6000" dirty="0" err="1">
                <a:latin typeface="Algerian" panose="04020705040A02060702" pitchFamily="82" charset="0"/>
              </a:rPr>
              <a:t>omnipotens</a:t>
            </a:r>
            <a:r>
              <a:rPr lang="en-US" sz="6000" dirty="0">
                <a:latin typeface="Algerian" panose="04020705040A02060702" pitchFamily="82" charset="0"/>
              </a:rPr>
              <a:t>. </a:t>
            </a:r>
            <a:r>
              <a:rPr lang="en-US" sz="6000" dirty="0" err="1">
                <a:latin typeface="Algerian" panose="04020705040A02060702" pitchFamily="82" charset="0"/>
              </a:rPr>
              <a:t>Domine</a:t>
            </a:r>
            <a:r>
              <a:rPr lang="en-US" sz="6000" dirty="0">
                <a:latin typeface="Algerian" panose="04020705040A02060702" pitchFamily="82" charset="0"/>
              </a:rPr>
              <a:t> </a:t>
            </a:r>
            <a:r>
              <a:rPr lang="en-US" sz="6000" dirty="0" err="1">
                <a:latin typeface="Algerian" panose="04020705040A02060702" pitchFamily="82" charset="0"/>
              </a:rPr>
              <a:t>filiunigenite</a:t>
            </a:r>
            <a:r>
              <a:rPr lang="en-US" sz="6000" dirty="0">
                <a:latin typeface="Algerian" panose="04020705040A02060702" pitchFamily="82" charset="0"/>
              </a:rPr>
              <a:t>, </a:t>
            </a:r>
            <a:r>
              <a:rPr lang="en-US" sz="6000" dirty="0" err="1">
                <a:latin typeface="Algerian" panose="04020705040A02060702" pitchFamily="82" charset="0"/>
              </a:rPr>
              <a:t>Jesu</a:t>
            </a:r>
            <a:r>
              <a:rPr lang="en-US" sz="6000" dirty="0">
                <a:latin typeface="Algerian" panose="04020705040A02060702" pitchFamily="82" charset="0"/>
              </a:rPr>
              <a:t> </a:t>
            </a:r>
            <a:r>
              <a:rPr lang="en-US" sz="6000" dirty="0" err="1">
                <a:latin typeface="Algerian" panose="04020705040A02060702" pitchFamily="82" charset="0"/>
              </a:rPr>
              <a:t>Christe</a:t>
            </a:r>
            <a:r>
              <a:rPr lang="en-US" sz="6000" dirty="0">
                <a:latin typeface="Algerian" panose="04020705040A02060702" pitchFamily="82" charset="0"/>
              </a:rPr>
              <a:t>, </a:t>
            </a:r>
            <a:r>
              <a:rPr lang="en-US" sz="6000" dirty="0" err="1">
                <a:latin typeface="Algerian" panose="04020705040A02060702" pitchFamily="82" charset="0"/>
              </a:rPr>
              <a:t>Domie</a:t>
            </a:r>
            <a:r>
              <a:rPr lang="en-US" sz="6000" dirty="0">
                <a:latin typeface="Algerian" panose="04020705040A02060702" pitchFamily="82" charset="0"/>
              </a:rPr>
              <a:t> </a:t>
            </a:r>
            <a:r>
              <a:rPr lang="en-US" sz="6000" dirty="0" err="1">
                <a:latin typeface="Algerian" panose="04020705040A02060702" pitchFamily="82" charset="0"/>
              </a:rPr>
              <a:t>deus</a:t>
            </a:r>
            <a:r>
              <a:rPr lang="en-US" sz="6000" dirty="0">
                <a:latin typeface="Algerian" panose="04020705040A02060702" pitchFamily="82" charset="0"/>
              </a:rPr>
              <a:t>  ………..inexcelsis </a:t>
            </a:r>
            <a:r>
              <a:rPr lang="en-US" sz="6000" dirty="0">
                <a:latin typeface="Algerian" panose="04020705040A02060702" pitchFamily="82" charset="0"/>
                <a:hlinkClick r:id="rId2" action="ppaction://hlinksldjump"/>
              </a:rPr>
              <a:t>Deo</a:t>
            </a:r>
            <a:endParaRPr lang="en-US" sz="6000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4800" dirty="0" err="1">
                <a:latin typeface="Algerian" panose="04020705040A02060702" pitchFamily="82" charset="0"/>
              </a:rPr>
              <a:t>Agnus</a:t>
            </a:r>
            <a:r>
              <a:rPr lang="en-US" sz="4800" dirty="0">
                <a:latin typeface="Algerian" panose="04020705040A02060702" pitchFamily="82" charset="0"/>
              </a:rPr>
              <a:t> </a:t>
            </a:r>
            <a:r>
              <a:rPr lang="en-US" sz="4800" dirty="0" err="1">
                <a:latin typeface="Algerian" panose="04020705040A02060702" pitchFamily="82" charset="0"/>
              </a:rPr>
              <a:t>dei</a:t>
            </a:r>
            <a:r>
              <a:rPr lang="en-US" sz="4800" dirty="0">
                <a:latin typeface="Algerian" panose="04020705040A02060702" pitchFamily="82" charset="0"/>
              </a:rPr>
              <a:t> </a:t>
            </a:r>
            <a:r>
              <a:rPr lang="en-US" sz="4800" dirty="0" err="1">
                <a:latin typeface="Algerian" panose="04020705040A02060702" pitchFamily="82" charset="0"/>
              </a:rPr>
              <a:t>filius</a:t>
            </a:r>
            <a:r>
              <a:rPr lang="en-US" sz="4800" dirty="0">
                <a:latin typeface="Algerian" panose="04020705040A02060702" pitchFamily="82" charset="0"/>
              </a:rPr>
              <a:t> </a:t>
            </a:r>
            <a:r>
              <a:rPr lang="en-US" sz="4800" dirty="0" err="1">
                <a:latin typeface="Algerian" panose="04020705040A02060702" pitchFamily="82" charset="0"/>
              </a:rPr>
              <a:t>patris</a:t>
            </a:r>
            <a:r>
              <a:rPr lang="en-US" sz="4800" dirty="0">
                <a:latin typeface="Algerian" panose="04020705040A02060702" pitchFamily="82" charset="0"/>
              </a:rPr>
              <a:t> </a:t>
            </a:r>
            <a:r>
              <a:rPr lang="en-US" sz="4800" dirty="0" err="1">
                <a:latin typeface="Algerian" panose="04020705040A02060702" pitchFamily="82" charset="0"/>
              </a:rPr>
              <a:t>quitolis</a:t>
            </a:r>
            <a:r>
              <a:rPr lang="en-US" sz="4800" dirty="0">
                <a:latin typeface="Algerian" panose="04020705040A02060702" pitchFamily="82" charset="0"/>
              </a:rPr>
              <a:t> </a:t>
            </a:r>
            <a:r>
              <a:rPr lang="en-US" sz="4800" dirty="0" err="1">
                <a:latin typeface="Algerian" panose="04020705040A02060702" pitchFamily="82" charset="0"/>
              </a:rPr>
              <a:t>pecata</a:t>
            </a:r>
            <a:r>
              <a:rPr lang="en-US" sz="4800" dirty="0">
                <a:latin typeface="Algerian" panose="04020705040A02060702" pitchFamily="82" charset="0"/>
              </a:rPr>
              <a:t> mundi,  </a:t>
            </a:r>
            <a:r>
              <a:rPr lang="en-US" sz="4800" dirty="0" err="1">
                <a:latin typeface="Algerian" panose="04020705040A02060702" pitchFamily="82" charset="0"/>
              </a:rPr>
              <a:t>miserere</a:t>
            </a:r>
            <a:r>
              <a:rPr lang="en-US" sz="4800" dirty="0">
                <a:latin typeface="Algerian" panose="04020705040A02060702" pitchFamily="82" charset="0"/>
              </a:rPr>
              <a:t> </a:t>
            </a:r>
            <a:r>
              <a:rPr lang="en-US" sz="4800" dirty="0" err="1">
                <a:latin typeface="Algerian" panose="04020705040A02060702" pitchFamily="82" charset="0"/>
              </a:rPr>
              <a:t>nobis</a:t>
            </a:r>
            <a:r>
              <a:rPr lang="en-US" sz="4800" dirty="0">
                <a:latin typeface="Algerian" panose="04020705040A02060702" pitchFamily="82" charset="0"/>
              </a:rPr>
              <a:t> </a:t>
            </a:r>
            <a:r>
              <a:rPr lang="en-US" sz="4800" dirty="0" err="1">
                <a:latin typeface="Algerian" panose="04020705040A02060702" pitchFamily="82" charset="0"/>
              </a:rPr>
              <a:t>quitolis</a:t>
            </a:r>
            <a:r>
              <a:rPr lang="en-US" sz="4800" dirty="0">
                <a:latin typeface="Algerian" panose="04020705040A02060702" pitchFamily="82" charset="0"/>
              </a:rPr>
              <a:t> </a:t>
            </a:r>
            <a:r>
              <a:rPr lang="en-US" sz="4800" dirty="0" err="1">
                <a:latin typeface="Algerian" panose="04020705040A02060702" pitchFamily="82" charset="0"/>
              </a:rPr>
              <a:t>pecata</a:t>
            </a:r>
            <a:r>
              <a:rPr lang="en-US" sz="4800" dirty="0">
                <a:latin typeface="Algerian" panose="04020705040A02060702" pitchFamily="82" charset="0"/>
              </a:rPr>
              <a:t> mundi, </a:t>
            </a:r>
            <a:r>
              <a:rPr lang="en-US" sz="4800" dirty="0" err="1">
                <a:latin typeface="Algerian" panose="04020705040A02060702" pitchFamily="82" charset="0"/>
              </a:rPr>
              <a:t>suscipede</a:t>
            </a:r>
            <a:r>
              <a:rPr lang="en-US" sz="4800" dirty="0">
                <a:latin typeface="Algerian" panose="04020705040A02060702" pitchFamily="82" charset="0"/>
              </a:rPr>
              <a:t> </a:t>
            </a:r>
            <a:r>
              <a:rPr lang="en-US" sz="4800" dirty="0" err="1">
                <a:latin typeface="Algerian" panose="04020705040A02060702" pitchFamily="82" charset="0"/>
              </a:rPr>
              <a:t>precatio</a:t>
            </a:r>
            <a:r>
              <a:rPr lang="en-US" sz="4800" dirty="0">
                <a:latin typeface="Algerian" panose="04020705040A02060702" pitchFamily="82" charset="0"/>
              </a:rPr>
              <a:t> nostrum qui </a:t>
            </a:r>
            <a:r>
              <a:rPr lang="en-US" sz="4800" dirty="0" err="1">
                <a:latin typeface="Algerian" panose="04020705040A02060702" pitchFamily="82" charset="0"/>
              </a:rPr>
              <a:t>sedex</a:t>
            </a:r>
            <a:r>
              <a:rPr lang="en-US" sz="4800" dirty="0">
                <a:latin typeface="Algerian" panose="04020705040A02060702" pitchFamily="82" charset="0"/>
              </a:rPr>
              <a:t> </a:t>
            </a:r>
            <a:r>
              <a:rPr lang="en-US" sz="4800" dirty="0" err="1">
                <a:latin typeface="Algerian" panose="04020705040A02060702" pitchFamily="82" charset="0"/>
              </a:rPr>
              <a:t>adexteram</a:t>
            </a:r>
            <a:r>
              <a:rPr lang="en-US" sz="4800" dirty="0">
                <a:latin typeface="Algerian" panose="04020705040A02060702" pitchFamily="82" charset="0"/>
              </a:rPr>
              <a:t> </a:t>
            </a:r>
            <a:r>
              <a:rPr lang="en-US" sz="4800" dirty="0" err="1">
                <a:latin typeface="Algerian" panose="04020705040A02060702" pitchFamily="82" charset="0"/>
              </a:rPr>
              <a:t>patris</a:t>
            </a:r>
            <a:r>
              <a:rPr lang="en-US" sz="4800" dirty="0">
                <a:latin typeface="Algerian" panose="04020705040A02060702" pitchFamily="82" charset="0"/>
              </a:rPr>
              <a:t>, </a:t>
            </a:r>
            <a:r>
              <a:rPr lang="en-US" sz="4800" dirty="0" err="1">
                <a:latin typeface="Algerian" panose="04020705040A02060702" pitchFamily="82" charset="0"/>
              </a:rPr>
              <a:t>miserere</a:t>
            </a:r>
            <a:r>
              <a:rPr lang="en-US" sz="4800" dirty="0">
                <a:latin typeface="Algerian" panose="04020705040A02060702" pitchFamily="82" charset="0"/>
              </a:rPr>
              <a:t> </a:t>
            </a:r>
            <a:r>
              <a:rPr lang="en-US" sz="4800" dirty="0" err="1">
                <a:latin typeface="Algerian" panose="04020705040A02060702" pitchFamily="82" charset="0"/>
              </a:rPr>
              <a:t>nobis</a:t>
            </a:r>
            <a:r>
              <a:rPr lang="en-US" sz="4800" dirty="0">
                <a:latin typeface="Algerian" panose="04020705040A02060702" pitchFamily="82" charset="0"/>
              </a:rPr>
              <a:t> </a:t>
            </a:r>
            <a:r>
              <a:rPr lang="en-US" sz="4800" dirty="0" err="1">
                <a:latin typeface="Algerian" panose="04020705040A02060702" pitchFamily="82" charset="0"/>
              </a:rPr>
              <a:t>miserere</a:t>
            </a:r>
            <a:r>
              <a:rPr lang="en-US" sz="4800" dirty="0">
                <a:latin typeface="Algerian" panose="04020705040A02060702" pitchFamily="82" charset="0"/>
              </a:rPr>
              <a:t> </a:t>
            </a:r>
            <a:r>
              <a:rPr lang="en-US" sz="4800" dirty="0" err="1">
                <a:latin typeface="Algerian" panose="04020705040A02060702" pitchFamily="82" charset="0"/>
              </a:rPr>
              <a:t>nobis</a:t>
            </a:r>
            <a:r>
              <a:rPr lang="en-US" sz="4800" dirty="0">
                <a:latin typeface="Algerian" panose="04020705040A02060702" pitchFamily="82" charset="0"/>
              </a:rPr>
              <a:t>……… inexcelsis </a:t>
            </a:r>
            <a:r>
              <a:rPr lang="en-US" sz="4800" dirty="0">
                <a:latin typeface="Algerian" panose="04020705040A02060702" pitchFamily="82" charset="0"/>
                <a:hlinkClick r:id="rId2" action="ppaction://hlinksldjump"/>
              </a:rPr>
              <a:t>deo</a:t>
            </a:r>
            <a:endParaRPr lang="en-US" sz="4800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324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dirty="0" err="1">
                <a:latin typeface="Algerian" panose="04020705040A02060702" pitchFamily="82" charset="0"/>
              </a:rPr>
              <a:t>Quoniamtusolus</a:t>
            </a:r>
            <a:r>
              <a:rPr lang="en-US" sz="5400" dirty="0">
                <a:latin typeface="Algerian" panose="04020705040A02060702" pitchFamily="82" charset="0"/>
              </a:rPr>
              <a:t> </a:t>
            </a:r>
            <a:r>
              <a:rPr lang="en-US" sz="5400" dirty="0" err="1">
                <a:latin typeface="Algerian" panose="04020705040A02060702" pitchFamily="82" charset="0"/>
              </a:rPr>
              <a:t>sanctus</a:t>
            </a:r>
            <a:r>
              <a:rPr lang="en-US" sz="5400" dirty="0">
                <a:latin typeface="Algerian" panose="04020705040A02060702" pitchFamily="82" charset="0"/>
              </a:rPr>
              <a:t> </a:t>
            </a:r>
            <a:r>
              <a:rPr lang="en-US" sz="5400" dirty="0" err="1">
                <a:latin typeface="Algerian" panose="04020705040A02060702" pitchFamily="82" charset="0"/>
              </a:rPr>
              <a:t>tusolus</a:t>
            </a:r>
            <a:r>
              <a:rPr lang="en-US" sz="5400" dirty="0">
                <a:latin typeface="Algerian" panose="04020705040A02060702" pitchFamily="82" charset="0"/>
              </a:rPr>
              <a:t> Dominus, </a:t>
            </a:r>
            <a:r>
              <a:rPr lang="en-US" sz="5400" dirty="0" err="1">
                <a:latin typeface="Algerian" panose="04020705040A02060702" pitchFamily="82" charset="0"/>
              </a:rPr>
              <a:t>tusolus</a:t>
            </a:r>
            <a:r>
              <a:rPr lang="en-US" sz="5400" dirty="0">
                <a:latin typeface="Algerian" panose="04020705040A02060702" pitchFamily="82" charset="0"/>
              </a:rPr>
              <a:t> </a:t>
            </a:r>
            <a:r>
              <a:rPr lang="en-US" sz="5400" dirty="0" err="1">
                <a:latin typeface="Algerian" panose="04020705040A02060702" pitchFamily="82" charset="0"/>
              </a:rPr>
              <a:t>altisimus</a:t>
            </a:r>
            <a:r>
              <a:rPr lang="en-US" sz="5400" dirty="0">
                <a:latin typeface="Algerian" panose="04020705040A02060702" pitchFamily="82" charset="0"/>
              </a:rPr>
              <a:t> Jesu </a:t>
            </a:r>
            <a:r>
              <a:rPr lang="en-US" sz="5400" dirty="0" err="1">
                <a:latin typeface="Algerian" panose="04020705040A02060702" pitchFamily="82" charset="0"/>
              </a:rPr>
              <a:t>christe</a:t>
            </a:r>
            <a:r>
              <a:rPr lang="en-US" sz="5400" dirty="0">
                <a:latin typeface="Algerian" panose="04020705040A02060702" pitchFamily="82" charset="0"/>
              </a:rPr>
              <a:t> cum </a:t>
            </a:r>
            <a:r>
              <a:rPr lang="en-US" sz="5400" dirty="0" err="1">
                <a:latin typeface="Algerian" panose="04020705040A02060702" pitchFamily="82" charset="0"/>
              </a:rPr>
              <a:t>sanctus</a:t>
            </a:r>
            <a:r>
              <a:rPr lang="en-US" sz="5400" dirty="0">
                <a:latin typeface="Algerian" panose="04020705040A02060702" pitchFamily="82" charset="0"/>
              </a:rPr>
              <a:t> </a:t>
            </a:r>
            <a:r>
              <a:rPr lang="en-US" sz="5400" dirty="0" err="1">
                <a:latin typeface="Algerian" panose="04020705040A02060702" pitchFamily="82" charset="0"/>
              </a:rPr>
              <a:t>spritus</a:t>
            </a:r>
            <a:r>
              <a:rPr lang="en-US" sz="5400" dirty="0">
                <a:latin typeface="Algerian" panose="04020705040A02060702" pitchFamily="82" charset="0"/>
              </a:rPr>
              <a:t> in </a:t>
            </a:r>
            <a:r>
              <a:rPr lang="en-US" sz="5400" dirty="0" err="1">
                <a:latin typeface="Algerian" panose="04020705040A02060702" pitchFamily="82" charset="0"/>
              </a:rPr>
              <a:t>gloria</a:t>
            </a:r>
            <a:r>
              <a:rPr lang="en-US" sz="5400" dirty="0">
                <a:latin typeface="Algerian" panose="04020705040A02060702" pitchFamily="82" charset="0"/>
              </a:rPr>
              <a:t> </a:t>
            </a:r>
            <a:r>
              <a:rPr lang="en-US" sz="5400">
                <a:latin typeface="Algerian" panose="04020705040A02060702" pitchFamily="82" charset="0"/>
              </a:rPr>
              <a:t>DEI PATRIS Amen </a:t>
            </a:r>
            <a:r>
              <a:rPr lang="en-US" sz="5400" dirty="0">
                <a:latin typeface="Algerian" panose="04020705040A02060702" pitchFamily="82" charset="0"/>
              </a:rPr>
              <a:t>Amen…………………. Inexcelsis </a:t>
            </a:r>
            <a:r>
              <a:rPr lang="en-US" sz="5400" dirty="0">
                <a:latin typeface="Algerian" panose="04020705040A02060702" pitchFamily="82" charset="0"/>
                <a:hlinkClick r:id="rId2" action="ppaction://hlinksldjump"/>
              </a:rPr>
              <a:t>Deo</a:t>
            </a:r>
            <a:endParaRPr lang="en-US" sz="5400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29</TotalTime>
  <Words>107</Words>
  <Application>Microsoft Office PowerPoint</Application>
  <PresentationFormat>On-screen Show (4:3)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Algerian</vt:lpstr>
      <vt:lpstr>Calibri</vt:lpstr>
      <vt:lpstr>Constantia</vt:lpstr>
      <vt:lpstr>Wingdings 2</vt:lpstr>
      <vt:lpstr>Flow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OWAMAANI Claret</dc:creator>
  <cp:lastModifiedBy>HP</cp:lastModifiedBy>
  <cp:revision>13</cp:revision>
  <dcterms:created xsi:type="dcterms:W3CDTF">2006-08-16T00:00:00Z</dcterms:created>
  <dcterms:modified xsi:type="dcterms:W3CDTF">2024-03-19T19:03:19Z</dcterms:modified>
</cp:coreProperties>
</file>