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8" r:id="rId5"/>
    <p:sldId id="262" r:id="rId6"/>
    <p:sldId id="259" r:id="rId7"/>
    <p:sldId id="263" r:id="rId8"/>
    <p:sldId id="260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CBD83-2C19-4F69-898D-3449D6FB6475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BF59-FFF4-4143-846B-36C98F12C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0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CBD83-2C19-4F69-898D-3449D6FB6475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BF59-FFF4-4143-846B-36C98F12C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023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CBD83-2C19-4F69-898D-3449D6FB6475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BF59-FFF4-4143-846B-36C98F12C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21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CBD83-2C19-4F69-898D-3449D6FB6475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BF59-FFF4-4143-846B-36C98F12C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85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CBD83-2C19-4F69-898D-3449D6FB6475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BF59-FFF4-4143-846B-36C98F12C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63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CBD83-2C19-4F69-898D-3449D6FB6475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BF59-FFF4-4143-846B-36C98F12C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145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CBD83-2C19-4F69-898D-3449D6FB6475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BF59-FFF4-4143-846B-36C98F12C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05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CBD83-2C19-4F69-898D-3449D6FB6475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BF59-FFF4-4143-846B-36C98F12C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933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CBD83-2C19-4F69-898D-3449D6FB6475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BF59-FFF4-4143-846B-36C98F12C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541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CBD83-2C19-4F69-898D-3449D6FB6475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BF59-FFF4-4143-846B-36C98F12C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57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CBD83-2C19-4F69-898D-3449D6FB6475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9BF59-FFF4-4143-846B-36C98F12C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4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CBD83-2C19-4F69-898D-3449D6FB6475}" type="datetimeFigureOut">
              <a:rPr lang="en-US" smtClean="0"/>
              <a:t>4/13/2024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9BF59-FFF4-4143-846B-36C98F12C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399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1"/>
            <a:ext cx="9143999" cy="6858000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FF0000"/>
                </a:solidFill>
                <a:latin typeface="Algerian" panose="04020705040A02060702" pitchFamily="82" charset="0"/>
              </a:rPr>
              <a:t>GLORY TO YOU WE PRAISE YOU</a:t>
            </a:r>
            <a:br>
              <a:rPr lang="en-US" sz="2800" b="1" dirty="0">
                <a:solidFill>
                  <a:srgbClr val="FF0000"/>
                </a:solidFill>
                <a:latin typeface="Wide Latin" panose="020A0A07050505020404" pitchFamily="18" charset="0"/>
              </a:rPr>
            </a:br>
            <a:r>
              <a:rPr lang="en-US" sz="4950" b="1" dirty="0">
                <a:latin typeface="Arial Black" panose="020B0A04020102020204" pitchFamily="34" charset="0"/>
              </a:rPr>
              <a:t>Glory to you we praise you we adore you, </a:t>
            </a:r>
            <a:br>
              <a:rPr lang="en-US" sz="4950" dirty="0">
                <a:latin typeface="Arial Black" panose="020B0A04020102020204" pitchFamily="34" charset="0"/>
              </a:rPr>
            </a:br>
            <a:r>
              <a:rPr lang="en-US" sz="4950" b="1" dirty="0">
                <a:latin typeface="Arial Black" panose="020B0A04020102020204" pitchFamily="34" charset="0"/>
              </a:rPr>
              <a:t>Glory to you we praise you we glorify you.</a:t>
            </a:r>
            <a:br>
              <a:rPr lang="en-US" sz="4950" dirty="0">
                <a:latin typeface="Arial Black" panose="020B0A04020102020204" pitchFamily="34" charset="0"/>
              </a:rPr>
            </a:br>
            <a:endParaRPr lang="en-US" sz="495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574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153" y="149945"/>
            <a:ext cx="9143999" cy="670805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3600" dirty="0">
                <a:solidFill>
                  <a:srgbClr val="FF0000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1. </a:t>
            </a:r>
            <a:r>
              <a:rPr lang="en-US" sz="36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And on earth peace to men, peace to </a:t>
            </a:r>
            <a:r>
              <a:rPr lang="en-US" sz="40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men</a:t>
            </a:r>
            <a:r>
              <a:rPr lang="en-US" sz="36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 who are god’s friends </a:t>
            </a:r>
          </a:p>
          <a:p>
            <a:pPr algn="ctr">
              <a:lnSpc>
                <a:spcPct val="200000"/>
              </a:lnSpc>
            </a:pPr>
            <a:r>
              <a:rPr lang="en-US" sz="3600" dirty="0">
                <a:solidFill>
                  <a:srgbClr val="FF0000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2. </a:t>
            </a:r>
            <a:r>
              <a:rPr lang="en-US" sz="36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God almighty father Heavenly king we praise you and we bless you </a:t>
            </a:r>
          </a:p>
        </p:txBody>
      </p:sp>
    </p:spTree>
    <p:extLst>
      <p:ext uri="{BB962C8B-B14F-4D97-AF65-F5344CB8AC3E}">
        <p14:creationId xmlns:p14="http://schemas.microsoft.com/office/powerpoint/2010/main" val="3241489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06113"/>
            <a:ext cx="9143999" cy="547694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3600" b="1" dirty="0">
                <a:latin typeface="Arial Black" panose="020B0A04020102020204" pitchFamily="34" charset="0"/>
              </a:rPr>
              <a:t>Glory to you we praise you we adore you, </a:t>
            </a:r>
            <a:br>
              <a:rPr lang="en-US" sz="3600" dirty="0">
                <a:latin typeface="Arial Black" panose="020B0A04020102020204" pitchFamily="34" charset="0"/>
              </a:rPr>
            </a:br>
            <a:r>
              <a:rPr lang="en-US" sz="3600" b="1" dirty="0">
                <a:latin typeface="Arial Black" panose="020B0A04020102020204" pitchFamily="34" charset="0"/>
              </a:rPr>
              <a:t>Glory to you we praise you we glorify you.</a:t>
            </a:r>
            <a:br>
              <a:rPr lang="en-US" sz="3600" dirty="0">
                <a:latin typeface="Arial Black" panose="020B0A04020102020204" pitchFamily="34" charset="0"/>
              </a:rPr>
            </a:br>
            <a:endParaRPr lang="en-US" sz="3600" dirty="0">
              <a:latin typeface="Arial Black" panose="020B0A04020102020204" pitchFamily="34" charset="0"/>
              <a:ea typeface="Times New Roman" panose="02020603050405020304" pitchFamily="18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339626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4177"/>
            <a:ext cx="9144000" cy="658494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3600" dirty="0">
                <a:solidFill>
                  <a:srgbClr val="FF0000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3. </a:t>
            </a:r>
            <a:r>
              <a:rPr lang="en-US" sz="36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We adore you, we glorify you, we give you thanks for your great glory </a:t>
            </a:r>
          </a:p>
          <a:p>
            <a:pPr algn="ctr">
              <a:lnSpc>
                <a:spcPct val="200000"/>
              </a:lnSpc>
            </a:pPr>
            <a:r>
              <a:rPr lang="en-US" sz="36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 </a:t>
            </a:r>
          </a:p>
          <a:p>
            <a:pPr algn="ctr">
              <a:lnSpc>
                <a:spcPct val="200000"/>
              </a:lnSpc>
            </a:pPr>
            <a:r>
              <a:rPr lang="en-US" sz="3600" dirty="0">
                <a:solidFill>
                  <a:srgbClr val="FF0000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4. </a:t>
            </a:r>
            <a:r>
              <a:rPr lang="en-US" sz="36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Lord Jesus Christ only son of the father, Lord lamb of God Jesus Christ </a:t>
            </a:r>
          </a:p>
        </p:txBody>
      </p:sp>
    </p:spTree>
    <p:extLst>
      <p:ext uri="{BB962C8B-B14F-4D97-AF65-F5344CB8AC3E}">
        <p14:creationId xmlns:p14="http://schemas.microsoft.com/office/powerpoint/2010/main" val="2767406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51755"/>
            <a:ext cx="9144000" cy="596939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4000" b="1" dirty="0">
                <a:latin typeface="Arial Black" panose="020B0A04020102020204" pitchFamily="34" charset="0"/>
              </a:rPr>
              <a:t>Glory to you we praise you we adore you, </a:t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b="1" dirty="0">
                <a:latin typeface="Arial Black" panose="020B0A04020102020204" pitchFamily="34" charset="0"/>
              </a:rPr>
              <a:t>Glory to you we praise you we glorify you.</a:t>
            </a:r>
            <a:br>
              <a:rPr lang="en-US" sz="4000" dirty="0">
                <a:latin typeface="Arial Black" panose="020B0A04020102020204" pitchFamily="34" charset="0"/>
              </a:rPr>
            </a:br>
            <a:endParaRPr lang="en-US" sz="3600" dirty="0">
              <a:latin typeface="Arial Black" panose="020B0A04020102020204" pitchFamily="34" charset="0"/>
              <a:ea typeface="Times New Roman" panose="02020603050405020304" pitchFamily="18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21701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8635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3200" dirty="0">
                <a:solidFill>
                  <a:srgbClr val="FF0000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5. </a:t>
            </a:r>
            <a:r>
              <a:rPr lang="en-US" sz="32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You take away the sins of the world;</a:t>
            </a:r>
          </a:p>
          <a:p>
            <a:pPr algn="ctr">
              <a:lnSpc>
                <a:spcPct val="200000"/>
              </a:lnSpc>
            </a:pPr>
            <a:r>
              <a:rPr lang="en-US" sz="32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 have mercy receive our prayer </a:t>
            </a:r>
          </a:p>
          <a:p>
            <a:pPr algn="ctr">
              <a:lnSpc>
                <a:spcPct val="200000"/>
              </a:lnSpc>
            </a:pPr>
            <a:r>
              <a:rPr lang="en-US" sz="32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 </a:t>
            </a:r>
          </a:p>
          <a:p>
            <a:pPr algn="ctr">
              <a:lnSpc>
                <a:spcPct val="200000"/>
              </a:lnSpc>
            </a:pPr>
            <a:r>
              <a:rPr lang="en-US" sz="3200" dirty="0">
                <a:solidFill>
                  <a:srgbClr val="FF0000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6. </a:t>
            </a:r>
            <a:r>
              <a:rPr lang="en-US" sz="32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You are seated at the right hand of the father; Have mercy Lord Jesus Christ </a:t>
            </a:r>
          </a:p>
        </p:txBody>
      </p:sp>
    </p:spTree>
    <p:extLst>
      <p:ext uri="{BB962C8B-B14F-4D97-AF65-F5344CB8AC3E}">
        <p14:creationId xmlns:p14="http://schemas.microsoft.com/office/powerpoint/2010/main" val="34350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6527"/>
            <a:ext cx="9144000" cy="547694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3600" b="1" dirty="0">
                <a:latin typeface="Arial Black" panose="020B0A04020102020204" pitchFamily="34" charset="0"/>
              </a:rPr>
              <a:t>Glory to you we praise you we adore you, </a:t>
            </a:r>
            <a:br>
              <a:rPr lang="en-US" sz="3600" dirty="0">
                <a:latin typeface="Arial Black" panose="020B0A04020102020204" pitchFamily="34" charset="0"/>
              </a:rPr>
            </a:br>
            <a:r>
              <a:rPr lang="en-US" sz="3600" b="1" dirty="0">
                <a:latin typeface="Arial Black" panose="020B0A04020102020204" pitchFamily="34" charset="0"/>
              </a:rPr>
              <a:t>Glory to you we praise you we glorify you.</a:t>
            </a:r>
            <a:br>
              <a:rPr lang="en-US" sz="3600" dirty="0">
                <a:latin typeface="Arial Black" panose="020B0A04020102020204" pitchFamily="34" charset="0"/>
              </a:rPr>
            </a:br>
            <a:endParaRPr lang="en-US" sz="3600" dirty="0">
              <a:latin typeface="Arial Black" panose="020B0A04020102020204" pitchFamily="34" charset="0"/>
              <a:ea typeface="Times New Roman" panose="02020603050405020304" pitchFamily="18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62796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64256"/>
            <a:ext cx="9143999" cy="553664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dirty="0">
                <a:solidFill>
                  <a:srgbClr val="FF0000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7. </a:t>
            </a:r>
            <a:r>
              <a:rPr lang="en-US" sz="40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You alone holy, you alone Lord, You alone are   most high  </a:t>
            </a:r>
          </a:p>
          <a:p>
            <a:pPr algn="ctr">
              <a:lnSpc>
                <a:spcPct val="150000"/>
              </a:lnSpc>
            </a:pPr>
            <a:r>
              <a:rPr lang="en-US" sz="40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 </a:t>
            </a:r>
          </a:p>
          <a:p>
            <a:pPr algn="ctr">
              <a:lnSpc>
                <a:spcPct val="150000"/>
              </a:lnSpc>
            </a:pPr>
            <a:r>
              <a:rPr lang="en-US" sz="4000" dirty="0">
                <a:solidFill>
                  <a:srgbClr val="FF0000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8. </a:t>
            </a:r>
            <a:r>
              <a:rPr lang="en-US" sz="4000" dirty="0">
                <a:latin typeface="Arial Black" panose="020B0A04020102020204" pitchFamily="34" charset="0"/>
                <a:ea typeface="Times New Roman" panose="02020603050405020304" pitchFamily="18" charset="0"/>
                <a:cs typeface="Angsana New" panose="02020603050405020304" pitchFamily="18" charset="-34"/>
              </a:rPr>
              <a:t>Glory to the father, Glory to the son, Glory to the spirit now and ever more </a:t>
            </a:r>
          </a:p>
        </p:txBody>
      </p:sp>
    </p:spTree>
    <p:extLst>
      <p:ext uri="{BB962C8B-B14F-4D97-AF65-F5344CB8AC3E}">
        <p14:creationId xmlns:p14="http://schemas.microsoft.com/office/powerpoint/2010/main" val="376480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236372"/>
            <a:ext cx="9143999" cy="470898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latin typeface="Arial Black" panose="020B0A04020102020204" pitchFamily="34" charset="0"/>
              </a:rPr>
              <a:t>Glory to you we praise you we adore you, </a:t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b="1" dirty="0">
                <a:latin typeface="Arial Black" panose="020B0A04020102020204" pitchFamily="34" charset="0"/>
              </a:rPr>
              <a:t>Glory to you we praise you we glorify you.</a:t>
            </a:r>
          </a:p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rgbClr val="FF0000"/>
                </a:solidFill>
                <a:latin typeface="Magneto" panose="04030805050802020D02" pitchFamily="82" charset="0"/>
                <a:ea typeface="Times New Roman" panose="02020603050405020304" pitchFamily="18" charset="0"/>
                <a:cs typeface="Angsana New" panose="02020603050405020304" pitchFamily="18" charset="-34"/>
              </a:rPr>
              <a:t>END</a:t>
            </a:r>
            <a:endParaRPr lang="en-US" sz="4000" dirty="0">
              <a:solidFill>
                <a:srgbClr val="FF0000"/>
              </a:solidFill>
              <a:latin typeface="Magneto" panose="04030805050802020D02" pitchFamily="82" charset="0"/>
              <a:ea typeface="Times New Roman" panose="02020603050405020304" pitchFamily="18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81523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</TotalTime>
  <Words>126</Words>
  <Application>Microsoft Office PowerPoint</Application>
  <PresentationFormat>On-screen Show (4:3)</PresentationFormat>
  <Paragraphs>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Algerian</vt:lpstr>
      <vt:lpstr>Arial</vt:lpstr>
      <vt:lpstr>Arial Black</vt:lpstr>
      <vt:lpstr>Calibri</vt:lpstr>
      <vt:lpstr>Calibri Light</vt:lpstr>
      <vt:lpstr>Magneto</vt:lpstr>
      <vt:lpstr>Wide Latin</vt:lpstr>
      <vt:lpstr>Office Theme</vt:lpstr>
      <vt:lpstr>GLORY TO YOU WE PRAISE YOU Glory to you we praise you we adore you,  Glory to you we praise you we glorify you.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Glory to you we praise you we adore you,  Glory to you we praise you we glorify you.</dc:title>
  <dc:creator>EVANS</dc:creator>
  <cp:lastModifiedBy>HP</cp:lastModifiedBy>
  <cp:revision>9</cp:revision>
  <dcterms:created xsi:type="dcterms:W3CDTF">2019-03-16T11:16:00Z</dcterms:created>
  <dcterms:modified xsi:type="dcterms:W3CDTF">2024-04-13T17:47:50Z</dcterms:modified>
</cp:coreProperties>
</file>