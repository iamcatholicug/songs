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smtClean="0"/>
              <a:t>Glory be to god in the highest heaven</a:t>
            </a:r>
          </a:p>
          <a:p>
            <a:pPr>
              <a:buNone/>
            </a:pPr>
            <a:r>
              <a:rPr lang="en-US" sz="4000" dirty="0" smtClean="0"/>
              <a:t>Peace to all his people his people on earth</a:t>
            </a:r>
          </a:p>
          <a:p>
            <a:pPr>
              <a:buNone/>
            </a:pPr>
            <a:r>
              <a:rPr lang="en-US" sz="4000" dirty="0" smtClean="0"/>
              <a:t>Heavenly king almighty father lord</a:t>
            </a:r>
          </a:p>
          <a:p>
            <a:pPr>
              <a:buNone/>
            </a:pPr>
            <a:r>
              <a:rPr lang="en-US" sz="4000" dirty="0" smtClean="0"/>
              <a:t>We worship you, we give you thanks </a:t>
            </a:r>
          </a:p>
          <a:p>
            <a:pPr>
              <a:buNone/>
            </a:pPr>
            <a:r>
              <a:rPr lang="en-US" sz="4000" dirty="0" smtClean="0"/>
              <a:t>We praise we glorify you x2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Lord Jesus Christ</a:t>
            </a:r>
          </a:p>
          <a:p>
            <a:pPr>
              <a:buNone/>
            </a:pPr>
            <a:r>
              <a:rPr lang="en-US" dirty="0" smtClean="0"/>
              <a:t>Jesus Christ the only son of the father</a:t>
            </a:r>
          </a:p>
          <a:p>
            <a:pPr>
              <a:buNone/>
            </a:pPr>
            <a:r>
              <a:rPr lang="en-US" dirty="0" smtClean="0"/>
              <a:t>Lord lamb of God</a:t>
            </a:r>
          </a:p>
          <a:p>
            <a:pPr>
              <a:buNone/>
            </a:pPr>
            <a:r>
              <a:rPr lang="en-US" dirty="0" smtClean="0"/>
              <a:t>Jesus </a:t>
            </a:r>
            <a:r>
              <a:rPr lang="en-US" dirty="0" err="1" smtClean="0"/>
              <a:t>christ</a:t>
            </a:r>
            <a:r>
              <a:rPr lang="en-US" dirty="0" smtClean="0"/>
              <a:t> the only son of god</a:t>
            </a:r>
          </a:p>
          <a:p>
            <a:pPr>
              <a:buNone/>
            </a:pPr>
            <a:r>
              <a:rPr lang="en-US" dirty="0" smtClean="0"/>
              <a:t>You take away our sins </a:t>
            </a:r>
            <a:r>
              <a:rPr lang="en-US" smtClean="0"/>
              <a:t>have mercy on us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user</cp:lastModifiedBy>
  <cp:revision>3</cp:revision>
  <dcterms:created xsi:type="dcterms:W3CDTF">2006-08-16T00:00:00Z</dcterms:created>
  <dcterms:modified xsi:type="dcterms:W3CDTF">2022-09-01T06:17:32Z</dcterms:modified>
</cp:coreProperties>
</file>