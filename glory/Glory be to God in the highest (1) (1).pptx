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5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1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5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5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5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72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1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736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30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1975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74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81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970BB-DEBD-4C79-A69F-FC7D1CD4C391}" type="datetimeFigureOut">
              <a:rPr lang="en-US" smtClean="0"/>
              <a:t>03-Nov-20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7AA98F6-BD53-4978-AB52-8C0CAD7BE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1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 anchor="ctr">
            <a:normAutofit/>
          </a:bodyPr>
          <a:lstStyle/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Arial Black" panose="020B0A04020102020204" pitchFamily="34" charset="0"/>
              </a:rPr>
              <a:t>GLORY BE TO GOD</a:t>
            </a:r>
          </a:p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4400" b="1" i="1" dirty="0" err="1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4400" b="1" i="1" dirty="0" smtClean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44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Glory </a:t>
            </a: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be to God </a:t>
            </a:r>
            <a: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x2</a:t>
            </a:r>
          </a:p>
          <a:p>
            <a:pPr lvl="0" algn="ctr">
              <a:lnSpc>
                <a:spcPct val="150000"/>
              </a:lnSpc>
              <a:buClr>
                <a:srgbClr val="90C226"/>
              </a:buClr>
            </a:pP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Glory to God in the highest</a:t>
            </a:r>
          </a:p>
          <a:p>
            <a:pPr algn="ctr">
              <a:lnSpc>
                <a:spcPct val="150000"/>
              </a:lnSpc>
            </a:pPr>
            <a:endParaRPr lang="en-US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4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7999"/>
          </a:xfrm>
        </p:spPr>
        <p:txBody>
          <a:bodyPr anchor="ctr">
            <a:normAutofit fontScale="90000"/>
          </a:bodyPr>
          <a:lstStyle/>
          <a:p>
            <a:pPr marL="0" lvl="0" indent="0" algn="ctr">
              <a:lnSpc>
                <a:spcPct val="200000"/>
              </a:lnSpc>
            </a:pPr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1</a:t>
            </a: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.Heavenly king Lord our God</a:t>
            </a:r>
            <a:r>
              <a:rPr lang="en-US" sz="4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…</a:t>
            </a:r>
            <a:br>
              <a:rPr lang="en-US" sz="4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Praise </a:t>
            </a:r>
            <a:r>
              <a:rPr lang="en-US" sz="40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x3</a:t>
            </a: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 to You Lord</a:t>
            </a:r>
            <a:b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Father of all we give you thanks</a:t>
            </a:r>
            <a:r>
              <a:rPr lang="en-US" sz="4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…</a:t>
            </a:r>
            <a:br>
              <a:rPr lang="en-US" sz="4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0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Praise </a:t>
            </a:r>
            <a:r>
              <a:rPr lang="en-US" sz="40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x3</a:t>
            </a:r>
            <a:r>
              <a:rPr lang="en-US" sz="4000" b="1" i="1" dirty="0">
                <a:solidFill>
                  <a:schemeClr val="tx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  <a:t>to you Lord</a:t>
            </a:r>
            <a:br>
              <a:rPr lang="en-US" sz="40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4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04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 anchor="ctr">
            <a:normAutofit/>
          </a:bodyPr>
          <a:lstStyle/>
          <a:p>
            <a:pPr marL="0" lvl="0" indent="0"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.Lord Jesus Christ You take away…..</a:t>
            </a:r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</a:rPr>
              <a:t/>
            </a:r>
            <a:b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All our sins have mercy Lord……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.Glory is yours at God’s right hand…..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Graciously hear your people’s prayer</a:t>
            </a:r>
            <a:r>
              <a:rPr lang="en-US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…..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33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pPr marL="0" lvl="0" indent="0" algn="ctr"/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4.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For You alone are Holy Christ…..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You are the Lord You the most high…..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5.</a:t>
            </a: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Spirit of God may You be praised….</a:t>
            </a:r>
            <a:b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You have been sent to unite all….</a:t>
            </a:r>
            <a: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Black" panose="020B0A04020102020204" pitchFamily="34" charset="0"/>
              </a:rPr>
              <a:t/>
            </a:r>
            <a:br>
              <a:rPr 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/>
            </a:r>
            <a:br>
              <a:rPr lang="en-US" b="1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 anchor="ctr">
            <a:normAutofit/>
          </a:bodyPr>
          <a:lstStyle/>
          <a:p>
            <a:pPr lvl="0" algn="ctr">
              <a:lnSpc>
                <a:spcPct val="150000"/>
              </a:lnSpc>
            </a:pPr>
            <a:r>
              <a:rPr lang="en-US" sz="4400" b="1" i="1" dirty="0" err="1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Chrs</a:t>
            </a:r>
            <a: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.</a:t>
            </a:r>
            <a:b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Glory be to God </a:t>
            </a:r>
            <a: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x2</a:t>
            </a:r>
            <a:br>
              <a:rPr lang="en-US" sz="4400" b="1" i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  <a:t>Glory to God in the highest</a:t>
            </a:r>
            <a:br>
              <a:rPr lang="en-US" sz="44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/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1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END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211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</TotalTime>
  <Words>40</Words>
  <Application>Microsoft Office PowerPoint</Application>
  <PresentationFormat>On-screen Show (4:3)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Century Gothic</vt:lpstr>
      <vt:lpstr>Times New Roman</vt:lpstr>
      <vt:lpstr>Wingdings 3</vt:lpstr>
      <vt:lpstr>Wisp</vt:lpstr>
      <vt:lpstr>PowerPoint Presentation</vt:lpstr>
      <vt:lpstr>1.Heavenly king Lord our God… Praise x3 to You Lord Father of all we give you thanks… Praise x3 to you Lord </vt:lpstr>
      <vt:lpstr>2.Lord Jesus Christ You take away….. All our sins have mercy Lord…… 3.Glory is yours at God’s right hand….. Graciously hear your people’s prayer…..</vt:lpstr>
      <vt:lpstr>4.For You alone are Holy Christ….. You are the Lord You the most high…..  5.Spirit of God may You be praised…. You have been sent to unite all….  </vt:lpstr>
      <vt:lpstr>Chrs. Glory be to God x2 Glory to God in the highest  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EVANS MUHUMUZA</dc:creator>
  <cp:lastModifiedBy>EVANS MUHUMUZA</cp:lastModifiedBy>
  <cp:revision>2</cp:revision>
  <dcterms:created xsi:type="dcterms:W3CDTF">2020-11-03T08:50:43Z</dcterms:created>
  <dcterms:modified xsi:type="dcterms:W3CDTF">2020-11-03T09:05:35Z</dcterms:modified>
</cp:coreProperties>
</file>