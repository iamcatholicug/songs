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1"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12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CBE103B-135E-42B2-B861-12CA57445CD8}" type="datetimeFigureOut">
              <a:rPr lang="en-US" smtClean="0"/>
              <a:t>4/8/2023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5477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BE103B-135E-42B2-B861-12CA57445CD8}" type="datetimeFigureOut">
              <a:rPr lang="en-US" smtClean="0"/>
              <a:t>4/8/2023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3945140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BE103B-135E-42B2-B861-12CA57445CD8}" type="datetimeFigureOut">
              <a:rPr lang="en-US" smtClean="0"/>
              <a:t>4/8/2023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209688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CBE103B-135E-42B2-B861-12CA57445CD8}" type="datetimeFigureOut">
              <a:rPr lang="en-US" smtClean="0"/>
              <a:t>4/8/2023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2122511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CBE103B-135E-42B2-B861-12CA57445CD8}" type="datetimeFigureOut">
              <a:rPr lang="en-US" smtClean="0"/>
              <a:t>4/8/2023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480573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CBE103B-135E-42B2-B861-12CA57445CD8}" type="datetimeFigureOut">
              <a:rPr lang="en-US" smtClean="0"/>
              <a:t>4/8/2023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107995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BE103B-135E-42B2-B861-12CA57445CD8}" type="datetimeFigureOut">
              <a:rPr lang="en-US" smtClean="0"/>
              <a:t>4/8/2023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976728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BE103B-135E-42B2-B861-12CA57445CD8}" type="datetimeFigureOut">
              <a:rPr lang="en-US" smtClean="0"/>
              <a:t>4/8/2023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835827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BE103B-135E-42B2-B861-12CA57445CD8}" type="datetimeFigureOut">
              <a:rPr lang="en-US" smtClean="0"/>
              <a:t>4/8/2023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114346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BE103B-135E-42B2-B861-12CA57445CD8}" type="datetimeFigureOut">
              <a:rPr lang="en-US" smtClean="0"/>
              <a:t>4/8/2023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570761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CBE103B-135E-42B2-B861-12CA57445CD8}" type="datetimeFigureOut">
              <a:rPr lang="en-US" smtClean="0"/>
              <a:t>4/8/2023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021E72-D751-4264-8612-55A16F371775}" type="slidenum">
              <a:rPr lang="en-US" smtClean="0"/>
              <a:t>‹#›</a:t>
            </a:fld>
            <a:endParaRPr lang="en-US"/>
          </a:p>
        </p:txBody>
      </p:sp>
    </p:spTree>
    <p:extLst>
      <p:ext uri="{BB962C8B-B14F-4D97-AF65-F5344CB8AC3E}">
        <p14:creationId xmlns:p14="http://schemas.microsoft.com/office/powerpoint/2010/main" val="4290390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E103B-135E-42B2-B861-12CA57445CD8}" type="datetimeFigureOut">
              <a:rPr lang="en-US" smtClean="0"/>
              <a:t>4/8/2023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021E72-D751-4264-8612-55A16F371775}" type="slidenum">
              <a:rPr lang="en-US" smtClean="0"/>
              <a:t>‹#›</a:t>
            </a:fld>
            <a:endParaRPr lang="en-US"/>
          </a:p>
        </p:txBody>
      </p:sp>
    </p:spTree>
    <p:extLst>
      <p:ext uri="{BB962C8B-B14F-4D97-AF65-F5344CB8AC3E}">
        <p14:creationId xmlns:p14="http://schemas.microsoft.com/office/powerpoint/2010/main" val="34151879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lstStyle/>
          <a:p>
            <a:pPr algn="ctr"/>
            <a:r>
              <a:rPr lang="en-US" dirty="0" smtClean="0">
                <a:solidFill>
                  <a:srgbClr val="FF0000"/>
                </a:solidFill>
                <a:latin typeface="Algerian" panose="04020705040A02060702" pitchFamily="82" charset="0"/>
              </a:rPr>
              <a:t>TO GOD BE THE GLORY</a:t>
            </a:r>
            <a:r>
              <a:rPr lang="en-US" dirty="0" smtClean="0">
                <a:latin typeface="Arial Black" panose="020B0A04020102020204" pitchFamily="34" charset="0"/>
              </a:rPr>
              <a:t/>
            </a:r>
            <a:br>
              <a:rPr lang="en-US" dirty="0" smtClean="0">
                <a:latin typeface="Arial Black" panose="020B0A04020102020204" pitchFamily="34" charset="0"/>
              </a:rPr>
            </a:br>
            <a:r>
              <a:rPr lang="en-US" dirty="0">
                <a:latin typeface="Arial Black" panose="020B0A04020102020204" pitchFamily="34" charset="0"/>
              </a:rPr>
              <a:t/>
            </a:r>
            <a:br>
              <a:rPr lang="en-US" dirty="0">
                <a:latin typeface="Arial Black" panose="020B0A04020102020204" pitchFamily="34" charset="0"/>
              </a:rPr>
            </a:br>
            <a:r>
              <a:rPr lang="en-US" dirty="0" smtClean="0">
                <a:latin typeface="Arial Black" panose="020B0A04020102020204" pitchFamily="34" charset="0"/>
              </a:rPr>
              <a:t>1. To God be the glory, great things He has done</a:t>
            </a:r>
            <a:br>
              <a:rPr lang="en-US" dirty="0" smtClean="0">
                <a:latin typeface="Arial Black" panose="020B0A04020102020204" pitchFamily="34" charset="0"/>
              </a:rPr>
            </a:br>
            <a:r>
              <a:rPr lang="en-US" dirty="0" smtClean="0">
                <a:latin typeface="Arial Black" panose="020B0A04020102020204" pitchFamily="34" charset="0"/>
              </a:rPr>
              <a:t>So loved He the world that he gave us His son.</a:t>
            </a:r>
            <a:br>
              <a:rPr lang="en-US" dirty="0" smtClean="0">
                <a:latin typeface="Arial Black" panose="020B0A04020102020204" pitchFamily="34" charset="0"/>
              </a:rPr>
            </a:br>
            <a:r>
              <a:rPr lang="en-US" dirty="0" smtClean="0">
                <a:latin typeface="Arial Black" panose="020B0A04020102020204" pitchFamily="34" charset="0"/>
              </a:rPr>
              <a:t>Who yielded His life in atonement for sin</a:t>
            </a:r>
            <a:br>
              <a:rPr lang="en-US" dirty="0" smtClean="0">
                <a:latin typeface="Arial Black" panose="020B0A04020102020204" pitchFamily="34" charset="0"/>
              </a:rPr>
            </a:br>
            <a:r>
              <a:rPr lang="en-US" dirty="0" smtClean="0">
                <a:latin typeface="Arial Black" panose="020B0A04020102020204" pitchFamily="34" charset="0"/>
              </a:rPr>
              <a:t>and opened the life gate that all may go in……</a:t>
            </a:r>
            <a:endParaRPr lang="en-US" dirty="0">
              <a:latin typeface="Arial Black" panose="020B0A04020102020204" pitchFamily="34" charset="0"/>
            </a:endParaRPr>
          </a:p>
        </p:txBody>
      </p:sp>
    </p:spTree>
    <p:extLst>
      <p:ext uri="{BB962C8B-B14F-4D97-AF65-F5344CB8AC3E}">
        <p14:creationId xmlns:p14="http://schemas.microsoft.com/office/powerpoint/2010/main" val="3664418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fontScale="90000"/>
          </a:bodyPr>
          <a:lstStyle/>
          <a:p>
            <a:pPr algn="ctr"/>
            <a:r>
              <a:rPr lang="en-US" dirty="0" smtClean="0">
                <a:solidFill>
                  <a:srgbClr val="FF0000"/>
                </a:solidFill>
                <a:latin typeface="Arial Black" panose="020B0A04020102020204" pitchFamily="34" charset="0"/>
              </a:rPr>
              <a:t>Chrs</a:t>
            </a: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Praise the Lord! Praise the Lord!</a:t>
            </a:r>
            <a:br>
              <a:rPr lang="en-US" dirty="0" smtClean="0">
                <a:latin typeface="Arial Black" panose="020B0A04020102020204" pitchFamily="34" charset="0"/>
              </a:rPr>
            </a:br>
            <a:r>
              <a:rPr lang="en-US" dirty="0" smtClean="0">
                <a:latin typeface="Arial Black" panose="020B0A04020102020204" pitchFamily="34" charset="0"/>
              </a:rPr>
              <a:t>Let the earth hear his voice</a:t>
            </a:r>
            <a:br>
              <a:rPr lang="en-US" dirty="0" smtClean="0">
                <a:latin typeface="Arial Black" panose="020B0A04020102020204" pitchFamily="34" charset="0"/>
              </a:rPr>
            </a:br>
            <a:r>
              <a:rPr lang="en-US" dirty="0">
                <a:latin typeface="Arial Black" panose="020B0A04020102020204" pitchFamily="34" charset="0"/>
              </a:rPr>
              <a:t>Praise the Lord! Praise the Lord!</a:t>
            </a:r>
            <a:br>
              <a:rPr lang="en-US" dirty="0">
                <a:latin typeface="Arial Black" panose="020B0A04020102020204" pitchFamily="34" charset="0"/>
              </a:rPr>
            </a:br>
            <a:r>
              <a:rPr lang="en-US" dirty="0" smtClean="0">
                <a:latin typeface="Arial Black" panose="020B0A04020102020204" pitchFamily="34" charset="0"/>
              </a:rPr>
              <a:t>Let the people rejoice</a:t>
            </a:r>
            <a:br>
              <a:rPr lang="en-US" dirty="0" smtClean="0">
                <a:latin typeface="Arial Black" panose="020B0A04020102020204" pitchFamily="34" charset="0"/>
              </a:rPr>
            </a:br>
            <a:r>
              <a:rPr lang="en-US" dirty="0" smtClean="0">
                <a:latin typeface="Arial Black" panose="020B0A04020102020204" pitchFamily="34" charset="0"/>
              </a:rPr>
              <a:t>O come to the Father through Jesus the son:</a:t>
            </a:r>
            <a:br>
              <a:rPr lang="en-US" dirty="0" smtClean="0">
                <a:latin typeface="Arial Black" panose="020B0A04020102020204" pitchFamily="34" charset="0"/>
              </a:rPr>
            </a:br>
            <a:r>
              <a:rPr lang="en-US" dirty="0" smtClean="0">
                <a:latin typeface="Arial Black" panose="020B0A04020102020204" pitchFamily="34" charset="0"/>
              </a:rPr>
              <a:t>And give Him the glory the great things He has done.</a:t>
            </a:r>
            <a:br>
              <a:rPr lang="en-US" dirty="0" smtClean="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2550128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a:bodyPr>
          <a:lstStyle/>
          <a:p>
            <a:pPr algn="ctr">
              <a:lnSpc>
                <a:spcPct val="100000"/>
              </a:lnSpc>
            </a:pPr>
            <a:r>
              <a:rPr lang="en-GB" b="1" dirty="0">
                <a:solidFill>
                  <a:srgbClr val="0070C0"/>
                </a:solidFill>
                <a:latin typeface="Arial Black" panose="020B0A04020102020204" pitchFamily="34" charset="0"/>
              </a:rPr>
              <a:t>2</a:t>
            </a:r>
            <a:r>
              <a:rPr lang="en-GB" b="1" dirty="0">
                <a:latin typeface="Arial Black" panose="020B0A04020102020204" pitchFamily="34" charset="0"/>
              </a:rPr>
              <a:t>. O perfect </a:t>
            </a:r>
            <a:r>
              <a:rPr lang="en-GB" b="1" dirty="0" err="1">
                <a:latin typeface="Arial Black" panose="020B0A04020102020204" pitchFamily="34" charset="0"/>
              </a:rPr>
              <a:t>redemption,the</a:t>
            </a:r>
            <a:r>
              <a:rPr lang="en-GB" b="1" dirty="0">
                <a:latin typeface="Arial Black" panose="020B0A04020102020204" pitchFamily="34" charset="0"/>
              </a:rPr>
              <a:t> purchase of  blood,</a:t>
            </a:r>
            <a:br>
              <a:rPr lang="en-GB" b="1" dirty="0">
                <a:latin typeface="Arial Black" panose="020B0A04020102020204" pitchFamily="34" charset="0"/>
              </a:rPr>
            </a:br>
            <a:r>
              <a:rPr lang="en-GB" b="1" dirty="0">
                <a:latin typeface="Arial Black" panose="020B0A04020102020204" pitchFamily="34" charset="0"/>
              </a:rPr>
              <a:t>To every believer the promise of God,</a:t>
            </a:r>
            <a:br>
              <a:rPr lang="en-GB" b="1" dirty="0">
                <a:latin typeface="Arial Black" panose="020B0A04020102020204" pitchFamily="34" charset="0"/>
              </a:rPr>
            </a:br>
            <a:r>
              <a:rPr lang="en-GB" b="1" dirty="0" smtClean="0">
                <a:latin typeface="Arial Black" panose="020B0A04020102020204" pitchFamily="34" charset="0"/>
              </a:rPr>
              <a:t>And every </a:t>
            </a:r>
            <a:r>
              <a:rPr lang="en-GB" b="1" dirty="0">
                <a:latin typeface="Arial Black" panose="020B0A04020102020204" pitchFamily="34" charset="0"/>
              </a:rPr>
              <a:t>offender who truly believes,</a:t>
            </a:r>
            <a:br>
              <a:rPr lang="en-GB" b="1" dirty="0">
                <a:latin typeface="Arial Black" panose="020B0A04020102020204" pitchFamily="34" charset="0"/>
              </a:rPr>
            </a:br>
            <a:r>
              <a:rPr lang="en-GB" b="1" dirty="0">
                <a:latin typeface="Arial Black" panose="020B0A04020102020204" pitchFamily="34" charset="0"/>
              </a:rPr>
              <a:t>That moment from Jesus a pardon received.</a:t>
            </a:r>
            <a:endParaRPr lang="en-GB" b="1" dirty="0">
              <a:latin typeface="Arial Black" panose="020B0A04020102020204" pitchFamily="34" charset="0"/>
            </a:endParaRPr>
          </a:p>
        </p:txBody>
      </p:sp>
    </p:spTree>
    <p:extLst>
      <p:ext uri="{BB962C8B-B14F-4D97-AF65-F5344CB8AC3E}">
        <p14:creationId xmlns:p14="http://schemas.microsoft.com/office/powerpoint/2010/main" val="1459100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fontScale="90000"/>
          </a:bodyPr>
          <a:lstStyle/>
          <a:p>
            <a:pPr algn="ctr"/>
            <a:r>
              <a:rPr lang="en-US" dirty="0" smtClean="0">
                <a:solidFill>
                  <a:srgbClr val="FF0000"/>
                </a:solidFill>
                <a:latin typeface="Arial Black" panose="020B0A04020102020204" pitchFamily="34" charset="0"/>
              </a:rPr>
              <a:t>Chrs</a:t>
            </a:r>
            <a:r>
              <a:rPr lang="en-US" dirty="0" smtClean="0">
                <a:latin typeface="Arial Black" panose="020B0A04020102020204" pitchFamily="34" charset="0"/>
              </a:rPr>
              <a:t/>
            </a:r>
            <a:br>
              <a:rPr lang="en-US" dirty="0" smtClean="0">
                <a:latin typeface="Arial Black" panose="020B0A04020102020204" pitchFamily="34" charset="0"/>
              </a:rPr>
            </a:br>
            <a:r>
              <a:rPr lang="en-US" dirty="0" smtClean="0">
                <a:latin typeface="Arial Black" panose="020B0A04020102020204" pitchFamily="34" charset="0"/>
              </a:rPr>
              <a:t>Praise the Lord! Praise the Lord!</a:t>
            </a:r>
            <a:br>
              <a:rPr lang="en-US" dirty="0" smtClean="0">
                <a:latin typeface="Arial Black" panose="020B0A04020102020204" pitchFamily="34" charset="0"/>
              </a:rPr>
            </a:br>
            <a:r>
              <a:rPr lang="en-US" dirty="0" smtClean="0">
                <a:latin typeface="Arial Black" panose="020B0A04020102020204" pitchFamily="34" charset="0"/>
              </a:rPr>
              <a:t>Let the earth hear his voice</a:t>
            </a:r>
            <a:br>
              <a:rPr lang="en-US" dirty="0" smtClean="0">
                <a:latin typeface="Arial Black" panose="020B0A04020102020204" pitchFamily="34" charset="0"/>
              </a:rPr>
            </a:br>
            <a:r>
              <a:rPr lang="en-US" dirty="0">
                <a:latin typeface="Arial Black" panose="020B0A04020102020204" pitchFamily="34" charset="0"/>
              </a:rPr>
              <a:t>Praise the Lord! Praise the Lord!</a:t>
            </a:r>
            <a:br>
              <a:rPr lang="en-US" dirty="0">
                <a:latin typeface="Arial Black" panose="020B0A04020102020204" pitchFamily="34" charset="0"/>
              </a:rPr>
            </a:br>
            <a:r>
              <a:rPr lang="en-US" dirty="0" smtClean="0">
                <a:latin typeface="Arial Black" panose="020B0A04020102020204" pitchFamily="34" charset="0"/>
              </a:rPr>
              <a:t>Let the people rejoice</a:t>
            </a:r>
            <a:br>
              <a:rPr lang="en-US" dirty="0" smtClean="0">
                <a:latin typeface="Arial Black" panose="020B0A04020102020204" pitchFamily="34" charset="0"/>
              </a:rPr>
            </a:br>
            <a:r>
              <a:rPr lang="en-US" dirty="0" smtClean="0">
                <a:latin typeface="Arial Black" panose="020B0A04020102020204" pitchFamily="34" charset="0"/>
              </a:rPr>
              <a:t>O come to the Father through Jesus the son:</a:t>
            </a:r>
            <a:br>
              <a:rPr lang="en-US" dirty="0" smtClean="0">
                <a:latin typeface="Arial Black" panose="020B0A04020102020204" pitchFamily="34" charset="0"/>
              </a:rPr>
            </a:br>
            <a:r>
              <a:rPr lang="en-US" dirty="0" smtClean="0">
                <a:latin typeface="Arial Black" panose="020B0A04020102020204" pitchFamily="34" charset="0"/>
              </a:rPr>
              <a:t>And give Him the glory the great things He has done.</a:t>
            </a:r>
            <a:br>
              <a:rPr lang="en-US" dirty="0" smtClean="0">
                <a:latin typeface="Arial Black" panose="020B0A04020102020204" pitchFamily="34" charset="0"/>
              </a:rPr>
            </a:br>
            <a:endParaRPr lang="en-US" dirty="0">
              <a:latin typeface="Arial Black" panose="020B0A04020102020204" pitchFamily="34" charset="0"/>
            </a:endParaRPr>
          </a:p>
        </p:txBody>
      </p:sp>
    </p:spTree>
    <p:extLst>
      <p:ext uri="{BB962C8B-B14F-4D97-AF65-F5344CB8AC3E}">
        <p14:creationId xmlns:p14="http://schemas.microsoft.com/office/powerpoint/2010/main" val="3435570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txBody>
          <a:bodyPr>
            <a:normAutofit/>
          </a:bodyPr>
          <a:lstStyle/>
          <a:p>
            <a:pPr algn="ctr">
              <a:lnSpc>
                <a:spcPct val="100000"/>
              </a:lnSpc>
            </a:pPr>
            <a:r>
              <a:rPr lang="en-GB" b="1" dirty="0">
                <a:solidFill>
                  <a:srgbClr val="0070C0"/>
                </a:solidFill>
                <a:latin typeface="Arial Black" panose="020B0A04020102020204" pitchFamily="34" charset="0"/>
              </a:rPr>
              <a:t>3</a:t>
            </a:r>
            <a:r>
              <a:rPr lang="en-GB" b="1" dirty="0">
                <a:latin typeface="Arial Black" panose="020B0A04020102020204" pitchFamily="34" charset="0"/>
              </a:rPr>
              <a:t>.Great things he has taught us ,</a:t>
            </a:r>
            <a:br>
              <a:rPr lang="en-GB" b="1" dirty="0">
                <a:latin typeface="Arial Black" panose="020B0A04020102020204" pitchFamily="34" charset="0"/>
              </a:rPr>
            </a:br>
            <a:r>
              <a:rPr lang="en-GB" b="1" dirty="0">
                <a:latin typeface="Arial Black" panose="020B0A04020102020204" pitchFamily="34" charset="0"/>
              </a:rPr>
              <a:t> Great things he has done.</a:t>
            </a:r>
            <a:br>
              <a:rPr lang="en-GB" b="1" dirty="0">
                <a:latin typeface="Arial Black" panose="020B0A04020102020204" pitchFamily="34" charset="0"/>
              </a:rPr>
            </a:br>
            <a:r>
              <a:rPr lang="en-GB" b="1" dirty="0">
                <a:latin typeface="Arial Black" panose="020B0A04020102020204" pitchFamily="34" charset="0"/>
              </a:rPr>
              <a:t>And </a:t>
            </a:r>
            <a:r>
              <a:rPr lang="en-GB" b="1" dirty="0" smtClean="0">
                <a:latin typeface="Arial Black" panose="020B0A04020102020204" pitchFamily="34" charset="0"/>
              </a:rPr>
              <a:t>great our </a:t>
            </a:r>
            <a:r>
              <a:rPr lang="en-GB" b="1" dirty="0">
                <a:latin typeface="Arial Black" panose="020B0A04020102020204" pitchFamily="34" charset="0"/>
              </a:rPr>
              <a:t>rejoicing through Jesus the son,</a:t>
            </a:r>
            <a:br>
              <a:rPr lang="en-GB" b="1" dirty="0">
                <a:latin typeface="Arial Black" panose="020B0A04020102020204" pitchFamily="34" charset="0"/>
              </a:rPr>
            </a:br>
            <a:r>
              <a:rPr lang="en-GB" b="1" dirty="0">
                <a:latin typeface="Arial Black" panose="020B0A04020102020204" pitchFamily="34" charset="0"/>
              </a:rPr>
              <a:t>But purer and higher and greater will be,</a:t>
            </a:r>
            <a:br>
              <a:rPr lang="en-GB" b="1" dirty="0">
                <a:latin typeface="Arial Black" panose="020B0A04020102020204" pitchFamily="34" charset="0"/>
              </a:rPr>
            </a:br>
            <a:r>
              <a:rPr lang="en-GB" sz="4000" b="1" dirty="0">
                <a:latin typeface="Arial Black" panose="020B0A04020102020204" pitchFamily="34" charset="0"/>
              </a:rPr>
              <a:t>Our wonder, </a:t>
            </a:r>
            <a:r>
              <a:rPr lang="en-GB" sz="4000" b="1">
                <a:latin typeface="Arial Black" panose="020B0A04020102020204" pitchFamily="34" charset="0"/>
              </a:rPr>
              <a:t>our </a:t>
            </a:r>
            <a:r>
              <a:rPr lang="en-GB" sz="4000" b="1" smtClean="0">
                <a:latin typeface="Arial Black" panose="020B0A04020102020204" pitchFamily="34" charset="0"/>
              </a:rPr>
              <a:t>rapture, </a:t>
            </a:r>
            <a:r>
              <a:rPr lang="en-GB" sz="4000" b="1" dirty="0">
                <a:latin typeface="Arial Black" panose="020B0A04020102020204" pitchFamily="34" charset="0"/>
              </a:rPr>
              <a:t>when Jesus we see.</a:t>
            </a:r>
          </a:p>
        </p:txBody>
      </p:sp>
    </p:spTree>
    <p:extLst>
      <p:ext uri="{BB962C8B-B14F-4D97-AF65-F5344CB8AC3E}">
        <p14:creationId xmlns:p14="http://schemas.microsoft.com/office/powerpoint/2010/main" val="7580586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23</Words>
  <Application>Microsoft Office PowerPoint</Application>
  <PresentationFormat>On-screen Show (4:3)</PresentationFormat>
  <Paragraphs>5</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Algerian</vt:lpstr>
      <vt:lpstr>Arial</vt:lpstr>
      <vt:lpstr>Arial Black</vt:lpstr>
      <vt:lpstr>Calibri</vt:lpstr>
      <vt:lpstr>Calibri Light</vt:lpstr>
      <vt:lpstr>Office Theme</vt:lpstr>
      <vt:lpstr>TO GOD BE THE GLORY  1. To God be the glory, great things He has done So loved He the world that he gave us His son. Who yielded His life in atonement for sin and opened the life gate that all may go in……</vt:lpstr>
      <vt:lpstr>Chrs Praise the Lord! Praise the Lord! Let the earth hear his voice Praise the Lord! Praise the Lord! Let the people rejoice O come to the Father through Jesus the son: And give Him the glory the great things He has done. </vt:lpstr>
      <vt:lpstr>2. O perfect redemption,the purchase of  blood, To every believer the promise of God, And every offender who truly believes, That moment from Jesus a pardon received.</vt:lpstr>
      <vt:lpstr>Chrs Praise the Lord! Praise the Lord! Let the earth hear his voice Praise the Lord! Praise the Lord! Let the people rejoice O come to the Father through Jesus the son: And give Him the glory the great things He has done. </vt:lpstr>
      <vt:lpstr>3.Great things he has taught us ,  Great things he has done. And great our rejoicing through Jesus the son, But purer and higher and greater will be, Our wonder, our rapture, when Jesus we see.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 GOD BE THE GLORY  1. To God be the glory, great things He has done So loved He the world that he gave us His son. Who yielded His life in atonement for sin and opened the life gate that all may go in……</dc:title>
  <dc:creator>Admin</dc:creator>
  <cp:lastModifiedBy>Admin</cp:lastModifiedBy>
  <cp:revision>4</cp:revision>
  <dcterms:created xsi:type="dcterms:W3CDTF">2023-04-08T10:20:10Z</dcterms:created>
  <dcterms:modified xsi:type="dcterms:W3CDTF">2023-04-08T10:33:39Z</dcterms:modified>
</cp:coreProperties>
</file>