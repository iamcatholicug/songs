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44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27-Aug-22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1000"/>
            <a:ext cx="6400800" cy="5257800"/>
          </a:xfrm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chemeClr val="tx1"/>
                </a:solidFill>
                <a:latin typeface="Algerian" pitchFamily="82" charset="0"/>
              </a:rPr>
              <a:t>GLORY TO GOD IN THE HIGHEST</a:t>
            </a:r>
          </a:p>
          <a:p>
            <a:pPr algn="l"/>
            <a:r>
              <a:rPr lang="en-US" sz="6600" b="1" dirty="0" smtClean="0">
                <a:solidFill>
                  <a:srgbClr val="FF0000"/>
                </a:solidFill>
              </a:rPr>
              <a:t>Glory to God in the highest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And on earth peace to men, peace to mean</a:t>
            </a:r>
          </a:p>
          <a:p>
            <a:pPr>
              <a:buNone/>
            </a:pPr>
            <a:r>
              <a:rPr lang="en-US" sz="6600" dirty="0" smtClean="0"/>
              <a:t>Who are God’s friends glory</a:t>
            </a:r>
            <a:endParaRPr lang="en-US" sz="6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God almighty Father, heavenly king,</a:t>
            </a:r>
          </a:p>
          <a:p>
            <a:pPr>
              <a:buNone/>
            </a:pPr>
            <a:r>
              <a:rPr lang="en-US" sz="6600" dirty="0" smtClean="0"/>
              <a:t>We praise you and we bless you. glory</a:t>
            </a:r>
            <a:endParaRPr lang="en-US" sz="6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600" dirty="0" smtClean="0"/>
              <a:t>We adore you, we glorify you,</a:t>
            </a:r>
          </a:p>
          <a:p>
            <a:pPr>
              <a:buNone/>
            </a:pPr>
            <a:r>
              <a:rPr lang="en-US" sz="6600" dirty="0" smtClean="0"/>
              <a:t>We give you thanks for your great glory. glory</a:t>
            </a:r>
            <a:endParaRPr lang="en-US" sz="6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Lord Jesus Christ only son of the father,</a:t>
            </a:r>
          </a:p>
          <a:p>
            <a:pPr>
              <a:buNone/>
            </a:pPr>
            <a:r>
              <a:rPr lang="en-US" sz="6000" dirty="0" smtClean="0"/>
              <a:t>Lord lamb of God, </a:t>
            </a:r>
            <a:r>
              <a:rPr lang="en-US" sz="6000" dirty="0" smtClean="0"/>
              <a:t>J</a:t>
            </a:r>
            <a:r>
              <a:rPr lang="en-US" sz="6000" dirty="0" smtClean="0"/>
              <a:t>esus </a:t>
            </a:r>
            <a:r>
              <a:rPr lang="en-US" sz="6000" dirty="0" err="1" smtClean="0"/>
              <a:t>christ</a:t>
            </a:r>
            <a:r>
              <a:rPr lang="en-US" sz="6000" dirty="0" smtClean="0"/>
              <a:t>. Glory</a:t>
            </a:r>
            <a:endParaRPr lang="en-US" sz="6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You take away the sins of the world, have mercy, receive our prayers. glory</a:t>
            </a:r>
            <a:endParaRPr lang="en-US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You are sitted at the right hand of the father, have mercy Lord Jesus Christ. glory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You alone are holy, you alone are Lord, you alone  are most high. Glory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/>
              <a:t>Glory to the father, glory to the son, glory to the spirit holy one.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156</Words>
  <Application>Microsoft Office PowerPoint</Application>
  <PresentationFormat>On-screen Show (4:3)</PresentationFormat>
  <Paragraphs>22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1</vt:lpstr>
      <vt:lpstr>2</vt:lpstr>
      <vt:lpstr>3</vt:lpstr>
      <vt:lpstr>4</vt:lpstr>
      <vt:lpstr>5</vt:lpstr>
      <vt:lpstr>6</vt:lpstr>
      <vt:lpstr>7</vt:lpstr>
      <vt:lpstr>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OWAMAANI Claret</dc:creator>
  <cp:lastModifiedBy>user</cp:lastModifiedBy>
  <cp:revision>4</cp:revision>
  <dcterms:created xsi:type="dcterms:W3CDTF">2006-08-16T00:00:00Z</dcterms:created>
  <dcterms:modified xsi:type="dcterms:W3CDTF">2022-08-27T04:58:10Z</dcterms:modified>
</cp:coreProperties>
</file>