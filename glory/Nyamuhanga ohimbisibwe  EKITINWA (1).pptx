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20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DA20E-E944-4227-AB0C-CE833335FF3A}" type="datetimeFigureOut">
              <a:rPr lang="en-US" smtClean="0"/>
              <a:t>9/9/2022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3578F-039B-4F36-8008-37CA2BE20B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7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DA20E-E944-4227-AB0C-CE833335FF3A}" type="datetimeFigureOut">
              <a:rPr lang="en-US" smtClean="0"/>
              <a:t>9/9/2022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3578F-039B-4F36-8008-37CA2BE20B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922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DA20E-E944-4227-AB0C-CE833335FF3A}" type="datetimeFigureOut">
              <a:rPr lang="en-US" smtClean="0"/>
              <a:t>9/9/2022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3578F-039B-4F36-8008-37CA2BE20B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062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DA20E-E944-4227-AB0C-CE833335FF3A}" type="datetimeFigureOut">
              <a:rPr lang="en-US" smtClean="0"/>
              <a:t>9/9/2022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3578F-039B-4F36-8008-37CA2BE20B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172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DA20E-E944-4227-AB0C-CE833335FF3A}" type="datetimeFigureOut">
              <a:rPr lang="en-US" smtClean="0"/>
              <a:t>9/9/2022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3578F-039B-4F36-8008-37CA2BE20B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619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DA20E-E944-4227-AB0C-CE833335FF3A}" type="datetimeFigureOut">
              <a:rPr lang="en-US" smtClean="0"/>
              <a:t>9/9/2022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3578F-039B-4F36-8008-37CA2BE20B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183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DA20E-E944-4227-AB0C-CE833335FF3A}" type="datetimeFigureOut">
              <a:rPr lang="en-US" smtClean="0"/>
              <a:t>9/9/2022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3578F-039B-4F36-8008-37CA2BE20B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0932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DA20E-E944-4227-AB0C-CE833335FF3A}" type="datetimeFigureOut">
              <a:rPr lang="en-US" smtClean="0"/>
              <a:t>9/9/2022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3578F-039B-4F36-8008-37CA2BE20B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15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DA20E-E944-4227-AB0C-CE833335FF3A}" type="datetimeFigureOut">
              <a:rPr lang="en-US" smtClean="0"/>
              <a:t>9/9/2022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3578F-039B-4F36-8008-37CA2BE20B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939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DA20E-E944-4227-AB0C-CE833335FF3A}" type="datetimeFigureOut">
              <a:rPr lang="en-US" smtClean="0"/>
              <a:t>9/9/2022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3578F-039B-4F36-8008-37CA2BE20B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600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DA20E-E944-4227-AB0C-CE833335FF3A}" type="datetimeFigureOut">
              <a:rPr lang="en-US" smtClean="0"/>
              <a:t>9/9/2022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3578F-039B-4F36-8008-37CA2BE20B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54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0DA20E-E944-4227-AB0C-CE833335FF3A}" type="datetimeFigureOut">
              <a:rPr lang="en-US" smtClean="0"/>
              <a:t>9/9/2022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63578F-039B-4F36-8008-37CA2BE20B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694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0529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  <a:latin typeface="Algerian" panose="04020705040A02060702" pitchFamily="82" charset="0"/>
                <a:ea typeface="Times New Roman" panose="02020603050405020304" pitchFamily="18" charset="0"/>
                <a:cs typeface="Times New Roman" panose="02020603050405020304" pitchFamily="18" charset="0"/>
              </a:rPr>
              <a:t>Glory</a:t>
            </a:r>
            <a:r>
              <a:rPr lang="en-US" sz="2400" dirty="0">
                <a:solidFill>
                  <a:srgbClr val="FF0000"/>
                </a:solidFill>
                <a:latin typeface="Algerian" panose="04020705040A02060702" pitchFamily="82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400" dirty="0">
                <a:solidFill>
                  <a:prstClr val="black"/>
                </a:solidFill>
                <a:latin typeface="Algerian" panose="04020705040A02060702" pitchFamily="8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algn="ctr"/>
            <a:r>
              <a:rPr lang="en-US" sz="1600" dirty="0">
                <a:solidFill>
                  <a:prstClr val="black"/>
                </a:solidFill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3600" b="1" dirty="0">
                <a:solidFill>
                  <a:srgbClr val="FF0000"/>
                </a:solidFill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NYAMUHANGA OHIMBISIBWE</a:t>
            </a:r>
            <a:endParaRPr lang="en-US" sz="3600" dirty="0">
              <a:solidFill>
                <a:srgbClr val="FF0000"/>
              </a:solidFill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Aft>
                <a:spcPts val="750"/>
              </a:spcAft>
            </a:pPr>
            <a:r>
              <a:rPr lang="en-US" sz="1600" b="1" dirty="0">
                <a:solidFill>
                  <a:srgbClr val="FF0000"/>
                </a:solidFill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Cantor</a:t>
            </a:r>
            <a:r>
              <a:rPr lang="en-US" sz="1600" b="1" dirty="0" smtClean="0">
                <a:solidFill>
                  <a:srgbClr val="FF0000"/>
                </a:solidFill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ctr">
              <a:spcAft>
                <a:spcPts val="750"/>
              </a:spcAft>
            </a:pPr>
            <a:r>
              <a:rPr lang="en-US" sz="2400" dirty="0">
                <a:solidFill>
                  <a:prstClr val="black"/>
                </a:solidFill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4400" b="1" i="1" dirty="0"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Ekitinwa kibe omwiguru ahari Ruhanga</a:t>
            </a:r>
            <a:endParaRPr lang="en-US" sz="2800" b="1" dirty="0">
              <a:latin typeface="Arial Black" panose="020B0A040201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Aft>
                <a:spcPts val="750"/>
              </a:spcAft>
            </a:pPr>
            <a:r>
              <a:rPr lang="en-US" sz="1400" b="1" dirty="0">
                <a:solidFill>
                  <a:srgbClr val="FF0000"/>
                </a:solidFill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r>
              <a:rPr lang="en-US" sz="1400" b="1" dirty="0" smtClean="0">
                <a:solidFill>
                  <a:srgbClr val="FF0000"/>
                </a:solidFill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ctr">
              <a:spcAft>
                <a:spcPts val="750"/>
              </a:spcAft>
            </a:pPr>
            <a:r>
              <a:rPr lang="en-US" sz="2400" dirty="0">
                <a:solidFill>
                  <a:srgbClr val="002060"/>
                </a:solidFill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4000" b="1" i="1" dirty="0"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N’obusingye bube omunsi, aha bantu abasiimwa Ruhanga</a:t>
            </a:r>
            <a:r>
              <a:rPr lang="en-US" sz="4000" b="1" dirty="0"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b="1" dirty="0">
              <a:latin typeface="Arial Black" panose="020B0A040201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Aft>
                <a:spcPts val="750"/>
              </a:spcAft>
            </a:pPr>
            <a:r>
              <a:rPr lang="en-US" sz="1600" b="1" dirty="0">
                <a:solidFill>
                  <a:srgbClr val="FF0000"/>
                </a:solidFill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Chorus</a:t>
            </a:r>
            <a:r>
              <a:rPr lang="en-US" sz="1600" b="1" dirty="0" smtClean="0">
                <a:solidFill>
                  <a:srgbClr val="FF0000"/>
                </a:solidFill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ctr">
              <a:spcAft>
                <a:spcPts val="750"/>
              </a:spcAft>
            </a:pPr>
            <a:r>
              <a:rPr lang="en-US" sz="2400" b="1" dirty="0">
                <a:solidFill>
                  <a:srgbClr val="002060"/>
                </a:solidFill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4000" b="1" i="1" dirty="0">
                <a:solidFill>
                  <a:srgbClr val="0070C0"/>
                </a:solidFill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Nyamuhanga ohimbisibwe x2 </a:t>
            </a:r>
            <a:r>
              <a:rPr lang="en-US" sz="4000" b="1" i="1" dirty="0" err="1">
                <a:solidFill>
                  <a:srgbClr val="0070C0"/>
                </a:solidFill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Ohimbisibwe</a:t>
            </a:r>
            <a:r>
              <a:rPr lang="en-US" sz="4000" b="1" i="1" dirty="0">
                <a:solidFill>
                  <a:srgbClr val="0070C0"/>
                </a:solidFill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i="1" dirty="0" err="1" smtClean="0">
                <a:solidFill>
                  <a:srgbClr val="0070C0"/>
                </a:solidFill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Nyamuhanga</a:t>
            </a:r>
            <a:r>
              <a:rPr lang="en-US" sz="2800" b="1" i="1" dirty="0">
                <a:solidFill>
                  <a:srgbClr val="0070C0"/>
                </a:solidFill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b="1" dirty="0">
              <a:solidFill>
                <a:srgbClr val="0070C0"/>
              </a:solidFill>
              <a:latin typeface="Arial Black" panose="020B0A040201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203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12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900"/>
              </a:spcBef>
              <a:spcAft>
                <a:spcPts val="750"/>
              </a:spcAft>
            </a:pPr>
            <a:r>
              <a:rPr lang="en-US" sz="4000" b="1" dirty="0" smtClean="0"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1.Nitukuhaisa </a:t>
            </a:r>
            <a:r>
              <a:rPr lang="en-US" sz="4000" b="1" dirty="0"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nitukusiima, nitukuramya, nitukuhimbisa, </a:t>
            </a:r>
            <a:r>
              <a:rPr lang="en-US" sz="4000" b="1" dirty="0">
                <a:solidFill>
                  <a:srgbClr val="FF0000"/>
                </a:solidFill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Nyamuhanga……….</a:t>
            </a:r>
            <a:endParaRPr lang="en-US" sz="4000" b="1" dirty="0">
              <a:solidFill>
                <a:srgbClr val="FF0000"/>
              </a:solidFill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900"/>
              </a:spcBef>
              <a:spcAft>
                <a:spcPts val="750"/>
              </a:spcAft>
            </a:pPr>
            <a:r>
              <a:rPr lang="en-US" sz="4000" b="1" dirty="0" smtClean="0"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2.Nitukusingiza </a:t>
            </a:r>
            <a:r>
              <a:rPr lang="en-US" sz="4000" b="1" dirty="0"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ahabw’ekitinwa kyawe </a:t>
            </a:r>
            <a:r>
              <a:rPr lang="en-US" sz="4000" b="1" dirty="0" err="1"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kingi</a:t>
            </a:r>
            <a:r>
              <a:rPr lang="en-US" sz="4000" b="1" dirty="0" smtClean="0"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algn="ctr">
              <a:spcBef>
                <a:spcPts val="900"/>
              </a:spcBef>
              <a:spcAft>
                <a:spcPts val="750"/>
              </a:spcAft>
            </a:pPr>
            <a:r>
              <a:rPr lang="en-US" sz="4000" b="1" dirty="0" smtClean="0">
                <a:solidFill>
                  <a:srgbClr val="002060"/>
                </a:solidFill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solidFill>
                  <a:srgbClr val="FF0000"/>
                </a:solidFill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Nyamuhanga……….</a:t>
            </a:r>
            <a:endParaRPr lang="en-US" sz="4000" b="1" dirty="0">
              <a:solidFill>
                <a:srgbClr val="FF0000"/>
              </a:solidFill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900"/>
              </a:spcBef>
              <a:spcAft>
                <a:spcPts val="750"/>
              </a:spcAft>
            </a:pPr>
            <a:r>
              <a:rPr lang="en-US" sz="4000" b="1" dirty="0" smtClean="0"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3.Mukama </a:t>
            </a:r>
            <a:r>
              <a:rPr lang="en-US" sz="4000" b="1" dirty="0"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Ruhanga, omugabe w’eiguru Ruhanga omushoborozi wa </a:t>
            </a:r>
            <a:r>
              <a:rPr lang="en-US" sz="4000" b="1" dirty="0" err="1"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byoona</a:t>
            </a:r>
            <a:r>
              <a:rPr lang="en-US" sz="4000" b="1" dirty="0" smtClean="0"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,………</a:t>
            </a:r>
          </a:p>
          <a:p>
            <a:pPr algn="ctr">
              <a:spcBef>
                <a:spcPts val="900"/>
              </a:spcBef>
              <a:spcAft>
                <a:spcPts val="750"/>
              </a:spcAft>
            </a:pPr>
            <a:r>
              <a:rPr lang="en-US" sz="2000" b="1" dirty="0" err="1" smtClean="0">
                <a:solidFill>
                  <a:srgbClr val="FF0000"/>
                </a:solidFill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Nyamuhanga</a:t>
            </a:r>
            <a:r>
              <a:rPr lang="en-US" sz="2000" b="1" dirty="0" smtClean="0">
                <a:solidFill>
                  <a:srgbClr val="FF0000"/>
                </a:solidFill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……………………</a:t>
            </a:r>
            <a:endParaRPr lang="en-US" sz="2000" b="1" dirty="0" smtClean="0">
              <a:solidFill>
                <a:srgbClr val="FF0000"/>
              </a:solidFill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144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1683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900"/>
              </a:spcBef>
              <a:spcAft>
                <a:spcPts val="750"/>
              </a:spcAft>
            </a:pPr>
            <a:r>
              <a:rPr lang="en-US" sz="3600" b="1" dirty="0" smtClean="0"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4.Mukama </a:t>
            </a:r>
            <a:r>
              <a:rPr lang="en-US" sz="3600" b="1" dirty="0"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Omwana omwe nyamunegyere Yezu </a:t>
            </a:r>
            <a:r>
              <a:rPr lang="en-US" sz="3600" b="1" dirty="0" err="1"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Kristo</a:t>
            </a:r>
            <a:r>
              <a:rPr lang="en-US" sz="3600" b="1" dirty="0" smtClean="0"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…………..</a:t>
            </a:r>
          </a:p>
          <a:p>
            <a:pPr algn="ctr">
              <a:spcBef>
                <a:spcPts val="900"/>
              </a:spcBef>
              <a:spcAft>
                <a:spcPts val="750"/>
              </a:spcAft>
            </a:pPr>
            <a:r>
              <a:rPr lang="en-US" sz="3600" b="1" dirty="0" err="1" smtClean="0">
                <a:solidFill>
                  <a:srgbClr val="FF0000"/>
                </a:solidFill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Nyamuhanga</a:t>
            </a:r>
            <a:r>
              <a:rPr lang="en-US" sz="3600" b="1" dirty="0" smtClean="0">
                <a:solidFill>
                  <a:srgbClr val="FF0000"/>
                </a:solidFill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……….</a:t>
            </a:r>
            <a:endParaRPr lang="en-US" sz="3600" b="1" dirty="0">
              <a:solidFill>
                <a:srgbClr val="002060"/>
              </a:solidFill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900"/>
              </a:spcBef>
              <a:spcAft>
                <a:spcPts val="750"/>
              </a:spcAft>
            </a:pPr>
            <a:r>
              <a:rPr lang="en-US" sz="3600" b="1" dirty="0" smtClean="0"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5.Mukama </a:t>
            </a:r>
            <a:r>
              <a:rPr lang="en-US" sz="3600" b="1" dirty="0"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Ruhanga kataama </a:t>
            </a:r>
            <a:r>
              <a:rPr lang="en-US" sz="3600" b="1" dirty="0" err="1"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</a:t>
            </a:r>
            <a:r>
              <a:rPr lang="en-US" sz="3600" b="1" dirty="0"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Ruhanga, mwene </a:t>
            </a:r>
            <a:r>
              <a:rPr lang="en-US" sz="3600" b="1" dirty="0" err="1"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Patri</a:t>
            </a:r>
            <a:r>
              <a:rPr lang="en-US" sz="3600" b="1" dirty="0" smtClean="0"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……….</a:t>
            </a:r>
          </a:p>
          <a:p>
            <a:pPr algn="ctr">
              <a:spcBef>
                <a:spcPts val="900"/>
              </a:spcBef>
              <a:spcAft>
                <a:spcPts val="750"/>
              </a:spcAft>
            </a:pPr>
            <a:r>
              <a:rPr lang="en-US" sz="3600" b="1" dirty="0" err="1" smtClean="0">
                <a:solidFill>
                  <a:srgbClr val="FF0000"/>
                </a:solidFill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Nyamuhanga</a:t>
            </a:r>
            <a:r>
              <a:rPr lang="en-US" sz="3600" b="1" dirty="0" smtClean="0">
                <a:solidFill>
                  <a:srgbClr val="FF0000"/>
                </a:solidFill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……….</a:t>
            </a:r>
            <a:endParaRPr lang="en-US" sz="3600" b="1" dirty="0">
              <a:solidFill>
                <a:srgbClr val="002060"/>
              </a:solidFill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900"/>
              </a:spcBef>
              <a:spcAft>
                <a:spcPts val="750"/>
              </a:spcAft>
            </a:pPr>
            <a:r>
              <a:rPr lang="en-US" sz="3600" b="1" dirty="0" smtClean="0"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6.Iwe</a:t>
            </a:r>
            <a:r>
              <a:rPr lang="en-US" sz="3600" b="1" dirty="0"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oyihaho ebibi by’ensi </a:t>
            </a:r>
            <a:r>
              <a:rPr lang="en-US" sz="3600" b="1" dirty="0" err="1"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otusasire</a:t>
            </a:r>
            <a:r>
              <a:rPr lang="en-US" sz="3600" b="1" dirty="0" smtClean="0"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……………..</a:t>
            </a:r>
          </a:p>
          <a:p>
            <a:pPr algn="ctr">
              <a:spcBef>
                <a:spcPts val="900"/>
              </a:spcBef>
              <a:spcAft>
                <a:spcPts val="750"/>
              </a:spcAft>
            </a:pPr>
            <a:r>
              <a:rPr lang="en-US" sz="3600" b="1" dirty="0" err="1" smtClean="0">
                <a:solidFill>
                  <a:srgbClr val="FF0000"/>
                </a:solidFill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Nyamuhanga</a:t>
            </a:r>
            <a:r>
              <a:rPr lang="en-US" sz="3600" b="1" dirty="0" smtClean="0">
                <a:solidFill>
                  <a:srgbClr val="FF0000"/>
                </a:solidFill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……….</a:t>
            </a:r>
            <a:endParaRPr lang="en-US" sz="3600" b="1" dirty="0" smtClean="0">
              <a:solidFill>
                <a:srgbClr val="FF0000"/>
              </a:solidFill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8556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2299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900"/>
              </a:spcBef>
              <a:spcAft>
                <a:spcPts val="750"/>
              </a:spcAft>
            </a:pPr>
            <a:r>
              <a:rPr lang="en-US" sz="3600" b="1" dirty="0" smtClean="0"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7.Iwe </a:t>
            </a:r>
            <a:r>
              <a:rPr lang="en-US" sz="3600" b="1" dirty="0"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oyihaho ebibi by’ensi, yakiira okweshengyereza </a:t>
            </a:r>
            <a:r>
              <a:rPr lang="en-US" sz="3600" b="1" dirty="0" err="1"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kwitu</a:t>
            </a:r>
            <a:r>
              <a:rPr lang="en-US" sz="3600" b="1" dirty="0" smtClean="0"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……………</a:t>
            </a:r>
          </a:p>
          <a:p>
            <a:pPr algn="ctr">
              <a:spcBef>
                <a:spcPts val="900"/>
              </a:spcBef>
              <a:spcAft>
                <a:spcPts val="750"/>
              </a:spcAft>
            </a:pPr>
            <a:r>
              <a:rPr lang="en-US" sz="4000" b="1" dirty="0" err="1" smtClean="0">
                <a:solidFill>
                  <a:srgbClr val="FF0000"/>
                </a:solidFill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Nyamuhanga</a:t>
            </a:r>
            <a:r>
              <a:rPr lang="en-US" sz="4000" b="1" dirty="0" smtClean="0">
                <a:solidFill>
                  <a:srgbClr val="FF0000"/>
                </a:solidFill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……….</a:t>
            </a:r>
            <a:endParaRPr lang="en-US" sz="3600" b="1" dirty="0">
              <a:solidFill>
                <a:srgbClr val="002060"/>
              </a:solidFill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900"/>
              </a:spcBef>
              <a:spcAft>
                <a:spcPts val="750"/>
              </a:spcAft>
            </a:pPr>
            <a:r>
              <a:rPr lang="en-US" sz="3600" b="1" dirty="0" smtClean="0"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8.Iwe</a:t>
            </a:r>
            <a:r>
              <a:rPr lang="en-US" sz="3600" b="1" dirty="0"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oshutami aha buryo bwa sho, </a:t>
            </a:r>
            <a:r>
              <a:rPr lang="en-US" sz="3600" b="1" dirty="0" err="1"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otusasire</a:t>
            </a:r>
            <a:r>
              <a:rPr lang="en-US" sz="3600" b="1" dirty="0" smtClean="0"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……….</a:t>
            </a:r>
          </a:p>
          <a:p>
            <a:pPr algn="ctr">
              <a:spcBef>
                <a:spcPts val="900"/>
              </a:spcBef>
              <a:spcAft>
                <a:spcPts val="750"/>
              </a:spcAft>
            </a:pPr>
            <a:r>
              <a:rPr lang="en-US" sz="3600" b="1" dirty="0" err="1" smtClean="0">
                <a:solidFill>
                  <a:srgbClr val="FF0000"/>
                </a:solidFill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Nyamuhanga</a:t>
            </a:r>
            <a:r>
              <a:rPr lang="en-US" sz="3600" b="1" dirty="0" smtClean="0">
                <a:solidFill>
                  <a:srgbClr val="FF0000"/>
                </a:solidFill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……….</a:t>
            </a:r>
            <a:endParaRPr lang="en-US" sz="3600" b="1" dirty="0">
              <a:solidFill>
                <a:srgbClr val="002060"/>
              </a:solidFill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900"/>
              </a:spcBef>
              <a:spcAft>
                <a:spcPts val="750"/>
              </a:spcAft>
            </a:pPr>
            <a:r>
              <a:rPr lang="en-US" sz="3600" b="1" dirty="0" smtClean="0"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9.Manya </a:t>
            </a:r>
            <a:r>
              <a:rPr lang="en-US" sz="3600" b="1" dirty="0"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niwe wenka omuhikirire, niiwe Mukama </a:t>
            </a:r>
            <a:r>
              <a:rPr lang="en-US" sz="3600" b="1" dirty="0" err="1"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wenka</a:t>
            </a:r>
            <a:r>
              <a:rPr lang="en-US" sz="3600" b="1" dirty="0" smtClean="0"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…………</a:t>
            </a:r>
          </a:p>
          <a:p>
            <a:pPr algn="ctr">
              <a:spcBef>
                <a:spcPts val="900"/>
              </a:spcBef>
              <a:spcAft>
                <a:spcPts val="750"/>
              </a:spcAft>
            </a:pPr>
            <a:r>
              <a:rPr lang="en-US" sz="3600" b="1" dirty="0" err="1" smtClean="0">
                <a:solidFill>
                  <a:srgbClr val="FF0000"/>
                </a:solidFill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Nyamuhanga</a:t>
            </a:r>
            <a:r>
              <a:rPr lang="en-US" sz="3600" b="1" dirty="0" smtClean="0">
                <a:solidFill>
                  <a:srgbClr val="FF0000"/>
                </a:solidFill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……….</a:t>
            </a:r>
            <a:endParaRPr lang="en-US" sz="3600" b="1" dirty="0" smtClean="0">
              <a:solidFill>
                <a:srgbClr val="FF0000"/>
              </a:solidFill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162354"/>
      </p:ext>
    </p:ext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59301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900"/>
              </a:spcBef>
              <a:spcAft>
                <a:spcPts val="750"/>
              </a:spcAft>
            </a:pPr>
            <a:r>
              <a:rPr lang="en-US" sz="3600" b="1" dirty="0" smtClean="0"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10.Niiwe </a:t>
            </a:r>
            <a:r>
              <a:rPr lang="en-US" sz="3600" b="1" dirty="0"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wenka, </a:t>
            </a:r>
            <a:endParaRPr lang="en-US" sz="3600" b="1" dirty="0" smtClean="0">
              <a:latin typeface="Arial Black" panose="020B0A040201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Bef>
                <a:spcPts val="900"/>
              </a:spcBef>
              <a:spcAft>
                <a:spcPts val="750"/>
              </a:spcAft>
            </a:pPr>
            <a:r>
              <a:rPr lang="en-US" sz="3600" b="1" dirty="0" err="1"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3600" b="1" dirty="0" err="1" smtClean="0"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ri</a:t>
            </a:r>
            <a:r>
              <a:rPr lang="en-US" sz="3600" b="1" dirty="0" smtClean="0"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ah’aiguru ya byoona, Yezu </a:t>
            </a:r>
            <a:r>
              <a:rPr lang="en-US" sz="3600" b="1" dirty="0" err="1"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Kristo</a:t>
            </a:r>
            <a:r>
              <a:rPr lang="en-US" sz="3600" b="1" dirty="0" smtClean="0"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………</a:t>
            </a:r>
          </a:p>
          <a:p>
            <a:pPr algn="ctr">
              <a:lnSpc>
                <a:spcPct val="150000"/>
              </a:lnSpc>
              <a:spcBef>
                <a:spcPts val="900"/>
              </a:spcBef>
              <a:spcAft>
                <a:spcPts val="750"/>
              </a:spcAft>
            </a:pPr>
            <a:r>
              <a:rPr lang="en-US" sz="3600" b="1" dirty="0" err="1" smtClean="0">
                <a:solidFill>
                  <a:srgbClr val="FF0000"/>
                </a:solidFill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Nyamuhanga</a:t>
            </a:r>
            <a:r>
              <a:rPr lang="en-US" sz="3600" b="1" dirty="0" smtClean="0">
                <a:solidFill>
                  <a:srgbClr val="FF0000"/>
                </a:solidFill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……….</a:t>
            </a:r>
            <a:endParaRPr lang="en-US" sz="3600" b="1" dirty="0">
              <a:solidFill>
                <a:srgbClr val="002060"/>
              </a:solidFill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750"/>
              </a:spcAft>
            </a:pPr>
            <a:r>
              <a:rPr lang="en-US" sz="3600" b="1" dirty="0"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11. Hamwe na Mutima muhikirire, omu kitinwa kya Ruhanga Patri.</a:t>
            </a:r>
          </a:p>
          <a:p>
            <a:pPr algn="ctr">
              <a:lnSpc>
                <a:spcPct val="115000"/>
              </a:lnSpc>
              <a:spcAft>
                <a:spcPts val="750"/>
              </a:spcAft>
            </a:pPr>
            <a:r>
              <a:rPr lang="en-US" sz="3600" b="1" dirty="0">
                <a:solidFill>
                  <a:prstClr val="black"/>
                </a:solidFill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Amiina</a:t>
            </a:r>
            <a:endParaRPr lang="en-US" sz="3600" b="1" dirty="0">
              <a:solidFill>
                <a:srgbClr val="FF0000"/>
              </a:solidFill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1616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</TotalTime>
  <Words>122</Words>
  <Application>Microsoft Office PowerPoint</Application>
  <PresentationFormat>On-screen Show (4:3)</PresentationFormat>
  <Paragraphs>30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Algerian</vt:lpstr>
      <vt:lpstr>Arial</vt:lpstr>
      <vt:lpstr>Arial Black</vt:lpstr>
      <vt:lpstr>Calibri</vt:lpstr>
      <vt:lpstr>Calibri Light</vt:lpstr>
      <vt:lpstr>Comic Sans MS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12</cp:revision>
  <dcterms:created xsi:type="dcterms:W3CDTF">2021-05-19T07:09:35Z</dcterms:created>
  <dcterms:modified xsi:type="dcterms:W3CDTF">2022-09-09T18:56:44Z</dcterms:modified>
</cp:coreProperties>
</file>