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1"/>
  </p:notesMasterIdLst>
  <p:sldIdLst>
    <p:sldId id="256" r:id="rId2"/>
    <p:sldId id="258" r:id="rId3"/>
    <p:sldId id="262" r:id="rId4"/>
    <p:sldId id="259" r:id="rId5"/>
    <p:sldId id="263" r:id="rId6"/>
    <p:sldId id="260" r:id="rId7"/>
    <p:sldId id="264" r:id="rId8"/>
    <p:sldId id="261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7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3F3BF-D73B-4FF0-A482-87838741FBBB}" type="datetimeFigureOut">
              <a:rPr lang="en-US" smtClean="0"/>
              <a:pPr/>
              <a:t>7/20/2024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999AE-4051-4005-ACDF-DF7930C57B4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ED9A7-9241-434C-AE88-35F1EAA9164A}" type="datetime9">
              <a:rPr lang="en-US" smtClean="0"/>
              <a:t>7/20/2024 9:20:24 PM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2CD1-E3BC-438F-AD11-B04DD984ECEE}" type="datetime9">
              <a:rPr lang="en-US" smtClean="0"/>
              <a:t>7/20/2024 9:20:24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1FBC-68A9-43D6-B072-0ED53347B209}" type="datetime9">
              <a:rPr lang="en-US" smtClean="0"/>
              <a:t>7/20/2024 9:20:24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6CD0D-BD7D-49B0-8BCD-1C727DE6E48A}" type="datetime9">
              <a:rPr lang="en-US" smtClean="0"/>
              <a:t>7/20/2024 9:20:24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7EF5E-D044-45F6-B469-ADD09326012F}" type="datetime9">
              <a:rPr lang="en-US" smtClean="0"/>
              <a:t>7/20/2024 9:20:24 PM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6AF0-A237-45F1-8351-BA1E96483BC2}" type="datetime9">
              <a:rPr lang="en-US" smtClean="0"/>
              <a:t>7/20/2024 9:20:24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58542-514C-4557-9BA3-88307BF9DDB0}" type="datetime9">
              <a:rPr lang="en-US" smtClean="0"/>
              <a:t>7/20/2024 9:20:24 PM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3E53E-7D59-4731-9C7A-5A0B5F57BA46}" type="datetime9">
              <a:rPr lang="en-US" smtClean="0"/>
              <a:t>7/20/2024 9:20:24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BF17-C495-4536-9174-6C6329731B17}" type="datetime9">
              <a:rPr lang="en-US" smtClean="0"/>
              <a:t>7/20/2024 9:20:24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B3F5-A85E-49AB-9CBA-7032A647AAE2}" type="datetime9">
              <a:rPr lang="en-US" smtClean="0"/>
              <a:t>7/20/2024 9:20:24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8854-509B-43D8-9DCA-25A9B42A1946}" type="datetime9">
              <a:rPr lang="en-US" smtClean="0"/>
              <a:t>7/20/2024 9:20:24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E0E59EC-429B-427D-A71D-EEC5902D1976}" type="datetime9">
              <a:rPr lang="en-US" smtClean="0"/>
              <a:t>7/20/2024 9:20:24 PM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hf sldNum="0" hd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4013" y="-10048"/>
            <a:ext cx="7776587" cy="1480073"/>
          </a:xfrm>
        </p:spPr>
        <p:txBody>
          <a:bodyPr>
            <a:noAutofit/>
          </a:bodyPr>
          <a:lstStyle/>
          <a:p>
            <a:r>
              <a:rPr lang="en-US" sz="9600" dirty="0"/>
              <a:t>NKEMBO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524000"/>
            <a:ext cx="8153400" cy="4495800"/>
          </a:xfrm>
        </p:spPr>
        <p:txBody>
          <a:bodyPr>
            <a:noAutofit/>
          </a:bodyPr>
          <a:lstStyle/>
          <a:p>
            <a:pPr algn="l"/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Alleluia Gloria </a:t>
            </a: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endParaRPr lang="en-US" sz="4400" b="1" dirty="0">
              <a:solidFill>
                <a:srgbClr val="FF0000"/>
              </a:solidFill>
            </a:endParaRPr>
          </a:p>
          <a:p>
            <a:pPr algn="l"/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Alleluia Gloria </a:t>
            </a: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endParaRPr lang="en-US" sz="4400" b="1" dirty="0">
              <a:solidFill>
                <a:srgbClr val="FF0000"/>
              </a:solidFill>
            </a:endParaRPr>
          </a:p>
          <a:p>
            <a:pPr algn="l"/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nazambe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olikola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ee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ee</a:t>
            </a:r>
            <a:endParaRPr lang="en-US" sz="4400" b="1" dirty="0">
              <a:solidFill>
                <a:srgbClr val="FF0000"/>
              </a:solidFill>
            </a:endParaRPr>
          </a:p>
          <a:p>
            <a:pPr algn="l"/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na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yo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taata</a:t>
            </a:r>
            <a:r>
              <a:rPr lang="en-US" sz="4400" b="1" dirty="0">
                <a:solidFill>
                  <a:srgbClr val="FF0000"/>
                </a:solidFill>
              </a:rPr>
              <a:t> x2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05088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dirty="0" err="1">
                <a:solidFill>
                  <a:srgbClr val="FF0000"/>
                </a:solidFill>
              </a:rPr>
              <a:t>Tokosoloba</a:t>
            </a:r>
            <a:r>
              <a:rPr lang="en-US" sz="5400" dirty="0">
                <a:solidFill>
                  <a:srgbClr val="FF0000"/>
                </a:solidFill>
              </a:rPr>
              <a:t> </a:t>
            </a:r>
            <a:r>
              <a:rPr lang="en-US" sz="5400" dirty="0" err="1">
                <a:solidFill>
                  <a:srgbClr val="FF0000"/>
                </a:solidFill>
              </a:rPr>
              <a:t>nzambe</a:t>
            </a:r>
            <a:r>
              <a:rPr lang="en-US" sz="5400" dirty="0">
                <a:solidFill>
                  <a:srgbClr val="FF0000"/>
                </a:solidFill>
              </a:rPr>
              <a:t> </a:t>
            </a:r>
            <a:r>
              <a:rPr lang="en-US" sz="5400" dirty="0" err="1">
                <a:solidFill>
                  <a:srgbClr val="FF0000"/>
                </a:solidFill>
              </a:rPr>
              <a:t>elongo</a:t>
            </a:r>
            <a:r>
              <a:rPr lang="en-US" sz="5400" dirty="0">
                <a:solidFill>
                  <a:srgbClr val="FF0000"/>
                </a:solidFill>
              </a:rPr>
              <a:t> </a:t>
            </a:r>
            <a:r>
              <a:rPr lang="en-US" sz="5400" dirty="0" err="1">
                <a:solidFill>
                  <a:srgbClr val="FF0000"/>
                </a:solidFill>
              </a:rPr>
              <a:t>nabasanga</a:t>
            </a:r>
            <a:endParaRPr lang="en-US" sz="54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5400" dirty="0" err="1">
                <a:solidFill>
                  <a:srgbClr val="FF0000"/>
                </a:solidFill>
              </a:rPr>
              <a:t>Bayembaki</a:t>
            </a:r>
            <a:r>
              <a:rPr lang="en-US" sz="5400" dirty="0">
                <a:solidFill>
                  <a:srgbClr val="FF0000"/>
                </a:solidFill>
              </a:rPr>
              <a:t> </a:t>
            </a:r>
            <a:r>
              <a:rPr lang="en-US" sz="5400" dirty="0" err="1">
                <a:solidFill>
                  <a:srgbClr val="FF0000"/>
                </a:solidFill>
              </a:rPr>
              <a:t>nabayemba</a:t>
            </a:r>
            <a:r>
              <a:rPr lang="en-US" sz="5400" dirty="0">
                <a:solidFill>
                  <a:srgbClr val="FF0000"/>
                </a:solidFill>
              </a:rPr>
              <a:t> </a:t>
            </a:r>
            <a:r>
              <a:rPr lang="en-US" sz="5400" dirty="0" err="1">
                <a:solidFill>
                  <a:srgbClr val="FF0000"/>
                </a:solidFill>
              </a:rPr>
              <a:t>yembaki</a:t>
            </a:r>
            <a:endParaRPr lang="en-US" sz="54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5400" dirty="0">
                <a:solidFill>
                  <a:srgbClr val="FF0000"/>
                </a:solidFill>
              </a:rPr>
              <a:t>Alleluia nkembo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Alleluia Gloria </a:t>
            </a: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endParaRPr lang="en-US" sz="4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Alleluia Gloria </a:t>
            </a: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endParaRPr lang="en-US" sz="4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nazambe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olikola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ee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ee</a:t>
            </a:r>
            <a:endParaRPr lang="en-US" sz="4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na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yo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taata</a:t>
            </a:r>
            <a:r>
              <a:rPr lang="en-US" sz="4400" b="1" dirty="0">
                <a:solidFill>
                  <a:srgbClr val="FF0000"/>
                </a:solidFill>
              </a:rPr>
              <a:t> x2</a:t>
            </a:r>
          </a:p>
          <a:p>
            <a:pPr>
              <a:buNone/>
            </a:pPr>
            <a:endParaRPr lang="en-US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28888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dirty="0" err="1">
                <a:solidFill>
                  <a:srgbClr val="FF0000"/>
                </a:solidFill>
              </a:rPr>
              <a:t>Tukoyembela</a:t>
            </a:r>
            <a:r>
              <a:rPr lang="en-US" sz="5400" dirty="0">
                <a:solidFill>
                  <a:srgbClr val="FF0000"/>
                </a:solidFill>
              </a:rPr>
              <a:t> </a:t>
            </a:r>
            <a:r>
              <a:rPr lang="en-US" sz="5400" dirty="0" err="1">
                <a:solidFill>
                  <a:srgbClr val="FF0000"/>
                </a:solidFill>
              </a:rPr>
              <a:t>nzambe</a:t>
            </a:r>
            <a:r>
              <a:rPr lang="en-US" sz="5400" dirty="0">
                <a:solidFill>
                  <a:srgbClr val="FF0000"/>
                </a:solidFill>
              </a:rPr>
              <a:t> </a:t>
            </a:r>
            <a:r>
              <a:rPr lang="en-US" sz="5400" dirty="0" err="1">
                <a:solidFill>
                  <a:srgbClr val="FF0000"/>
                </a:solidFill>
              </a:rPr>
              <a:t>elongo</a:t>
            </a:r>
            <a:r>
              <a:rPr lang="en-US" sz="5400" dirty="0">
                <a:solidFill>
                  <a:srgbClr val="FF0000"/>
                </a:solidFill>
              </a:rPr>
              <a:t> </a:t>
            </a:r>
            <a:r>
              <a:rPr lang="en-US" sz="5400" dirty="0" err="1">
                <a:solidFill>
                  <a:srgbClr val="FF0000"/>
                </a:solidFill>
              </a:rPr>
              <a:t>bansantu</a:t>
            </a:r>
            <a:endParaRPr lang="en-US" sz="54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5400" dirty="0" err="1">
                <a:solidFill>
                  <a:srgbClr val="FF0000"/>
                </a:solidFill>
              </a:rPr>
              <a:t>Beyembaki</a:t>
            </a:r>
            <a:r>
              <a:rPr lang="en-US" sz="5400" dirty="0">
                <a:solidFill>
                  <a:srgbClr val="FF0000"/>
                </a:solidFill>
              </a:rPr>
              <a:t> </a:t>
            </a:r>
            <a:r>
              <a:rPr lang="en-US" sz="5400" dirty="0" err="1">
                <a:solidFill>
                  <a:srgbClr val="FF0000"/>
                </a:solidFill>
              </a:rPr>
              <a:t>nabayemba</a:t>
            </a:r>
            <a:r>
              <a:rPr lang="en-US" sz="5400" dirty="0">
                <a:solidFill>
                  <a:srgbClr val="FF0000"/>
                </a:solidFill>
              </a:rPr>
              <a:t> </a:t>
            </a:r>
            <a:r>
              <a:rPr lang="en-US" sz="5400" dirty="0" err="1">
                <a:solidFill>
                  <a:srgbClr val="FF0000"/>
                </a:solidFill>
              </a:rPr>
              <a:t>yembaki</a:t>
            </a:r>
            <a:endParaRPr lang="en-US" sz="54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5400" dirty="0">
                <a:solidFill>
                  <a:srgbClr val="FF0000"/>
                </a:solidFill>
              </a:rPr>
              <a:t>Alleluia nkembo</a:t>
            </a:r>
          </a:p>
          <a:p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Alleluia Gloria </a:t>
            </a: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endParaRPr lang="en-US" sz="4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Alleluia Gloria </a:t>
            </a: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endParaRPr lang="en-US" sz="4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nazambe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olikola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ee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ee</a:t>
            </a:r>
            <a:endParaRPr lang="en-US" sz="4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na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yo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taata</a:t>
            </a:r>
            <a:r>
              <a:rPr lang="en-US" sz="4400" b="1" dirty="0">
                <a:solidFill>
                  <a:srgbClr val="FF0000"/>
                </a:solidFill>
              </a:rPr>
              <a:t> x2</a:t>
            </a:r>
          </a:p>
          <a:p>
            <a:pPr>
              <a:buNone/>
            </a:pP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705088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dirty="0" err="1"/>
              <a:t>Tokoyembera</a:t>
            </a:r>
            <a:r>
              <a:rPr lang="en-US" sz="5400" dirty="0"/>
              <a:t> </a:t>
            </a:r>
            <a:r>
              <a:rPr lang="en-US" sz="5400" dirty="0" err="1"/>
              <a:t>nzambe</a:t>
            </a:r>
            <a:r>
              <a:rPr lang="en-US" sz="5400" dirty="0"/>
              <a:t> </a:t>
            </a:r>
            <a:r>
              <a:rPr lang="en-US" sz="5400" dirty="0" err="1"/>
              <a:t>elongo</a:t>
            </a:r>
            <a:r>
              <a:rPr lang="en-US" sz="5400" dirty="0"/>
              <a:t> na </a:t>
            </a:r>
            <a:r>
              <a:rPr lang="en-US" sz="5400" dirty="0" err="1"/>
              <a:t>bakristu</a:t>
            </a:r>
            <a:endParaRPr lang="en-US" sz="5400" dirty="0"/>
          </a:p>
          <a:p>
            <a:pPr>
              <a:buNone/>
            </a:pPr>
            <a:r>
              <a:rPr lang="en-US" sz="5400" dirty="0" err="1"/>
              <a:t>Bayembaki</a:t>
            </a:r>
            <a:r>
              <a:rPr lang="en-US" sz="5400" dirty="0"/>
              <a:t> </a:t>
            </a:r>
            <a:r>
              <a:rPr lang="en-US" sz="5400" dirty="0" err="1"/>
              <a:t>nabayemba</a:t>
            </a:r>
            <a:r>
              <a:rPr lang="en-US" sz="5400" dirty="0"/>
              <a:t> </a:t>
            </a:r>
            <a:r>
              <a:rPr lang="en-US" sz="5400" dirty="0" err="1"/>
              <a:t>yembaki</a:t>
            </a:r>
            <a:endParaRPr lang="en-US" sz="5400" dirty="0"/>
          </a:p>
          <a:p>
            <a:pPr>
              <a:buNone/>
            </a:pPr>
            <a:r>
              <a:rPr lang="en-US" sz="5400" dirty="0"/>
              <a:t>Alleluia nkembo</a:t>
            </a:r>
          </a:p>
          <a:p>
            <a:endParaRPr lang="en-US" sz="5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Alleluia Gloria </a:t>
            </a: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endParaRPr lang="en-US" sz="4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Alleluia Gloria </a:t>
            </a: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endParaRPr lang="en-US" sz="4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nazambe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olikola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ee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ee</a:t>
            </a:r>
            <a:endParaRPr lang="en-US" sz="4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na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yo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taata</a:t>
            </a:r>
            <a:r>
              <a:rPr lang="en-US" sz="4400" b="1" dirty="0">
                <a:solidFill>
                  <a:srgbClr val="FF0000"/>
                </a:solidFill>
              </a:rPr>
              <a:t> x2</a:t>
            </a:r>
          </a:p>
          <a:p>
            <a:pPr>
              <a:buNone/>
            </a:pP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 err="1"/>
              <a:t>Tokoyembera</a:t>
            </a:r>
            <a:r>
              <a:rPr lang="en-US" sz="5400" dirty="0"/>
              <a:t> </a:t>
            </a:r>
            <a:r>
              <a:rPr lang="en-US" sz="5400" dirty="0" err="1"/>
              <a:t>nzambe</a:t>
            </a:r>
            <a:r>
              <a:rPr lang="en-US" sz="5400" dirty="0"/>
              <a:t> </a:t>
            </a:r>
            <a:r>
              <a:rPr lang="en-US" sz="5400" dirty="0" err="1"/>
              <a:t>elongo</a:t>
            </a:r>
            <a:r>
              <a:rPr lang="en-US" sz="5400" dirty="0"/>
              <a:t> </a:t>
            </a:r>
            <a:r>
              <a:rPr lang="en-US" sz="5400" dirty="0" err="1"/>
              <a:t>nabatambi</a:t>
            </a:r>
            <a:endParaRPr lang="en-US" sz="5400" dirty="0"/>
          </a:p>
          <a:p>
            <a:pPr>
              <a:buNone/>
            </a:pPr>
            <a:r>
              <a:rPr lang="en-US" sz="5400" dirty="0" err="1"/>
              <a:t>Bayembaki</a:t>
            </a:r>
            <a:r>
              <a:rPr lang="en-US" sz="5400" dirty="0"/>
              <a:t> </a:t>
            </a:r>
            <a:r>
              <a:rPr lang="en-US" sz="5400" dirty="0" err="1"/>
              <a:t>nabayemba</a:t>
            </a:r>
            <a:r>
              <a:rPr lang="en-US" sz="5400" dirty="0"/>
              <a:t> </a:t>
            </a:r>
            <a:r>
              <a:rPr lang="en-US" sz="5400" dirty="0" err="1"/>
              <a:t>yembaki</a:t>
            </a:r>
            <a:endParaRPr lang="en-US" sz="5400" dirty="0"/>
          </a:p>
          <a:p>
            <a:pPr>
              <a:buNone/>
            </a:pPr>
            <a:r>
              <a:rPr lang="en-US" sz="5400" dirty="0"/>
              <a:t>Alleluia nkembo</a:t>
            </a:r>
          </a:p>
          <a:p>
            <a:endParaRPr lang="en-US" sz="5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Alleluia Gloria </a:t>
            </a: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endParaRPr lang="en-US" sz="4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Alleluia Gloria </a:t>
            </a: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endParaRPr lang="en-US" sz="4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nazambe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olikola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ee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ee</a:t>
            </a:r>
            <a:endParaRPr lang="en-US" sz="4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4400" b="1" dirty="0" err="1">
                <a:solidFill>
                  <a:srgbClr val="FF0000"/>
                </a:solidFill>
              </a:rPr>
              <a:t>Nkembo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na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yo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taata</a:t>
            </a:r>
            <a:r>
              <a:rPr lang="en-US" sz="4400" b="1" dirty="0">
                <a:solidFill>
                  <a:srgbClr val="FF0000"/>
                </a:solidFill>
              </a:rPr>
              <a:t> x2</a:t>
            </a:r>
          </a:p>
          <a:p>
            <a:pPr>
              <a:buNone/>
            </a:pP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12</TotalTime>
  <Words>132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Gill Sans MT</vt:lpstr>
      <vt:lpstr>Verdana</vt:lpstr>
      <vt:lpstr>Wingdings 2</vt:lpstr>
      <vt:lpstr>Solstice</vt:lpstr>
      <vt:lpstr>NKEMBO</vt:lpstr>
      <vt:lpstr>2</vt:lpstr>
      <vt:lpstr>PowerPoint Presentation</vt:lpstr>
      <vt:lpstr>3</vt:lpstr>
      <vt:lpstr>PowerPoint Presentation</vt:lpstr>
      <vt:lpstr>4</vt:lpstr>
      <vt:lpstr>PowerPoint Presentation</vt:lpstr>
      <vt:lpstr>5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GROLIA NKEMBO</dc:title>
  <dc:creator>student1</dc:creator>
  <cp:lastModifiedBy>HP</cp:lastModifiedBy>
  <cp:revision>20</cp:revision>
  <dcterms:created xsi:type="dcterms:W3CDTF">2006-08-16T00:00:00Z</dcterms:created>
  <dcterms:modified xsi:type="dcterms:W3CDTF">2024-07-20T18:20:49Z</dcterms:modified>
</cp:coreProperties>
</file>