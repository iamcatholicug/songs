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1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62" autoAdjust="0"/>
    <p:restoredTop sz="94660"/>
  </p:normalViewPr>
  <p:slideViewPr>
    <p:cSldViewPr snapToGrid="0">
      <p:cViewPr varScale="1">
        <p:scale>
          <a:sx n="81" d="100"/>
          <a:sy n="81" d="100"/>
        </p:scale>
        <p:origin x="129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F9114-52DA-40A2-BEAB-73A865F2C586}" type="datetimeFigureOut">
              <a:rPr lang="en-US" smtClean="0"/>
              <a:t>3/15/2024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02BC9-4157-4A96-BA83-858B12C17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795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F9114-52DA-40A2-BEAB-73A865F2C586}" type="datetimeFigureOut">
              <a:rPr lang="en-US" smtClean="0"/>
              <a:t>3/15/2024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02BC9-4157-4A96-BA83-858B12C17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826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F9114-52DA-40A2-BEAB-73A865F2C586}" type="datetimeFigureOut">
              <a:rPr lang="en-US" smtClean="0"/>
              <a:t>3/15/2024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02BC9-4157-4A96-BA83-858B12C17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240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F9114-52DA-40A2-BEAB-73A865F2C586}" type="datetimeFigureOut">
              <a:rPr lang="en-US" smtClean="0"/>
              <a:t>3/15/2024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02BC9-4157-4A96-BA83-858B12C17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171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F9114-52DA-40A2-BEAB-73A865F2C586}" type="datetimeFigureOut">
              <a:rPr lang="en-US" smtClean="0"/>
              <a:t>3/15/2024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02BC9-4157-4A96-BA83-858B12C17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660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F9114-52DA-40A2-BEAB-73A865F2C586}" type="datetimeFigureOut">
              <a:rPr lang="en-US" smtClean="0"/>
              <a:t>3/15/2024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02BC9-4157-4A96-BA83-858B12C17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425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F9114-52DA-40A2-BEAB-73A865F2C586}" type="datetimeFigureOut">
              <a:rPr lang="en-US" smtClean="0"/>
              <a:t>3/15/2024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02BC9-4157-4A96-BA83-858B12C17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153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F9114-52DA-40A2-BEAB-73A865F2C586}" type="datetimeFigureOut">
              <a:rPr lang="en-US" smtClean="0"/>
              <a:t>3/15/2024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02BC9-4157-4A96-BA83-858B12C17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253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F9114-52DA-40A2-BEAB-73A865F2C586}" type="datetimeFigureOut">
              <a:rPr lang="en-US" smtClean="0"/>
              <a:t>3/15/2024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02BC9-4157-4A96-BA83-858B12C17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253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F9114-52DA-40A2-BEAB-73A865F2C586}" type="datetimeFigureOut">
              <a:rPr lang="en-US" smtClean="0"/>
              <a:t>3/15/2024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02BC9-4157-4A96-BA83-858B12C17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180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F9114-52DA-40A2-BEAB-73A865F2C586}" type="datetimeFigureOut">
              <a:rPr lang="en-US" smtClean="0"/>
              <a:t>3/15/2024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02BC9-4157-4A96-BA83-858B12C17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21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8F9114-52DA-40A2-BEAB-73A865F2C586}" type="datetimeFigureOut">
              <a:rPr lang="en-US" smtClean="0"/>
              <a:t>3/15/2024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302BC9-4157-4A96-BA83-858B12C17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523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5.xml"/><Relationship Id="rId1" Type="http://schemas.openxmlformats.org/officeDocument/2006/relationships/slideLayout" Target="../slideLayouts/slideLayout6.xml"/><Relationship Id="rId5" Type="http://schemas.openxmlformats.org/officeDocument/2006/relationships/slide" Target="slide2.xml"/><Relationship Id="rId4" Type="http://schemas.openxmlformats.org/officeDocument/2006/relationships/slide" Target="slide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  <a:latin typeface="Arial Black" panose="020B0A04020102020204" pitchFamily="34" charset="0"/>
              </a:rPr>
              <a:t>GLORIA IN EXCELSIS</a:t>
            </a:r>
            <a:br>
              <a:rPr lang="en-US" dirty="0">
                <a:latin typeface="Arial Black" panose="020B0A04020102020204" pitchFamily="34" charset="0"/>
              </a:rPr>
            </a:b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CHRS: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Gloria (in excelsis deo) x3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  <a:hlinkClick r:id="rId2" action="ppaction://hlinksldjump"/>
              </a:rPr>
              <a:t>In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>
                <a:latin typeface="Arial Black" panose="020B0A04020102020204" pitchFamily="34" charset="0"/>
                <a:hlinkClick r:id="rId3" action="ppaction://hlinksldjump"/>
              </a:rPr>
              <a:t>excelsis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>
                <a:latin typeface="Arial Black" panose="020B0A04020102020204" pitchFamily="34" charset="0"/>
                <a:hlinkClick r:id="rId4" action="ppaction://hlinksldjump"/>
              </a:rPr>
              <a:t>deo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  <a:hlinkClick r:id="rId5" action="ppaction://hlinksldjump"/>
              </a:rPr>
              <a:t>X2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904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1.Et inter ra </a:t>
            </a:r>
            <a:r>
              <a:rPr lang="en-US" dirty="0" err="1">
                <a:latin typeface="Arial Black" panose="020B0A04020102020204" pitchFamily="34" charset="0"/>
              </a:rPr>
              <a:t>pax</a:t>
            </a:r>
            <a:r>
              <a:rPr lang="en-US" dirty="0">
                <a:latin typeface="Arial Black" panose="020B0A04020102020204" pitchFamily="34" charset="0"/>
              </a:rPr>
              <a:t> ho minibus </a:t>
            </a:r>
            <a:r>
              <a:rPr lang="en-US" dirty="0" err="1">
                <a:latin typeface="Arial Black" panose="020B0A04020102020204" pitchFamily="34" charset="0"/>
              </a:rPr>
              <a:t>bonae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 err="1">
                <a:latin typeface="Arial Black" panose="020B0A04020102020204" pitchFamily="34" charset="0"/>
              </a:rPr>
              <a:t>voluntatis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laudamus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te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benedicimus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te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 err="1">
                <a:latin typeface="Arial Black" panose="020B0A04020102020204" pitchFamily="34" charset="0"/>
              </a:rPr>
              <a:t>adoramus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te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glorificamus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te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 err="1">
                <a:latin typeface="Arial Black" panose="020B0A04020102020204" pitchFamily="34" charset="0"/>
              </a:rPr>
              <a:t>gratius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agimus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ti</a:t>
            </a:r>
            <a:r>
              <a:rPr lang="en-US" dirty="0">
                <a:latin typeface="Arial Black" panose="020B0A04020102020204" pitchFamily="34" charset="0"/>
              </a:rPr>
              <a:t> bi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propter </a:t>
            </a:r>
            <a:r>
              <a:rPr lang="en-US" dirty="0" err="1">
                <a:latin typeface="Arial Black" panose="020B0A04020102020204" pitchFamily="34" charset="0"/>
              </a:rPr>
              <a:t>magnam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gloriam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 err="1">
                <a:latin typeface="Arial Black" panose="020B0A04020102020204" pitchFamily="34" charset="0"/>
              </a:rPr>
              <a:t>tu</a:t>
            </a:r>
            <a:r>
              <a:rPr lang="en-US" dirty="0">
                <a:latin typeface="Arial Black" panose="020B0A04020102020204" pitchFamily="34" charset="0"/>
              </a:rPr>
              <a:t> am 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 err="1">
                <a:latin typeface="Arial Black" panose="020B0A04020102020204" pitchFamily="34" charset="0"/>
              </a:rPr>
              <a:t>Domine</a:t>
            </a:r>
            <a:r>
              <a:rPr lang="en-US" dirty="0">
                <a:latin typeface="Arial Black" panose="020B0A04020102020204" pitchFamily="34" charset="0"/>
              </a:rPr>
              <a:t> Deus </a:t>
            </a:r>
            <a:r>
              <a:rPr lang="en-US" dirty="0" err="1">
                <a:latin typeface="Arial Black" panose="020B0A04020102020204" pitchFamily="34" charset="0"/>
              </a:rPr>
              <a:t>Domine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>
                <a:latin typeface="Arial Black" panose="020B0A04020102020204" pitchFamily="34" charset="0"/>
                <a:hlinkClick r:id="rId2" action="ppaction://hlinksldjump"/>
              </a:rPr>
              <a:t>Deus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0336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2. Rex </a:t>
            </a:r>
            <a:r>
              <a:rPr lang="en-US" dirty="0" err="1">
                <a:latin typeface="Arial Black" panose="020B0A04020102020204" pitchFamily="34" charset="0"/>
              </a:rPr>
              <a:t>cae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lestis</a:t>
            </a:r>
            <a:r>
              <a:rPr lang="en-US" dirty="0">
                <a:latin typeface="Arial Black" panose="020B0A04020102020204" pitchFamily="34" charset="0"/>
              </a:rPr>
              <a:t> Deus pater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 err="1">
                <a:latin typeface="Arial Black" panose="020B0A04020102020204" pitchFamily="34" charset="0"/>
              </a:rPr>
              <a:t>omnipotenns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Domine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filium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 err="1">
                <a:latin typeface="Arial Black" panose="020B0A04020102020204" pitchFamily="34" charset="0"/>
              </a:rPr>
              <a:t>grenite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Jesu Christe </a:t>
            </a:r>
            <a:r>
              <a:rPr lang="en-US" dirty="0" err="1">
                <a:latin typeface="Arial Black" panose="020B0A04020102020204" pitchFamily="34" charset="0"/>
              </a:rPr>
              <a:t>dominus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>
                <a:latin typeface="Arial Black" panose="020B0A04020102020204" pitchFamily="34" charset="0"/>
                <a:hlinkClick r:id="rId2" action="ppaction://hlinksldjump"/>
              </a:rPr>
              <a:t>Deus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5746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3. Agnus Dei </a:t>
            </a:r>
            <a:r>
              <a:rPr lang="en-US" dirty="0" err="1">
                <a:latin typeface="Arial Black" panose="020B0A04020102020204" pitchFamily="34" charset="0"/>
              </a:rPr>
              <a:t>filius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patris</a:t>
            </a:r>
            <a:r>
              <a:rPr lang="en-US" dirty="0">
                <a:latin typeface="Arial Black" panose="020B0A04020102020204" pitchFamily="34" charset="0"/>
              </a:rPr>
              <a:t> quitollis 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peccata mundi miserere nobis quitollis peccata mundi </a:t>
            </a:r>
            <a:r>
              <a:rPr lang="en-US" dirty="0" err="1">
                <a:latin typeface="Arial Black" panose="020B0A04020102020204" pitchFamily="34" charset="0"/>
              </a:rPr>
              <a:t>suscipede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precationem</a:t>
            </a:r>
            <a:r>
              <a:rPr lang="en-US" dirty="0">
                <a:latin typeface="Arial Black" panose="020B0A04020102020204" pitchFamily="34" charset="0"/>
              </a:rPr>
              <a:t> nostrum 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qui </a:t>
            </a:r>
            <a:r>
              <a:rPr lang="en-US" dirty="0" err="1">
                <a:latin typeface="Arial Black" panose="020B0A04020102020204" pitchFamily="34" charset="0"/>
              </a:rPr>
              <a:t>sedes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addexteram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patris</a:t>
            </a:r>
            <a:r>
              <a:rPr lang="en-US" dirty="0">
                <a:latin typeface="Arial Black" panose="020B0A04020102020204" pitchFamily="34" charset="0"/>
              </a:rPr>
              <a:t> miserere nobis miserere </a:t>
            </a:r>
            <a:r>
              <a:rPr lang="en-US" dirty="0">
                <a:latin typeface="Arial Black" panose="020B0A04020102020204" pitchFamily="34" charset="0"/>
                <a:hlinkClick r:id="rId2" action="ppaction://hlinksldjump"/>
              </a:rPr>
              <a:t>nobis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8154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4.Quonium </a:t>
            </a:r>
            <a:r>
              <a:rPr lang="en-US" dirty="0" err="1">
                <a:latin typeface="Arial Black" panose="020B0A04020102020204" pitchFamily="34" charset="0"/>
              </a:rPr>
              <a:t>Tusolus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Sanctus </a:t>
            </a:r>
            <a:r>
              <a:rPr lang="en-US" dirty="0" err="1">
                <a:latin typeface="Arial Black" panose="020B0A04020102020204" pitchFamily="34" charset="0"/>
              </a:rPr>
              <a:t>Tusolus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Dominus </a:t>
            </a:r>
            <a:r>
              <a:rPr lang="en-US" dirty="0" err="1">
                <a:latin typeface="Arial Black" panose="020B0A04020102020204" pitchFamily="34" charset="0"/>
              </a:rPr>
              <a:t>Tusolus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 err="1">
                <a:latin typeface="Arial Black" panose="020B0A04020102020204" pitchFamily="34" charset="0"/>
              </a:rPr>
              <a:t>Altissimus</a:t>
            </a:r>
            <a:r>
              <a:rPr lang="en-US" dirty="0">
                <a:latin typeface="Arial Black" panose="020B0A04020102020204" pitchFamily="34" charset="0"/>
              </a:rPr>
              <a:t> Jesu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Christe Cum </a:t>
            </a:r>
            <a:r>
              <a:rPr lang="en-US" dirty="0" err="1">
                <a:latin typeface="Arial Black" panose="020B0A04020102020204" pitchFamily="34" charset="0"/>
              </a:rPr>
              <a:t>Sanc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To </a:t>
            </a:r>
            <a:r>
              <a:rPr lang="en-US" dirty="0" err="1">
                <a:latin typeface="Arial Black" panose="020B0A04020102020204" pitchFamily="34" charset="0"/>
              </a:rPr>
              <a:t>Spiritu</a:t>
            </a:r>
            <a:r>
              <a:rPr lang="en-US" dirty="0">
                <a:latin typeface="Arial Black" panose="020B0A04020102020204" pitchFamily="34" charset="0"/>
              </a:rPr>
              <a:t> In Gloria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Dei </a:t>
            </a:r>
            <a:r>
              <a:rPr lang="en-US" dirty="0" err="1">
                <a:latin typeface="Arial Black" panose="020B0A04020102020204" pitchFamily="34" charset="0"/>
              </a:rPr>
              <a:t>Patris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Amen </a:t>
            </a:r>
            <a:r>
              <a:rPr lang="en-US" dirty="0" err="1">
                <a:latin typeface="Arial Black" panose="020B0A04020102020204" pitchFamily="34" charset="0"/>
                <a:hlinkClick r:id="rId2" action="ppaction://hlinksldjump"/>
              </a:rPr>
              <a:t>Amen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8652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</TotalTime>
  <Words>30</Words>
  <Application>Microsoft Office PowerPoint</Application>
  <PresentationFormat>On-screen Show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Arial Black</vt:lpstr>
      <vt:lpstr>Calibri</vt:lpstr>
      <vt:lpstr>Calibri Light</vt:lpstr>
      <vt:lpstr>Office Theme</vt:lpstr>
      <vt:lpstr>GLORIA IN EXCELSIS  CHRS: Gloria (in excelsis deo) x3 In excelsis deo X2</vt:lpstr>
      <vt:lpstr>1.Et inter ra pax ho minibus bonae voluntatis laudamus te benedicimus te adoramus te glorificamus te gratius agimus ti bi propter magnam gloriam tu am  Domine Deus Domine Deus</vt:lpstr>
      <vt:lpstr>2. Rex cae lestis Deus pater omnipotenns Domine filium grenite  Jesu Christe dominus Deus</vt:lpstr>
      <vt:lpstr>3. Agnus Dei filius patris quitollis  peccata mundi miserere nobis quitollis peccata mundi suscipede precationem nostrum  qui sedes addexteram patris miserere nobis miserere nobis</vt:lpstr>
      <vt:lpstr>4.Quonium Tusolus Sanctus Tusolus Dominus Tusolus Altissimus Jesu Christe Cum Sanc To Spiritu In Gloria Dei Patris Amen Amen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GLORIA IN EXCELSIS Gloria (in excelsis deo) x3</dc:title>
  <dc:creator>Admin</dc:creator>
  <cp:lastModifiedBy>HP</cp:lastModifiedBy>
  <cp:revision>13</cp:revision>
  <dcterms:created xsi:type="dcterms:W3CDTF">2022-05-14T19:43:58Z</dcterms:created>
  <dcterms:modified xsi:type="dcterms:W3CDTF">2024-03-15T18:14:48Z</dcterms:modified>
</cp:coreProperties>
</file>