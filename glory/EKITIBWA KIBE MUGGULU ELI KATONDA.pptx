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167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EA70-6DF3-4F6E-999E-D4AC7634E92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3583-CFE5-4358-AD90-89DA0BB37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21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EA70-6DF3-4F6E-999E-D4AC7634E92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3583-CFE5-4358-AD90-89DA0BB37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8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EA70-6DF3-4F6E-999E-D4AC7634E92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3583-CFE5-4358-AD90-89DA0BB37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2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EA70-6DF3-4F6E-999E-D4AC7634E92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3583-CFE5-4358-AD90-89DA0BB37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1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EA70-6DF3-4F6E-999E-D4AC7634E92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3583-CFE5-4358-AD90-89DA0BB37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7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EA70-6DF3-4F6E-999E-D4AC7634E92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3583-CFE5-4358-AD90-89DA0BB37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8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EA70-6DF3-4F6E-999E-D4AC7634E92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3583-CFE5-4358-AD90-89DA0BB37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7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EA70-6DF3-4F6E-999E-D4AC7634E92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3583-CFE5-4358-AD90-89DA0BB37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2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EA70-6DF3-4F6E-999E-D4AC7634E92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3583-CFE5-4358-AD90-89DA0BB37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91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EA70-6DF3-4F6E-999E-D4AC7634E92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3583-CFE5-4358-AD90-89DA0BB37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7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DEA70-6DF3-4F6E-999E-D4AC7634E92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03583-CFE5-4358-AD90-89DA0BB37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3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DEA70-6DF3-4F6E-999E-D4AC7634E925}" type="datetimeFigureOut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03583-CFE5-4358-AD90-89DA0BB37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27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5.xml"/><Relationship Id="rId1" Type="http://schemas.openxmlformats.org/officeDocument/2006/relationships/slideLayout" Target="../slideLayouts/slideLayout6.xml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14021"/>
            <a:ext cx="9144000" cy="5363852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 err="1">
                <a:latin typeface="Arial Black" panose="020B0A04020102020204" pitchFamily="34" charset="0"/>
              </a:rPr>
              <a:t>Ekitibwa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kibe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eli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Katonda</a:t>
            </a:r>
            <a:br>
              <a:rPr lang="en-GB" sz="4800" b="1" dirty="0">
                <a:latin typeface="Arial Black" panose="020B0A04020102020204" pitchFamily="34" charset="0"/>
              </a:rPr>
            </a:b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yekka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nabo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</a:rPr>
              <a:t>barungi</a:t>
            </a:r>
            <a:br>
              <a:rPr lang="en-GB" sz="4800" b="1" dirty="0">
                <a:latin typeface="Arial Black" panose="020B0A04020102020204" pitchFamily="34" charset="0"/>
              </a:rPr>
            </a:br>
            <a:r>
              <a:rPr lang="en-GB" sz="4800" b="1" dirty="0">
                <a:latin typeface="Arial Black" panose="020B0A04020102020204" pitchFamily="34" charset="0"/>
              </a:rPr>
              <a:t> Ye </a:t>
            </a:r>
            <a:r>
              <a:rPr lang="en-GB" sz="4800" b="1" dirty="0" err="1">
                <a:latin typeface="Arial Black" panose="020B0A04020102020204" pitchFamily="34" charset="0"/>
                <a:hlinkClick r:id="rId2" action="ppaction://hlinksldjump"/>
              </a:rPr>
              <a:t>basimye</a:t>
            </a:r>
            <a:br>
              <a:rPr lang="en-GB" sz="4800" b="1" dirty="0">
                <a:latin typeface="Arial Black" panose="020B0A04020102020204" pitchFamily="34" charset="0"/>
              </a:rPr>
            </a:b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  <a:hlinkClick r:id="rId3" action="ppaction://hlinksldjump"/>
              </a:rPr>
              <a:t>emirembe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  <a:hlinkClick r:id="rId4" action="ppaction://hlinksldjump"/>
              </a:rPr>
              <a:t>gibere</a:t>
            </a:r>
            <a:r>
              <a:rPr lang="en-GB" sz="4800" b="1" dirty="0">
                <a:latin typeface="Arial Black" panose="020B0A04020102020204" pitchFamily="34" charset="0"/>
              </a:rPr>
              <a:t> </a:t>
            </a:r>
            <a:r>
              <a:rPr lang="en-GB" sz="4800" b="1" dirty="0" err="1">
                <a:latin typeface="Arial Black" panose="020B0A04020102020204" pitchFamily="34" charset="0"/>
                <a:hlinkClick r:id="rId5" action="ppaction://hlinksldjump"/>
              </a:rPr>
              <a:t>kubbo</a:t>
            </a:r>
            <a:br>
              <a:rPr lang="en-GB" sz="4800" b="1" dirty="0">
                <a:latin typeface="Arial Black" panose="020B0A04020102020204" pitchFamily="34" charset="0"/>
              </a:rPr>
            </a:br>
            <a:endParaRPr lang="en-US" sz="48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C85B73B-3D09-49DD-9123-7AF56AC1B2F6}"/>
              </a:ext>
            </a:extLst>
          </p:cNvPr>
          <p:cNvSpPr txBox="1">
            <a:spLocks/>
          </p:cNvSpPr>
          <p:nvPr/>
        </p:nvSpPr>
        <p:spPr>
          <a:xfrm>
            <a:off x="188536" y="-179109"/>
            <a:ext cx="8474697" cy="2545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 err="1">
                <a:latin typeface="Arial Black" panose="020B0A04020102020204" pitchFamily="34" charset="0"/>
              </a:rPr>
              <a:t>Ekitibwa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kibe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mugulu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eli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Katonda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28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GB" b="1" dirty="0">
                <a:latin typeface="Arial Black" panose="020B0A04020102020204" pitchFamily="34" charset="0"/>
              </a:rPr>
              <a:t>1,  </a:t>
            </a:r>
            <a:r>
              <a:rPr lang="en-GB" b="1" dirty="0" err="1">
                <a:latin typeface="Arial Black" panose="020B0A04020102020204" pitchFamily="34" charset="0"/>
              </a:rPr>
              <a:t>Tukusinza</a:t>
            </a:r>
            <a:r>
              <a:rPr lang="en-GB" b="1" dirty="0">
                <a:latin typeface="Arial Black" panose="020B0A04020102020204" pitchFamily="34" charset="0"/>
              </a:rPr>
              <a:t>   </a:t>
            </a:r>
            <a:r>
              <a:rPr lang="en-GB" b="1" dirty="0" err="1">
                <a:latin typeface="Arial Black" panose="020B0A04020102020204" pitchFamily="34" charset="0"/>
              </a:rPr>
              <a:t>tukutenda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 anti </a:t>
            </a:r>
            <a:r>
              <a:rPr lang="en-GB" b="1" dirty="0" err="1">
                <a:latin typeface="Arial Black" panose="020B0A04020102020204" pitchFamily="34" charset="0"/>
              </a:rPr>
              <a:t>ebyo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byokora</a:t>
            </a:r>
            <a:r>
              <a:rPr lang="en-GB" b="1" dirty="0">
                <a:latin typeface="Arial Black" panose="020B0A04020102020204" pitchFamily="34" charset="0"/>
              </a:rPr>
              <a:t> Mukama </a:t>
            </a:r>
            <a:r>
              <a:rPr lang="en-GB" b="1" dirty="0" err="1">
                <a:latin typeface="Arial Black" panose="020B0A04020102020204" pitchFamily="34" charset="0"/>
              </a:rPr>
              <a:t>bya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ttendo</a:t>
            </a:r>
            <a:r>
              <a:rPr lang="en-GB" b="1" dirty="0">
                <a:latin typeface="Arial Black" panose="020B0A04020102020204" pitchFamily="34" charset="0"/>
              </a:rPr>
              <a:t>,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Katonda</a:t>
            </a:r>
            <a:r>
              <a:rPr lang="en-GB" b="1" dirty="0">
                <a:latin typeface="Arial Black" panose="020B0A04020102020204" pitchFamily="34" charset="0"/>
              </a:rPr>
              <a:t> Mukama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gwe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omuyinza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 Patri </a:t>
            </a:r>
            <a:r>
              <a:rPr lang="en-GB" b="1" dirty="0" err="1">
                <a:latin typeface="Arial Black" panose="020B0A04020102020204" pitchFamily="34" charset="0"/>
              </a:rPr>
              <a:t>gwe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Kabaka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wegulu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  <a:hlinkClick r:id="rId2" action="ppaction://hlinksldjump"/>
              </a:rPr>
              <a:t>otendwa</a:t>
            </a:r>
            <a:br>
              <a:rPr lang="en-GB" b="1" dirty="0">
                <a:latin typeface="Arial Black" panose="020B0A040201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38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Arial Black" panose="020B0A04020102020204" pitchFamily="34" charset="0"/>
              </a:rPr>
              <a:t>2,  </a:t>
            </a:r>
            <a:r>
              <a:rPr lang="en-GB" b="1" dirty="0" err="1">
                <a:latin typeface="Arial Black" panose="020B0A04020102020204" pitchFamily="34" charset="0"/>
              </a:rPr>
              <a:t>Omutiibwa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 err="1">
                <a:latin typeface="Arial Black" panose="020B0A04020102020204" pitchFamily="34" charset="0"/>
              </a:rPr>
              <a:t>wekka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ggwe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omwana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 err="1">
                <a:latin typeface="Arial Black" panose="020B0A04020102020204" pitchFamily="34" charset="0"/>
              </a:rPr>
              <a:t>owa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kitaffe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katukugulumize</a:t>
            </a:r>
            <a:r>
              <a:rPr lang="en-GB" b="1" dirty="0">
                <a:latin typeface="Arial Black" panose="020B0A04020102020204" pitchFamily="34" charset="0"/>
              </a:rPr>
              <a:t>,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Ai Mukama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Kaliga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ka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Katonda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Yezu </a:t>
            </a:r>
            <a:r>
              <a:rPr lang="en-GB" b="1" dirty="0" err="1">
                <a:latin typeface="Arial Black" panose="020B0A04020102020204" pitchFamily="34" charset="0"/>
              </a:rPr>
              <a:t>Kristu</a:t>
            </a:r>
            <a:r>
              <a:rPr lang="en-GB" b="1" dirty="0">
                <a:latin typeface="Arial Black" panose="020B0A04020102020204" pitchFamily="34" charset="0"/>
              </a:rPr>
              <a:t> Mukama </a:t>
            </a:r>
            <a:r>
              <a:rPr lang="en-GB" b="1" dirty="0" err="1">
                <a:latin typeface="Arial Black" panose="020B0A04020102020204" pitchFamily="34" charset="0"/>
                <a:hlinkClick r:id="rId2" action="ppaction://hlinksldjump"/>
              </a:rPr>
              <a:t>otendwa</a:t>
            </a:r>
            <a:r>
              <a:rPr lang="en-GB" b="1" dirty="0">
                <a:latin typeface="Arial Black" panose="020B0A04020102020204" pitchFamily="34" charset="0"/>
              </a:rPr>
              <a:t>.</a:t>
            </a:r>
            <a:br>
              <a:rPr lang="en-GB" b="1" dirty="0">
                <a:latin typeface="Arial Black" panose="020B0A040201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61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Arial Black" panose="020B0A04020102020204" pitchFamily="34" charset="0"/>
              </a:rPr>
              <a:t>3,  </a:t>
            </a:r>
            <a:r>
              <a:rPr lang="en-GB" b="1" dirty="0" err="1">
                <a:latin typeface="Arial Black" panose="020B0A04020102020204" pitchFamily="34" charset="0"/>
              </a:rPr>
              <a:t>Gwe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agyawo</a:t>
            </a:r>
            <a:r>
              <a:rPr lang="en-GB" b="1" dirty="0">
                <a:latin typeface="Arial Black" panose="020B0A04020102020204" pitchFamily="34" charset="0"/>
              </a:rPr>
              <a:t> ebibi </a:t>
            </a:r>
            <a:r>
              <a:rPr lang="en-GB" b="1" dirty="0" err="1">
                <a:latin typeface="Arial Black" panose="020B0A04020102020204" pitchFamily="34" charset="0"/>
              </a:rPr>
              <a:t>byensi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     </a:t>
            </a:r>
            <a:r>
              <a:rPr lang="en-GB" b="1" dirty="0" err="1">
                <a:latin typeface="Arial Black" panose="020B0A04020102020204" pitchFamily="34" charset="0"/>
              </a:rPr>
              <a:t>Saasira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saasira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      </a:t>
            </a:r>
            <a:r>
              <a:rPr lang="en-GB" b="1" dirty="0" err="1">
                <a:latin typeface="Arial Black" panose="020B0A04020102020204" pitchFamily="34" charset="0"/>
              </a:rPr>
              <a:t>tuwanjaze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tuwulire</a:t>
            </a:r>
            <a:r>
              <a:rPr lang="en-GB" b="1" dirty="0">
                <a:latin typeface="Arial Black" panose="020B0A04020102020204" pitchFamily="34" charset="0"/>
              </a:rPr>
              <a:t>,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      </a:t>
            </a:r>
            <a:r>
              <a:rPr lang="en-GB" b="1" dirty="0" err="1">
                <a:latin typeface="Arial Black" panose="020B0A04020102020204" pitchFamily="34" charset="0"/>
              </a:rPr>
              <a:t>Gwe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attudde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kuddyo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owa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Kitaffe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      </a:t>
            </a:r>
            <a:r>
              <a:rPr lang="en-GB" b="1" dirty="0" err="1">
                <a:latin typeface="Arial Black" panose="020B0A04020102020204" pitchFamily="34" charset="0"/>
              </a:rPr>
              <a:t>Saasira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saasira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    </a:t>
            </a:r>
            <a:r>
              <a:rPr lang="en-GB" b="1" dirty="0" err="1">
                <a:latin typeface="Arial Black" panose="020B0A04020102020204" pitchFamily="34" charset="0"/>
              </a:rPr>
              <a:t>Tuwanjaze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  <a:hlinkClick r:id="rId2" action="ppaction://hlinksldjump"/>
              </a:rPr>
              <a:t>tuwurire</a:t>
            </a:r>
            <a:r>
              <a:rPr lang="en-GB" b="1" dirty="0">
                <a:latin typeface="Arial Black" panose="020B0A04020102020204" pitchFamily="34" charset="0"/>
              </a:rPr>
              <a:t>.</a:t>
            </a:r>
            <a:br>
              <a:rPr lang="en-GB" b="1" dirty="0">
                <a:latin typeface="Arial Black" panose="020B0A040201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06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Arial Black" panose="020B0A04020102020204" pitchFamily="34" charset="0"/>
              </a:rPr>
              <a:t>4, </a:t>
            </a:r>
            <a:r>
              <a:rPr lang="en-GB" b="1" dirty="0" err="1">
                <a:latin typeface="Arial Black" panose="020B0A04020102020204" pitchFamily="34" charset="0"/>
              </a:rPr>
              <a:t>Kubanga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gwe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Mutukirivu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Asukiridde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wekka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 err="1">
                <a:latin typeface="Arial Black" panose="020B0A04020102020204" pitchFamily="34" charset="0"/>
              </a:rPr>
              <a:t>Gwe</a:t>
            </a:r>
            <a:r>
              <a:rPr lang="en-GB" b="1" dirty="0">
                <a:latin typeface="Arial Black" panose="020B0A04020102020204" pitchFamily="34" charset="0"/>
              </a:rPr>
              <a:t> Yezu </a:t>
            </a:r>
            <a:r>
              <a:rPr lang="en-GB" b="1" dirty="0" err="1">
                <a:latin typeface="Arial Black" panose="020B0A04020102020204" pitchFamily="34" charset="0"/>
              </a:rPr>
              <a:t>Kristu</a:t>
            </a:r>
            <a:r>
              <a:rPr lang="en-GB" b="1" dirty="0">
                <a:latin typeface="Arial Black" panose="020B0A04020102020204" pitchFamily="34" charset="0"/>
              </a:rPr>
              <a:t>,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 err="1">
                <a:latin typeface="Arial Black" panose="020B0A04020102020204" pitchFamily="34" charset="0"/>
              </a:rPr>
              <a:t>Wamu</a:t>
            </a:r>
            <a:r>
              <a:rPr lang="en-GB" b="1" dirty="0">
                <a:latin typeface="Arial Black" panose="020B0A04020102020204" pitchFamily="34" charset="0"/>
              </a:rPr>
              <a:t> ne </a:t>
            </a:r>
            <a:r>
              <a:rPr lang="en-GB" b="1" dirty="0" err="1">
                <a:latin typeface="Arial Black" panose="020B0A04020102020204" pitchFamily="34" charset="0"/>
              </a:rPr>
              <a:t>mwoyo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Mutukirivu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>
                <a:latin typeface="Arial Black" panose="020B0A04020102020204" pitchFamily="34" charset="0"/>
              </a:rPr>
              <a:t>Mu </a:t>
            </a:r>
            <a:r>
              <a:rPr lang="en-GB" b="1" dirty="0" err="1">
                <a:latin typeface="Arial Black" panose="020B0A04020102020204" pitchFamily="34" charset="0"/>
              </a:rPr>
              <a:t>kitibwa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kya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Patiri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GB" b="1" dirty="0" err="1">
                <a:latin typeface="Arial Black" panose="020B0A04020102020204" pitchFamily="34" charset="0"/>
              </a:rPr>
              <a:t>Amiina</a:t>
            </a:r>
            <a:r>
              <a:rPr lang="en-GB" b="1" dirty="0">
                <a:latin typeface="Arial Black" panose="020B0A04020102020204" pitchFamily="34" charset="0"/>
              </a:rPr>
              <a:t> </a:t>
            </a:r>
            <a:r>
              <a:rPr lang="en-GB" b="1" dirty="0" err="1">
                <a:latin typeface="Arial Black" panose="020B0A04020102020204" pitchFamily="34" charset="0"/>
              </a:rPr>
              <a:t>Amiina</a:t>
            </a:r>
            <a:br>
              <a:rPr lang="en-GB" b="1" dirty="0">
                <a:latin typeface="Arial Black" panose="020B0A040201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52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140</Words>
  <Application>Microsoft Office PowerPoint</Application>
  <PresentationFormat>On-screen Show (4:3)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Office Theme</vt:lpstr>
      <vt:lpstr>Ekitibwa kibe eli Katonda  yekka nabo barungi  Ye basimye  emirembe gibere kubbo </vt:lpstr>
      <vt:lpstr>1,  Tukusinza   tukutenda   anti ebyo byokora Mukama bya ttendo,  Katonda Mukama  gwe omuyinza  Patri gwe Kabaka wegulu otendwa </vt:lpstr>
      <vt:lpstr>2,  Omutiibwa  wekka ggwe omwana  owa kitaffe katukugulumize, Ai Mukama  Kaliga ka Katonda  Yezu Kristu Mukama otendwa. </vt:lpstr>
      <vt:lpstr>3,  Gwe agyawo ebibi byensi      Saasira saasira        tuwanjaze tuwulire,       Gwe attudde kuddyo owa Kitaffe       Saasira saasira     Tuwanjaze tuwurire. </vt:lpstr>
      <vt:lpstr>4, Kubanga gwe Mutukirivu   Asukiridde wekka  Gwe Yezu Kristu, Wamu ne mwoyo Mutukirivu  Mu kitibwa kya Patiri Amiina Amiina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Ekitibwa kibe mugulu eli Katonda </dc:title>
  <dc:creator>Admin</dc:creator>
  <cp:lastModifiedBy>HP</cp:lastModifiedBy>
  <cp:revision>9</cp:revision>
  <dcterms:created xsi:type="dcterms:W3CDTF">2022-09-24T19:34:22Z</dcterms:created>
  <dcterms:modified xsi:type="dcterms:W3CDTF">2024-06-02T05:11:30Z</dcterms:modified>
</cp:coreProperties>
</file>